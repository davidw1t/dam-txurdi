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PT Serif"/>
      <p:regular r:id="rId12"/>
      <p:bold r:id="rId13"/>
      <p:italic r:id="rId14"/>
      <p:boldItalic r:id="rId15"/>
    </p:embeddedFont>
    <p:embeddedFont>
      <p:font typeface="PT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jb0+JHeT+S+admOLXW2RNOqwR5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TSerif-bold.fntdata"/><Relationship Id="rId12" Type="http://schemas.openxmlformats.org/officeDocument/2006/relationships/font" Target="fonts/PTSerif-regular.fntdata"/><Relationship Id="rId15" Type="http://schemas.openxmlformats.org/officeDocument/2006/relationships/font" Target="fonts/PTSerif-boldItalic.fntdata"/><Relationship Id="rId14" Type="http://schemas.openxmlformats.org/officeDocument/2006/relationships/font" Target="fonts/PTSerif-italic.fntdata"/><Relationship Id="rId17" Type="http://schemas.openxmlformats.org/officeDocument/2006/relationships/font" Target="fonts/PTSans-bold.fntdata"/><Relationship Id="rId16" Type="http://schemas.openxmlformats.org/officeDocument/2006/relationships/font" Target="fonts/PTSans-regular.fntdata"/><Relationship Id="rId19" Type="http://schemas.openxmlformats.org/officeDocument/2006/relationships/font" Target="fonts/PTSans-boldItalic.fntdata"/><Relationship Id="rId18" Type="http://schemas.openxmlformats.org/officeDocument/2006/relationships/font" Target="fonts/PTSa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1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/>
          <p:nvPr/>
        </p:nvSpPr>
        <p:spPr>
          <a:xfrm>
            <a:off x="8226077" y="5626595"/>
            <a:ext cx="2978847" cy="1261193"/>
          </a:xfrm>
          <a:custGeom>
            <a:rect b="b" l="l" r="r" t="t"/>
            <a:pathLst>
              <a:path extrusionOk="0" h="1549908" w="3660775">
                <a:moveTo>
                  <a:pt x="0" y="1549908"/>
                </a:moveTo>
                <a:lnTo>
                  <a:pt x="3660775" y="1549908"/>
                </a:lnTo>
                <a:lnTo>
                  <a:pt x="3660775" y="0"/>
                </a:lnTo>
                <a:lnTo>
                  <a:pt x="0" y="0"/>
                </a:lnTo>
                <a:close/>
              </a:path>
            </a:pathLst>
          </a:custGeom>
          <a:solidFill>
            <a:srgbClr val="D5D900"/>
          </a:solidFill>
          <a:ln>
            <a:noFill/>
          </a:ln>
        </p:spPr>
      </p:sp>
      <p:sp>
        <p:nvSpPr>
          <p:cNvPr id="13" name="Google Shape;13;p9"/>
          <p:cNvSpPr txBox="1"/>
          <p:nvPr>
            <p:ph type="ctrTitle"/>
          </p:nvPr>
        </p:nvSpPr>
        <p:spPr>
          <a:xfrm>
            <a:off x="857250" y="1997275"/>
            <a:ext cx="9715500" cy="1378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" type="subTitle"/>
          </p:nvPr>
        </p:nvSpPr>
        <p:spPr>
          <a:xfrm>
            <a:off x="1714500" y="3643312"/>
            <a:ext cx="8001000" cy="164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5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" name="Google Shape;15;p9"/>
          <p:cNvSpPr txBox="1"/>
          <p:nvPr>
            <p:ph idx="10" type="dt"/>
          </p:nvPr>
        </p:nvSpPr>
        <p:spPr>
          <a:xfrm>
            <a:off x="57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/>
          <p:nvPr/>
        </p:nvSpPr>
        <p:spPr>
          <a:xfrm>
            <a:off x="0" y="2148649"/>
            <a:ext cx="1080135" cy="4632430"/>
          </a:xfrm>
          <a:custGeom>
            <a:rect b="b" l="l" r="r" t="t"/>
            <a:pathLst>
              <a:path extrusionOk="0" h="5692902" w="1327404">
                <a:moveTo>
                  <a:pt x="0" y="0"/>
                </a:moveTo>
                <a:lnTo>
                  <a:pt x="0" y="5692902"/>
                </a:lnTo>
                <a:lnTo>
                  <a:pt x="1327404" y="2846578"/>
                </a:lnTo>
                <a:close/>
              </a:path>
            </a:pathLst>
          </a:custGeom>
          <a:solidFill>
            <a:srgbClr val="1C9F6F"/>
          </a:solidFill>
          <a:ln>
            <a:noFill/>
          </a:ln>
        </p:spPr>
      </p:sp>
      <p:sp>
        <p:nvSpPr>
          <p:cNvPr id="18" name="Google Shape;18;p9"/>
          <p:cNvSpPr/>
          <p:nvPr/>
        </p:nvSpPr>
        <p:spPr>
          <a:xfrm>
            <a:off x="10954869" y="1"/>
            <a:ext cx="1237113" cy="2474225"/>
          </a:xfrm>
          <a:custGeom>
            <a:rect b="b" l="l" r="r" t="t"/>
            <a:pathLst>
              <a:path extrusionOk="0" h="3040634" w="1520317">
                <a:moveTo>
                  <a:pt x="1520317" y="0"/>
                </a:moveTo>
                <a:cubicBezTo>
                  <a:pt x="680720" y="0"/>
                  <a:pt x="0" y="680720"/>
                  <a:pt x="0" y="1520317"/>
                </a:cubicBezTo>
                <a:cubicBezTo>
                  <a:pt x="0" y="2359914"/>
                  <a:pt x="680720" y="3040634"/>
                  <a:pt x="1520317" y="3040634"/>
                </a:cubicBezTo>
                <a:lnTo>
                  <a:pt x="152031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 b="28983" l="0" r="0" t="28136"/>
          <a:stretch/>
        </p:blipFill>
        <p:spPr>
          <a:xfrm>
            <a:off x="571500" y="0"/>
            <a:ext cx="3744493" cy="1605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 1">
  <p:cSld name="Título y contenido 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0"/>
          <p:cNvSpPr txBox="1"/>
          <p:nvPr>
            <p:ph idx="1" type="body"/>
          </p:nvPr>
        </p:nvSpPr>
        <p:spPr>
          <a:xfrm>
            <a:off x="1333463" y="2428875"/>
            <a:ext cx="9364646" cy="3314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4" name="Google Shape;24;p10"/>
          <p:cNvSpPr/>
          <p:nvPr/>
        </p:nvSpPr>
        <p:spPr>
          <a:xfrm>
            <a:off x="8619914" y="-19761"/>
            <a:ext cx="2078161" cy="1059585"/>
          </a:xfrm>
          <a:custGeom>
            <a:rect b="b" l="l" r="r" t="t"/>
            <a:pathLst>
              <a:path extrusionOk="0" h="1509395" w="2960370">
                <a:moveTo>
                  <a:pt x="254" y="0"/>
                </a:moveTo>
                <a:cubicBezTo>
                  <a:pt x="127" y="9652"/>
                  <a:pt x="0" y="19304"/>
                  <a:pt x="0" y="29083"/>
                </a:cubicBezTo>
                <a:cubicBezTo>
                  <a:pt x="0" y="846582"/>
                  <a:pt x="662686" y="1509395"/>
                  <a:pt x="1480185" y="1509395"/>
                </a:cubicBezTo>
                <a:cubicBezTo>
                  <a:pt x="2297684" y="1509395"/>
                  <a:pt x="2960370" y="846582"/>
                  <a:pt x="2960370" y="29083"/>
                </a:cubicBezTo>
                <a:cubicBezTo>
                  <a:pt x="2960370" y="19304"/>
                  <a:pt x="2960243" y="9652"/>
                  <a:pt x="2960116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0"/>
          <p:cNvSpPr/>
          <p:nvPr/>
        </p:nvSpPr>
        <p:spPr>
          <a:xfrm>
            <a:off x="9525" y="1286651"/>
            <a:ext cx="728025" cy="4284700"/>
          </a:xfrm>
          <a:custGeom>
            <a:rect b="b" l="l" r="r" t="t"/>
            <a:pathLst>
              <a:path extrusionOk="0" h="6103620" w="1037082">
                <a:moveTo>
                  <a:pt x="0" y="6103620"/>
                </a:moveTo>
                <a:lnTo>
                  <a:pt x="1037082" y="6103620"/>
                </a:lnTo>
                <a:lnTo>
                  <a:pt x="10370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084C7"/>
          </a:solidFill>
          <a:ln>
            <a:noFill/>
          </a:ln>
        </p:spPr>
      </p:sp>
      <p:sp>
        <p:nvSpPr>
          <p:cNvPr id="26" name="Google Shape;26;p10"/>
          <p:cNvSpPr/>
          <p:nvPr/>
        </p:nvSpPr>
        <p:spPr>
          <a:xfrm>
            <a:off x="10992551" y="2428875"/>
            <a:ext cx="1247075" cy="4444997"/>
          </a:xfrm>
          <a:custGeom>
            <a:rect b="b" l="l" r="r" t="t"/>
            <a:pathLst>
              <a:path extrusionOk="0" h="6331966" w="1776476">
                <a:moveTo>
                  <a:pt x="0" y="3809619"/>
                </a:moveTo>
                <a:lnTo>
                  <a:pt x="1176274" y="6331966"/>
                </a:lnTo>
                <a:lnTo>
                  <a:pt x="1776476" y="6331966"/>
                </a:lnTo>
                <a:lnTo>
                  <a:pt x="1776476" y="0"/>
                </a:lnTo>
                <a:close/>
              </a:path>
            </a:pathLst>
          </a:custGeom>
          <a:solidFill>
            <a:srgbClr val="FDC20B"/>
          </a:solidFill>
          <a:ln>
            <a:noFill/>
          </a:ln>
        </p:spPr>
      </p:sp>
      <p:sp>
        <p:nvSpPr>
          <p:cNvPr id="27" name="Google Shape;27;p10"/>
          <p:cNvSpPr/>
          <p:nvPr/>
        </p:nvSpPr>
        <p:spPr>
          <a:xfrm>
            <a:off x="1314412" y="208477"/>
            <a:ext cx="2105316" cy="749253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  <p:sp>
        <p:nvSpPr>
          <p:cNvPr id="28" name="Google Shape;28;p10"/>
          <p:cNvSpPr txBox="1"/>
          <p:nvPr>
            <p:ph type="title"/>
          </p:nvPr>
        </p:nvSpPr>
        <p:spPr>
          <a:xfrm>
            <a:off x="1314412" y="1100865"/>
            <a:ext cx="9364645" cy="118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25"/>
              <a:buFont typeface="PT Serif"/>
              <a:buNone/>
              <a:defRPr sz="412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 2">
  <p:cSld name="Título y contenido 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idx="1" type="body"/>
          </p:nvPr>
        </p:nvSpPr>
        <p:spPr>
          <a:xfrm>
            <a:off x="1333463" y="2428875"/>
            <a:ext cx="9364646" cy="3314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3" name="Google Shape;33;p11"/>
          <p:cNvSpPr txBox="1"/>
          <p:nvPr>
            <p:ph type="title"/>
          </p:nvPr>
        </p:nvSpPr>
        <p:spPr>
          <a:xfrm>
            <a:off x="1314412" y="1100865"/>
            <a:ext cx="9364645" cy="118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25"/>
              <a:buFont typeface="PT Serif"/>
              <a:buNone/>
              <a:defRPr sz="412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/>
          <p:nvPr/>
        </p:nvSpPr>
        <p:spPr>
          <a:xfrm>
            <a:off x="-47625" y="1607444"/>
            <a:ext cx="2448532" cy="5250577"/>
          </a:xfrm>
          <a:custGeom>
            <a:rect b="b" l="l" r="r" t="t"/>
            <a:pathLst>
              <a:path extrusionOk="0" h="5830443" w="2718943">
                <a:moveTo>
                  <a:pt x="0" y="5830443"/>
                </a:moveTo>
                <a:lnTo>
                  <a:pt x="2718943" y="5830443"/>
                </a:lnTo>
                <a:lnTo>
                  <a:pt x="0" y="0"/>
                </a:lnTo>
                <a:close/>
              </a:path>
            </a:pathLst>
          </a:custGeom>
          <a:solidFill>
            <a:srgbClr val="FDC20B"/>
          </a:solidFill>
          <a:ln>
            <a:noFill/>
          </a:ln>
        </p:spPr>
      </p:sp>
      <p:sp>
        <p:nvSpPr>
          <p:cNvPr id="35" name="Google Shape;35;p11"/>
          <p:cNvSpPr/>
          <p:nvPr/>
        </p:nvSpPr>
        <p:spPr>
          <a:xfrm>
            <a:off x="1314412" y="-18837"/>
            <a:ext cx="1924090" cy="1083153"/>
          </a:xfrm>
          <a:custGeom>
            <a:rect b="b" l="l" r="r" t="t"/>
            <a:pathLst>
              <a:path extrusionOk="0" h="1654937" w="2939796">
                <a:moveTo>
                  <a:pt x="11557" y="0"/>
                </a:moveTo>
                <a:cubicBezTo>
                  <a:pt x="3937" y="60706"/>
                  <a:pt x="0" y="122428"/>
                  <a:pt x="0" y="185166"/>
                </a:cubicBezTo>
                <a:cubicBezTo>
                  <a:pt x="0" y="996823"/>
                  <a:pt x="658114" y="1654937"/>
                  <a:pt x="1469898" y="1654937"/>
                </a:cubicBezTo>
                <a:cubicBezTo>
                  <a:pt x="2281682" y="1654937"/>
                  <a:pt x="2939796" y="996823"/>
                  <a:pt x="2939796" y="185166"/>
                </a:cubicBezTo>
                <a:cubicBezTo>
                  <a:pt x="2939796" y="122428"/>
                  <a:pt x="2935859" y="60706"/>
                  <a:pt x="292823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1"/>
          <p:cNvSpPr/>
          <p:nvPr/>
        </p:nvSpPr>
        <p:spPr>
          <a:xfrm>
            <a:off x="11294745" y="1308497"/>
            <a:ext cx="897256" cy="5549503"/>
          </a:xfrm>
          <a:custGeom>
            <a:rect b="b" l="l" r="r" t="t"/>
            <a:pathLst>
              <a:path extrusionOk="0" h="5919470" w="957072">
                <a:moveTo>
                  <a:pt x="0" y="5919470"/>
                </a:moveTo>
                <a:lnTo>
                  <a:pt x="957072" y="5919470"/>
                </a:lnTo>
                <a:lnTo>
                  <a:pt x="957072" y="0"/>
                </a:lnTo>
                <a:lnTo>
                  <a:pt x="0" y="0"/>
                </a:lnTo>
                <a:close/>
              </a:path>
            </a:pathLst>
          </a:custGeom>
          <a:solidFill>
            <a:srgbClr val="2084C7"/>
          </a:solidFill>
          <a:ln>
            <a:noFill/>
          </a:ln>
        </p:spPr>
      </p:sp>
      <p:sp>
        <p:nvSpPr>
          <p:cNvPr id="37" name="Google Shape;37;p11"/>
          <p:cNvSpPr/>
          <p:nvPr/>
        </p:nvSpPr>
        <p:spPr>
          <a:xfrm>
            <a:off x="8272745" y="86978"/>
            <a:ext cx="2446713" cy="870751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 3">
  <p:cSld name="Título y contenido 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2"/>
          <p:cNvSpPr txBox="1"/>
          <p:nvPr>
            <p:ph idx="1" type="body"/>
          </p:nvPr>
        </p:nvSpPr>
        <p:spPr>
          <a:xfrm>
            <a:off x="1424203" y="2428875"/>
            <a:ext cx="9273906" cy="3314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2" name="Google Shape;42;p12"/>
          <p:cNvSpPr txBox="1"/>
          <p:nvPr>
            <p:ph type="title"/>
          </p:nvPr>
        </p:nvSpPr>
        <p:spPr>
          <a:xfrm>
            <a:off x="1405153" y="1100865"/>
            <a:ext cx="9273905" cy="118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25"/>
              <a:buFont typeface="PT Serif"/>
              <a:buNone/>
              <a:defRPr sz="412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/>
          <p:nvPr/>
        </p:nvSpPr>
        <p:spPr>
          <a:xfrm>
            <a:off x="0" y="3328304"/>
            <a:ext cx="1424203" cy="2407585"/>
          </a:xfrm>
          <a:custGeom>
            <a:rect b="b" l="l" r="r" t="t"/>
            <a:pathLst>
              <a:path extrusionOk="0" h="3359912" w="1987550">
                <a:moveTo>
                  <a:pt x="0" y="3359912"/>
                </a:moveTo>
                <a:lnTo>
                  <a:pt x="1987550" y="3359912"/>
                </a:lnTo>
                <a:lnTo>
                  <a:pt x="198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D5D900"/>
          </a:solidFill>
          <a:ln>
            <a:noFill/>
          </a:ln>
        </p:spPr>
      </p:sp>
      <p:sp>
        <p:nvSpPr>
          <p:cNvPr id="44" name="Google Shape;44;p12"/>
          <p:cNvSpPr/>
          <p:nvPr/>
        </p:nvSpPr>
        <p:spPr>
          <a:xfrm>
            <a:off x="10681771" y="930187"/>
            <a:ext cx="1510231" cy="5371197"/>
          </a:xfrm>
          <a:custGeom>
            <a:rect b="b" l="l" r="r" t="t"/>
            <a:pathLst>
              <a:path extrusionOk="0" h="6215126" w="1747520">
                <a:moveTo>
                  <a:pt x="1154938" y="0"/>
                </a:moveTo>
                <a:lnTo>
                  <a:pt x="0" y="2476881"/>
                </a:lnTo>
                <a:lnTo>
                  <a:pt x="1743202" y="6215126"/>
                </a:lnTo>
                <a:lnTo>
                  <a:pt x="1745869" y="6215126"/>
                </a:lnTo>
                <a:lnTo>
                  <a:pt x="1747520" y="6211570"/>
                </a:lnTo>
                <a:lnTo>
                  <a:pt x="1747520" y="0"/>
                </a:lnTo>
                <a:close/>
              </a:path>
            </a:pathLst>
          </a:custGeom>
          <a:solidFill>
            <a:srgbClr val="EB5D12"/>
          </a:solidFill>
          <a:ln>
            <a:noFill/>
          </a:ln>
        </p:spPr>
      </p:sp>
      <p:sp>
        <p:nvSpPr>
          <p:cNvPr id="45" name="Google Shape;45;p12"/>
          <p:cNvSpPr/>
          <p:nvPr/>
        </p:nvSpPr>
        <p:spPr>
          <a:xfrm>
            <a:off x="1314412" y="-18837"/>
            <a:ext cx="1924090" cy="1083153"/>
          </a:xfrm>
          <a:custGeom>
            <a:rect b="b" l="l" r="r" t="t"/>
            <a:pathLst>
              <a:path extrusionOk="0" h="1654937" w="2939796">
                <a:moveTo>
                  <a:pt x="11557" y="0"/>
                </a:moveTo>
                <a:cubicBezTo>
                  <a:pt x="3937" y="60706"/>
                  <a:pt x="0" y="122428"/>
                  <a:pt x="0" y="185166"/>
                </a:cubicBezTo>
                <a:cubicBezTo>
                  <a:pt x="0" y="996823"/>
                  <a:pt x="658114" y="1654937"/>
                  <a:pt x="1469898" y="1654937"/>
                </a:cubicBezTo>
                <a:cubicBezTo>
                  <a:pt x="2281682" y="1654937"/>
                  <a:pt x="2939796" y="996823"/>
                  <a:pt x="2939796" y="185166"/>
                </a:cubicBezTo>
                <a:cubicBezTo>
                  <a:pt x="2939796" y="122428"/>
                  <a:pt x="2935859" y="60706"/>
                  <a:pt x="292823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2"/>
          <p:cNvSpPr/>
          <p:nvPr/>
        </p:nvSpPr>
        <p:spPr>
          <a:xfrm>
            <a:off x="8272745" y="86978"/>
            <a:ext cx="2446713" cy="870751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 4">
  <p:cSld name="Título y contenido 4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/>
          <p:nvPr>
            <p:ph idx="1" type="body"/>
          </p:nvPr>
        </p:nvSpPr>
        <p:spPr>
          <a:xfrm>
            <a:off x="1424203" y="2428875"/>
            <a:ext cx="9273906" cy="3314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1" name="Google Shape;51;p13"/>
          <p:cNvSpPr txBox="1"/>
          <p:nvPr>
            <p:ph type="title"/>
          </p:nvPr>
        </p:nvSpPr>
        <p:spPr>
          <a:xfrm>
            <a:off x="1405153" y="1100865"/>
            <a:ext cx="9273905" cy="118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25"/>
              <a:buFont typeface="PT Serif"/>
              <a:buNone/>
              <a:defRPr sz="412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/>
          <p:nvPr/>
        </p:nvSpPr>
        <p:spPr>
          <a:xfrm>
            <a:off x="-47625" y="2162865"/>
            <a:ext cx="1340893" cy="4695177"/>
          </a:xfrm>
          <a:custGeom>
            <a:rect b="b" l="l" r="r" t="t"/>
            <a:pathLst>
              <a:path extrusionOk="0" h="5811266" w="1659636">
                <a:moveTo>
                  <a:pt x="0" y="0"/>
                </a:moveTo>
                <a:lnTo>
                  <a:pt x="0" y="5748528"/>
                </a:lnTo>
                <a:lnTo>
                  <a:pt x="29210" y="5811266"/>
                </a:lnTo>
                <a:lnTo>
                  <a:pt x="1659636" y="2314956"/>
                </a:lnTo>
                <a:lnTo>
                  <a:pt x="580263" y="0"/>
                </a:lnTo>
                <a:close/>
              </a:path>
            </a:pathLst>
          </a:custGeom>
          <a:solidFill>
            <a:srgbClr val="64257E"/>
          </a:solidFill>
          <a:ln>
            <a:noFill/>
          </a:ln>
        </p:spPr>
      </p:sp>
      <p:sp>
        <p:nvSpPr>
          <p:cNvPr id="53" name="Google Shape;53;p13"/>
          <p:cNvSpPr/>
          <p:nvPr/>
        </p:nvSpPr>
        <p:spPr>
          <a:xfrm>
            <a:off x="1280130" y="184927"/>
            <a:ext cx="2108594" cy="750419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  <p:sp>
        <p:nvSpPr>
          <p:cNvPr id="54" name="Google Shape;54;p13"/>
          <p:cNvSpPr/>
          <p:nvPr/>
        </p:nvSpPr>
        <p:spPr>
          <a:xfrm>
            <a:off x="7655686" y="5529097"/>
            <a:ext cx="2657980" cy="1328886"/>
          </a:xfrm>
          <a:custGeom>
            <a:rect b="b" l="l" r="r" t="t"/>
            <a:pathLst>
              <a:path extrusionOk="0" h="1644777" w="3289808">
                <a:moveTo>
                  <a:pt x="1644904" y="0"/>
                </a:moveTo>
                <a:cubicBezTo>
                  <a:pt x="736473" y="0"/>
                  <a:pt x="0" y="736346"/>
                  <a:pt x="0" y="1644777"/>
                </a:cubicBezTo>
                <a:lnTo>
                  <a:pt x="3289808" y="1644777"/>
                </a:lnTo>
                <a:cubicBezTo>
                  <a:pt x="3289808" y="736346"/>
                  <a:pt x="2553335" y="0"/>
                  <a:pt x="1644904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10195312" y="0"/>
            <a:ext cx="1996665" cy="4282279"/>
          </a:xfrm>
          <a:custGeom>
            <a:rect b="b" l="l" r="r" t="t"/>
            <a:pathLst>
              <a:path extrusionOk="0" h="5300218" w="2471293">
                <a:moveTo>
                  <a:pt x="0" y="0"/>
                </a:moveTo>
                <a:lnTo>
                  <a:pt x="2471293" y="5300218"/>
                </a:lnTo>
                <a:lnTo>
                  <a:pt x="2471293" y="0"/>
                </a:lnTo>
                <a:close/>
              </a:path>
            </a:pathLst>
          </a:custGeom>
          <a:solidFill>
            <a:srgbClr val="52AE3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2">
  <p:cSld name="Título 2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525873" y="3238112"/>
            <a:ext cx="9332628" cy="1378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PT Serif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4263154" y="5689404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/>
          <p:nvPr/>
        </p:nvSpPr>
        <p:spPr>
          <a:xfrm>
            <a:off x="0" y="1668380"/>
            <a:ext cx="2410515" cy="5168990"/>
          </a:xfrm>
          <a:custGeom>
            <a:rect b="b" l="l" r="r" t="t"/>
            <a:pathLst>
              <a:path extrusionOk="0" h="7287895" w="3398647">
                <a:moveTo>
                  <a:pt x="0" y="7287895"/>
                </a:moveTo>
                <a:lnTo>
                  <a:pt x="3398647" y="7287895"/>
                </a:lnTo>
                <a:lnTo>
                  <a:pt x="0" y="0"/>
                </a:lnTo>
                <a:close/>
              </a:path>
            </a:pathLst>
          </a:custGeom>
          <a:solidFill>
            <a:srgbClr val="FDC20B"/>
          </a:solidFill>
          <a:ln>
            <a:noFill/>
          </a:ln>
        </p:spPr>
      </p:sp>
      <p:sp>
        <p:nvSpPr>
          <p:cNvPr id="60" name="Google Shape;60;p14"/>
          <p:cNvSpPr/>
          <p:nvPr/>
        </p:nvSpPr>
        <p:spPr>
          <a:xfrm>
            <a:off x="2132026" y="-8094"/>
            <a:ext cx="2606429" cy="1467242"/>
          </a:xfrm>
          <a:custGeom>
            <a:rect b="b" l="l" r="r" t="t"/>
            <a:pathLst>
              <a:path extrusionOk="0" h="2068703" w="3674872">
                <a:moveTo>
                  <a:pt x="14478" y="0"/>
                </a:moveTo>
                <a:cubicBezTo>
                  <a:pt x="4953" y="75819"/>
                  <a:pt x="0" y="153035"/>
                  <a:pt x="0" y="231394"/>
                </a:cubicBezTo>
                <a:cubicBezTo>
                  <a:pt x="0" y="1245997"/>
                  <a:pt x="822579" y="2068703"/>
                  <a:pt x="1837309" y="2068703"/>
                </a:cubicBezTo>
                <a:cubicBezTo>
                  <a:pt x="2852039" y="2068703"/>
                  <a:pt x="3674872" y="1245997"/>
                  <a:pt x="3674872" y="231394"/>
                </a:cubicBezTo>
                <a:cubicBezTo>
                  <a:pt x="3674872" y="153035"/>
                  <a:pt x="3669919" y="75819"/>
                  <a:pt x="3660394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8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10858500" y="4213367"/>
            <a:ext cx="848514" cy="5247986"/>
          </a:xfrm>
          <a:custGeom>
            <a:rect b="b" l="l" r="r" t="t"/>
            <a:pathLst>
              <a:path extrusionOk="0" h="7399274" w="1196340">
                <a:moveTo>
                  <a:pt x="0" y="7399274"/>
                </a:moveTo>
                <a:lnTo>
                  <a:pt x="1196340" y="7399274"/>
                </a:lnTo>
                <a:lnTo>
                  <a:pt x="1196340" y="0"/>
                </a:lnTo>
                <a:lnTo>
                  <a:pt x="0" y="0"/>
                </a:lnTo>
                <a:close/>
              </a:path>
            </a:pathLst>
          </a:custGeom>
          <a:solidFill>
            <a:srgbClr val="2084C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8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 b="28562" l="0" r="0" t="31269"/>
          <a:stretch/>
        </p:blipFill>
        <p:spPr>
          <a:xfrm>
            <a:off x="7323929" y="78142"/>
            <a:ext cx="3958828" cy="159023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10858500" y="6159799"/>
            <a:ext cx="848514" cy="269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500" u="none" cap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algn="ctr">
              <a:spcBef>
                <a:spcPts val="0"/>
              </a:spcBef>
              <a:buNone/>
              <a:defRPr b="0" i="0" sz="1500" u="none" cap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algn="ctr">
              <a:spcBef>
                <a:spcPts val="0"/>
              </a:spcBef>
              <a:buNone/>
              <a:defRPr b="0" i="0" sz="1500" u="none" cap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algn="ctr">
              <a:spcBef>
                <a:spcPts val="0"/>
              </a:spcBef>
              <a:buNone/>
              <a:defRPr b="0" i="0" sz="1500" u="none" cap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algn="ctr">
              <a:spcBef>
                <a:spcPts val="0"/>
              </a:spcBef>
              <a:buNone/>
              <a:defRPr b="0" i="0" sz="1500" u="none" cap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algn="ctr">
              <a:spcBef>
                <a:spcPts val="0"/>
              </a:spcBef>
              <a:buNone/>
              <a:defRPr b="0" i="0" sz="1500" u="none" cap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algn="ctr">
              <a:spcBef>
                <a:spcPts val="0"/>
              </a:spcBef>
              <a:buNone/>
              <a:defRPr b="0" i="0" sz="1500" u="none" cap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algn="ctr">
              <a:spcBef>
                <a:spcPts val="0"/>
              </a:spcBef>
              <a:buNone/>
              <a:defRPr b="0" i="0" sz="1500" u="none" cap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algn="ctr">
              <a:spcBef>
                <a:spcPts val="0"/>
              </a:spcBef>
              <a:buNone/>
              <a:defRPr b="0" i="0" sz="1500" u="none" cap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3">
  <p:cSld name="Título 3">
    <p:bg>
      <p:bgPr>
        <a:solidFill>
          <a:schemeClr val="accent5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/>
          <p:nvPr/>
        </p:nvSpPr>
        <p:spPr>
          <a:xfrm>
            <a:off x="-47624" y="1410005"/>
            <a:ext cx="1555911" cy="5448014"/>
          </a:xfrm>
          <a:custGeom>
            <a:rect b="b" l="l" r="r" t="t"/>
            <a:pathLst>
              <a:path extrusionOk="0" h="7264019" w="2074545">
                <a:moveTo>
                  <a:pt x="0" y="0"/>
                </a:moveTo>
                <a:lnTo>
                  <a:pt x="0" y="7185660"/>
                </a:lnTo>
                <a:lnTo>
                  <a:pt x="36576" y="7264019"/>
                </a:lnTo>
                <a:lnTo>
                  <a:pt x="2074545" y="2893568"/>
                </a:lnTo>
                <a:lnTo>
                  <a:pt x="725297" y="0"/>
                </a:lnTo>
                <a:close/>
              </a:path>
            </a:pathLst>
          </a:custGeom>
          <a:solidFill>
            <a:srgbClr val="64257E"/>
          </a:solidFill>
          <a:ln>
            <a:noFill/>
          </a:ln>
        </p:spPr>
      </p:sp>
      <p:sp>
        <p:nvSpPr>
          <p:cNvPr id="66" name="Google Shape;66;p15"/>
          <p:cNvSpPr/>
          <p:nvPr/>
        </p:nvSpPr>
        <p:spPr>
          <a:xfrm>
            <a:off x="8547614" y="5315992"/>
            <a:ext cx="3084192" cy="1541998"/>
          </a:xfrm>
          <a:custGeom>
            <a:rect b="b" l="l" r="r" t="t"/>
            <a:pathLst>
              <a:path extrusionOk="0" h="2056003" w="4112260">
                <a:moveTo>
                  <a:pt x="2056130" y="0"/>
                </a:moveTo>
                <a:cubicBezTo>
                  <a:pt x="920623" y="0"/>
                  <a:pt x="0" y="920496"/>
                  <a:pt x="0" y="2056003"/>
                </a:cubicBezTo>
                <a:lnTo>
                  <a:pt x="4112260" y="2056003"/>
                </a:lnTo>
                <a:cubicBezTo>
                  <a:pt x="4112260" y="920496"/>
                  <a:pt x="3191637" y="0"/>
                  <a:pt x="2056130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9869736" y="0"/>
            <a:ext cx="2316863" cy="4969003"/>
          </a:xfrm>
          <a:custGeom>
            <a:rect b="b" l="l" r="r" t="t"/>
            <a:pathLst>
              <a:path extrusionOk="0" h="6625336" w="3089148">
                <a:moveTo>
                  <a:pt x="0" y="0"/>
                </a:moveTo>
                <a:lnTo>
                  <a:pt x="3089148" y="6625336"/>
                </a:lnTo>
                <a:lnTo>
                  <a:pt x="3089148" y="0"/>
                </a:lnTo>
                <a:close/>
              </a:path>
            </a:pathLst>
          </a:custGeom>
          <a:solidFill>
            <a:srgbClr val="52AE32"/>
          </a:solidFill>
          <a:ln>
            <a:noFill/>
          </a:ln>
        </p:spPr>
      </p:sp>
      <p:pic>
        <p:nvPicPr>
          <p:cNvPr id="68" name="Google Shape;68;p15"/>
          <p:cNvPicPr preferRelativeResize="0"/>
          <p:nvPr/>
        </p:nvPicPr>
        <p:blipFill rotWithShape="1">
          <a:blip r:embed="rId2">
            <a:alphaModFix/>
          </a:blip>
          <a:srcRect b="28562" l="0" r="0" t="31269"/>
          <a:stretch/>
        </p:blipFill>
        <p:spPr>
          <a:xfrm>
            <a:off x="940654" y="32530"/>
            <a:ext cx="4009349" cy="161053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>
            <p:ph type="ctrTitle"/>
          </p:nvPr>
        </p:nvSpPr>
        <p:spPr>
          <a:xfrm>
            <a:off x="1809750" y="1997275"/>
            <a:ext cx="8763000" cy="1378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0"/>
              <a:buFont typeface="PT Serif"/>
              <a:buNone/>
              <a:defRPr sz="675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subTitle"/>
          </p:nvPr>
        </p:nvSpPr>
        <p:spPr>
          <a:xfrm>
            <a:off x="2498912" y="3643312"/>
            <a:ext cx="7216588" cy="164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1013"/>
              </a:spcBef>
              <a:spcAft>
                <a:spcPts val="0"/>
              </a:spcAft>
              <a:buClr>
                <a:schemeClr val="dk1"/>
              </a:buClr>
              <a:buSzPts val="5063"/>
              <a:buNone/>
              <a:defRPr sz="5063">
                <a:solidFill>
                  <a:schemeClr val="dk1"/>
                </a:solidFill>
              </a:defRPr>
            </a:lvl1pPr>
            <a:lvl2pPr lvl="1" algn="ctr"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circular y contenido 1">
  <p:cSld name="Título circular y contenido 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/>
          <p:nvPr/>
        </p:nvSpPr>
        <p:spPr>
          <a:xfrm>
            <a:off x="571500" y="1114722"/>
            <a:ext cx="3982998" cy="3982998"/>
          </a:xfrm>
          <a:custGeom>
            <a:rect b="b" l="l" r="r" t="t"/>
            <a:pathLst>
              <a:path extrusionOk="0" h="4248531" w="4248531">
                <a:moveTo>
                  <a:pt x="0" y="0"/>
                </a:moveTo>
                <a:lnTo>
                  <a:pt x="4248531" y="0"/>
                </a:lnTo>
                <a:lnTo>
                  <a:pt x="4248531" y="4248531"/>
                </a:lnTo>
                <a:lnTo>
                  <a:pt x="0" y="4248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1" l="0" r="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468813" y="928688"/>
            <a:ext cx="6389688" cy="4814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2600" lvl="0" marL="4572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1pPr>
            <a:lvl2pPr indent="-450850" lvl="1" marL="9144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Char char="–"/>
              <a:defRPr sz="3500"/>
            </a:lvl2pPr>
            <a:lvl3pPr indent="-4191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3pPr>
            <a:lvl4pPr indent="-387350" lvl="3" marL="1828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 sz="2500"/>
            </a:lvl4pPr>
            <a:lvl5pPr indent="-387350" lvl="4" marL="2286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 sz="2500"/>
            </a:lvl5pPr>
            <a:lvl6pPr indent="-387350" lvl="5" marL="2743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6pPr>
            <a:lvl7pPr indent="-387350" lvl="6" marL="3200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7pPr>
            <a:lvl8pPr indent="-387350" lvl="7" marL="3657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8pPr>
            <a:lvl9pPr indent="-387350" lvl="8" marL="4114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9pPr>
          </a:lstStyle>
          <a:p/>
        </p:txBody>
      </p:sp>
      <p:sp>
        <p:nvSpPr>
          <p:cNvPr id="74" name="Google Shape;74;p16"/>
          <p:cNvSpPr txBox="1"/>
          <p:nvPr>
            <p:ph type="ctrTitle"/>
          </p:nvPr>
        </p:nvSpPr>
        <p:spPr>
          <a:xfrm>
            <a:off x="1166812" y="2039572"/>
            <a:ext cx="2786063" cy="2032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25"/>
              <a:buFont typeface="PT Sans"/>
              <a:buNone/>
              <a:defRPr sz="4125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circular y contenido 2">
  <p:cSld name="Título circular y contenido 2">
    <p:bg>
      <p:bgPr>
        <a:solidFill>
          <a:srgbClr val="F4F8C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/>
          <p:nvPr/>
        </p:nvSpPr>
        <p:spPr>
          <a:xfrm>
            <a:off x="-190500" y="-1269479"/>
            <a:ext cx="12412170" cy="9396958"/>
          </a:xfrm>
          <a:custGeom>
            <a:rect b="b" l="l" r="r" t="t"/>
            <a:pathLst>
              <a:path extrusionOk="0" h="7614975" w="10058400">
                <a:moveTo>
                  <a:pt x="0" y="0"/>
                </a:moveTo>
                <a:lnTo>
                  <a:pt x="10058400" y="0"/>
                </a:lnTo>
                <a:lnTo>
                  <a:pt x="10058400" y="7614975"/>
                </a:lnTo>
                <a:lnTo>
                  <a:pt x="0" y="76149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82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7" name="Google Shape;77;p17"/>
          <p:cNvSpPr/>
          <p:nvPr/>
        </p:nvSpPr>
        <p:spPr>
          <a:xfrm>
            <a:off x="571500" y="1114722"/>
            <a:ext cx="3308071" cy="3308071"/>
          </a:xfrm>
          <a:custGeom>
            <a:rect b="b" l="l" r="r" t="t"/>
            <a:pathLst>
              <a:path extrusionOk="0" h="4248531" w="4248531">
                <a:moveTo>
                  <a:pt x="0" y="0"/>
                </a:moveTo>
                <a:lnTo>
                  <a:pt x="4248531" y="0"/>
                </a:lnTo>
                <a:lnTo>
                  <a:pt x="4248531" y="4248531"/>
                </a:lnTo>
                <a:lnTo>
                  <a:pt x="0" y="4248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4468813" y="928688"/>
            <a:ext cx="6389688" cy="4814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2600" lvl="0" marL="4572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1pPr>
            <a:lvl2pPr indent="-450850" lvl="1" marL="9144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Char char="–"/>
              <a:defRPr sz="3500"/>
            </a:lvl2pPr>
            <a:lvl3pPr indent="-4191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3pPr>
            <a:lvl4pPr indent="-387350" lvl="3" marL="1828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 sz="2500"/>
            </a:lvl4pPr>
            <a:lvl5pPr indent="-387350" lvl="4" marL="2286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 sz="2500"/>
            </a:lvl5pPr>
            <a:lvl6pPr indent="-387350" lvl="5" marL="2743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6pPr>
            <a:lvl7pPr indent="-387350" lvl="6" marL="3200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7pPr>
            <a:lvl8pPr indent="-387350" lvl="7" marL="3657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8pPr>
            <a:lvl9pPr indent="-387350" lvl="8" marL="4114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9pPr>
          </a:lstStyle>
          <a:p/>
        </p:txBody>
      </p:sp>
      <p:sp>
        <p:nvSpPr>
          <p:cNvPr id="79" name="Google Shape;79;p17"/>
          <p:cNvSpPr txBox="1"/>
          <p:nvPr>
            <p:ph type="ctrTitle"/>
          </p:nvPr>
        </p:nvSpPr>
        <p:spPr>
          <a:xfrm>
            <a:off x="832504" y="1752573"/>
            <a:ext cx="2786063" cy="2032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25"/>
              <a:buFont typeface="PT Sans"/>
              <a:buNone/>
              <a:defRPr sz="4125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rculo cambio de sección 1">
  <p:cSld name="Círculo cambio de sección 1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18"/>
          <p:cNvGrpSpPr/>
          <p:nvPr/>
        </p:nvGrpSpPr>
        <p:grpSpPr>
          <a:xfrm>
            <a:off x="0" y="-1857375"/>
            <a:ext cx="12192000" cy="10572750"/>
            <a:chOff x="2755900" y="-304800"/>
            <a:chExt cx="15113000" cy="12776200"/>
          </a:xfrm>
        </p:grpSpPr>
        <p:pic>
          <p:nvPicPr>
            <p:cNvPr id="82" name="Google Shape;82;p1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755900" y="-3048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1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312400" y="-3048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p1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755900" y="60833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1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312400" y="60833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6" name="Google Shape;86;p18"/>
          <p:cNvSpPr/>
          <p:nvPr/>
        </p:nvSpPr>
        <p:spPr>
          <a:xfrm>
            <a:off x="3449195" y="990361"/>
            <a:ext cx="4912610" cy="4912610"/>
          </a:xfrm>
          <a:custGeom>
            <a:rect b="b" l="l" r="r" t="t"/>
            <a:pathLst>
              <a:path extrusionOk="0" h="3930088" w="3930088">
                <a:moveTo>
                  <a:pt x="0" y="0"/>
                </a:moveTo>
                <a:lnTo>
                  <a:pt x="3930088" y="0"/>
                </a:lnTo>
                <a:lnTo>
                  <a:pt x="3930088" y="3930088"/>
                </a:lnTo>
                <a:lnTo>
                  <a:pt x="0" y="39300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8"/>
          <p:cNvSpPr txBox="1"/>
          <p:nvPr>
            <p:ph type="ctrTitle"/>
          </p:nvPr>
        </p:nvSpPr>
        <p:spPr>
          <a:xfrm>
            <a:off x="4167188" y="1928813"/>
            <a:ext cx="3428999" cy="3143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25"/>
              <a:buFont typeface="PT Sans"/>
              <a:buNone/>
              <a:defRPr sz="4125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rculo cambio de sección 2">
  <p:cSld name="Círculo cambio de sección 2">
    <p:bg>
      <p:bgPr>
        <a:solidFill>
          <a:schemeClr val="accen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19"/>
          <p:cNvGrpSpPr/>
          <p:nvPr/>
        </p:nvGrpSpPr>
        <p:grpSpPr>
          <a:xfrm>
            <a:off x="0" y="-1857375"/>
            <a:ext cx="12192000" cy="10572750"/>
            <a:chOff x="2755900" y="-304800"/>
            <a:chExt cx="15113000" cy="12776200"/>
          </a:xfrm>
        </p:grpSpPr>
        <p:pic>
          <p:nvPicPr>
            <p:cNvPr id="90" name="Google Shape;90;p1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755900" y="-3048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1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312400" y="-3048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1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755900" y="60833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1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312400" y="60833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19"/>
          <p:cNvSpPr/>
          <p:nvPr/>
        </p:nvSpPr>
        <p:spPr>
          <a:xfrm>
            <a:off x="3449195" y="990361"/>
            <a:ext cx="4912610" cy="4912610"/>
          </a:xfrm>
          <a:custGeom>
            <a:rect b="b" l="l" r="r" t="t"/>
            <a:pathLst>
              <a:path extrusionOk="0" h="3930088" w="3930088">
                <a:moveTo>
                  <a:pt x="0" y="0"/>
                </a:moveTo>
                <a:lnTo>
                  <a:pt x="3930088" y="0"/>
                </a:lnTo>
                <a:lnTo>
                  <a:pt x="3930088" y="3930088"/>
                </a:lnTo>
                <a:lnTo>
                  <a:pt x="0" y="39300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9"/>
          <p:cNvSpPr txBox="1"/>
          <p:nvPr>
            <p:ph type="ctrTitle"/>
          </p:nvPr>
        </p:nvSpPr>
        <p:spPr>
          <a:xfrm>
            <a:off x="4167188" y="1928813"/>
            <a:ext cx="3428999" cy="3143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25"/>
              <a:buFont typeface="PT Sans"/>
              <a:buNone/>
              <a:defRPr sz="4125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rculo cambio de sección 3">
  <p:cSld name="Círculo cambio de sección 3">
    <p:bg>
      <p:bgPr>
        <a:solidFill>
          <a:srgbClr val="FEC20D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20"/>
          <p:cNvGrpSpPr/>
          <p:nvPr/>
        </p:nvGrpSpPr>
        <p:grpSpPr>
          <a:xfrm>
            <a:off x="0" y="-1857375"/>
            <a:ext cx="12192000" cy="10572750"/>
            <a:chOff x="2755900" y="-304800"/>
            <a:chExt cx="15113000" cy="12776200"/>
          </a:xfrm>
        </p:grpSpPr>
        <p:pic>
          <p:nvPicPr>
            <p:cNvPr id="98" name="Google Shape;98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755900" y="-3048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312400" y="-3048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755900" y="60833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312400" y="60833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" name="Google Shape;102;p20"/>
          <p:cNvSpPr/>
          <p:nvPr/>
        </p:nvSpPr>
        <p:spPr>
          <a:xfrm>
            <a:off x="3449195" y="990361"/>
            <a:ext cx="4912610" cy="4912610"/>
          </a:xfrm>
          <a:custGeom>
            <a:rect b="b" l="l" r="r" t="t"/>
            <a:pathLst>
              <a:path extrusionOk="0" h="3930088" w="3930088">
                <a:moveTo>
                  <a:pt x="0" y="0"/>
                </a:moveTo>
                <a:lnTo>
                  <a:pt x="3930088" y="0"/>
                </a:lnTo>
                <a:lnTo>
                  <a:pt x="3930088" y="3930088"/>
                </a:lnTo>
                <a:lnTo>
                  <a:pt x="0" y="39300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20"/>
          <p:cNvSpPr txBox="1"/>
          <p:nvPr>
            <p:ph type="ctrTitle"/>
          </p:nvPr>
        </p:nvSpPr>
        <p:spPr>
          <a:xfrm>
            <a:off x="4167188" y="1928813"/>
            <a:ext cx="3428999" cy="3143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25"/>
              <a:buFont typeface="PT Sans"/>
              <a:buNone/>
              <a:defRPr sz="4125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subtitulo y contenido">
  <p:cSld name="Título subtitulo y contenido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4775253" y="141140"/>
            <a:ext cx="6083246" cy="118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25"/>
              <a:buFont typeface="PT Serif"/>
              <a:buNone/>
              <a:defRPr sz="412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571500" y="2190431"/>
            <a:ext cx="10126609" cy="3552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1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09" name="Google Shape;109;p21"/>
          <p:cNvSpPr/>
          <p:nvPr/>
        </p:nvSpPr>
        <p:spPr>
          <a:xfrm>
            <a:off x="754133" y="462879"/>
            <a:ext cx="1703499" cy="1475221"/>
          </a:xfrm>
          <a:custGeom>
            <a:rect b="b" l="l" r="r" t="t"/>
            <a:pathLst>
              <a:path extrusionOk="0" h="1217152" w="1405496">
                <a:moveTo>
                  <a:pt x="0" y="0"/>
                </a:moveTo>
                <a:lnTo>
                  <a:pt x="1405496" y="0"/>
                </a:lnTo>
                <a:lnTo>
                  <a:pt x="1405496" y="1217152"/>
                </a:lnTo>
                <a:lnTo>
                  <a:pt x="0" y="1217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-65" r="-65" t="0"/>
            </a:stretch>
          </a:blipFill>
          <a:ln>
            <a:noFill/>
          </a:ln>
        </p:spPr>
      </p:sp>
      <p:sp>
        <p:nvSpPr>
          <p:cNvPr id="110" name="Google Shape;110;p21"/>
          <p:cNvSpPr/>
          <p:nvPr/>
        </p:nvSpPr>
        <p:spPr>
          <a:xfrm>
            <a:off x="2243477" y="-28623"/>
            <a:ext cx="2709393" cy="1354639"/>
          </a:xfrm>
          <a:custGeom>
            <a:rect b="b" l="l" r="r" t="t"/>
            <a:pathLst>
              <a:path extrusionOk="0" h="1490218" w="2980563">
                <a:moveTo>
                  <a:pt x="0" y="0"/>
                </a:moveTo>
                <a:cubicBezTo>
                  <a:pt x="0" y="823087"/>
                  <a:pt x="667258" y="1490218"/>
                  <a:pt x="1490218" y="1490218"/>
                </a:cubicBezTo>
                <a:cubicBezTo>
                  <a:pt x="2313178" y="1490218"/>
                  <a:pt x="2980563" y="823087"/>
                  <a:pt x="2980563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/>
          <p:nvPr/>
        </p:nvSpPr>
        <p:spPr>
          <a:xfrm>
            <a:off x="10698109" y="1275787"/>
            <a:ext cx="1474817" cy="5582258"/>
          </a:xfrm>
          <a:custGeom>
            <a:rect b="b" l="l" r="r" t="t"/>
            <a:pathLst>
              <a:path extrusionOk="0" h="6140958" w="1622425">
                <a:moveTo>
                  <a:pt x="1606550" y="0"/>
                </a:moveTo>
                <a:lnTo>
                  <a:pt x="0" y="3445256"/>
                </a:lnTo>
                <a:lnTo>
                  <a:pt x="1257046" y="6140958"/>
                </a:lnTo>
                <a:lnTo>
                  <a:pt x="1622425" y="6140958"/>
                </a:lnTo>
                <a:lnTo>
                  <a:pt x="1622425" y="34290"/>
                </a:lnTo>
                <a:lnTo>
                  <a:pt x="1606550" y="0"/>
                </a:lnTo>
                <a:close/>
              </a:path>
            </a:pathLst>
          </a:custGeom>
          <a:solidFill>
            <a:srgbClr val="FDC20B"/>
          </a:solidFill>
          <a:ln>
            <a:noFill/>
          </a:ln>
        </p:spPr>
      </p:sp>
      <p:sp>
        <p:nvSpPr>
          <p:cNvPr id="112" name="Google Shape;112;p21"/>
          <p:cNvSpPr/>
          <p:nvPr/>
        </p:nvSpPr>
        <p:spPr>
          <a:xfrm>
            <a:off x="-506953" y="4887481"/>
            <a:ext cx="3941039" cy="3941039"/>
          </a:xfrm>
          <a:custGeom>
            <a:rect b="b" l="l" r="r" t="t"/>
            <a:pathLst>
              <a:path extrusionOk="0" h="7344537" w="7344537">
                <a:moveTo>
                  <a:pt x="0" y="0"/>
                </a:moveTo>
                <a:lnTo>
                  <a:pt x="7344537" y="0"/>
                </a:lnTo>
                <a:lnTo>
                  <a:pt x="7344537" y="7344537"/>
                </a:lnTo>
                <a:lnTo>
                  <a:pt x="0" y="73445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21"/>
          <p:cNvSpPr txBox="1"/>
          <p:nvPr>
            <p:ph idx="2" type="subTitle"/>
          </p:nvPr>
        </p:nvSpPr>
        <p:spPr>
          <a:xfrm>
            <a:off x="4738688" y="1326517"/>
            <a:ext cx="6083246" cy="577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 sz="3000">
                <a:solidFill>
                  <a:srgbClr val="888888"/>
                </a:solidFill>
              </a:defRPr>
            </a:lvl1pPr>
            <a:lvl2pPr lvl="1" algn="ctr"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5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contenido">
  <p:cSld name="Solo contenido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1333463" y="1188414"/>
            <a:ext cx="9364646" cy="4554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8" name="Google Shape;118;p22"/>
          <p:cNvSpPr/>
          <p:nvPr/>
        </p:nvSpPr>
        <p:spPr>
          <a:xfrm>
            <a:off x="-33338" y="3990833"/>
            <a:ext cx="1366801" cy="2310549"/>
          </a:xfrm>
          <a:custGeom>
            <a:rect b="b" l="l" r="r" t="t"/>
            <a:pathLst>
              <a:path extrusionOk="0" h="3359912" w="1987550">
                <a:moveTo>
                  <a:pt x="0" y="3359912"/>
                </a:moveTo>
                <a:lnTo>
                  <a:pt x="1987550" y="3359912"/>
                </a:lnTo>
                <a:lnTo>
                  <a:pt x="198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D5D900"/>
          </a:solidFill>
          <a:ln>
            <a:noFill/>
          </a:ln>
        </p:spPr>
      </p:sp>
      <p:sp>
        <p:nvSpPr>
          <p:cNvPr id="119" name="Google Shape;119;p22"/>
          <p:cNvSpPr/>
          <p:nvPr/>
        </p:nvSpPr>
        <p:spPr>
          <a:xfrm>
            <a:off x="650062" y="0"/>
            <a:ext cx="2294456" cy="1188413"/>
          </a:xfrm>
          <a:custGeom>
            <a:rect b="b" l="l" r="r" t="t"/>
            <a:pathLst>
              <a:path extrusionOk="0" h="1473200" w="2844292">
                <a:moveTo>
                  <a:pt x="889" y="0"/>
                </a:moveTo>
                <a:cubicBezTo>
                  <a:pt x="254" y="16891"/>
                  <a:pt x="0" y="33909"/>
                  <a:pt x="0" y="51054"/>
                </a:cubicBezTo>
                <a:cubicBezTo>
                  <a:pt x="0" y="836422"/>
                  <a:pt x="636778" y="1473200"/>
                  <a:pt x="1422146" y="1473200"/>
                </a:cubicBezTo>
                <a:cubicBezTo>
                  <a:pt x="2207514" y="1473200"/>
                  <a:pt x="2844292" y="836422"/>
                  <a:pt x="2844292" y="51054"/>
                </a:cubicBezTo>
                <a:cubicBezTo>
                  <a:pt x="2844292" y="34036"/>
                  <a:pt x="2844038" y="17018"/>
                  <a:pt x="2843403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2"/>
          <p:cNvSpPr/>
          <p:nvPr/>
        </p:nvSpPr>
        <p:spPr>
          <a:xfrm>
            <a:off x="10829925" y="1817071"/>
            <a:ext cx="1409703" cy="5013667"/>
          </a:xfrm>
          <a:custGeom>
            <a:rect b="b" l="l" r="r" t="t"/>
            <a:pathLst>
              <a:path extrusionOk="0" h="6215126" w="1747520">
                <a:moveTo>
                  <a:pt x="1154938" y="0"/>
                </a:moveTo>
                <a:lnTo>
                  <a:pt x="0" y="2476881"/>
                </a:lnTo>
                <a:lnTo>
                  <a:pt x="1743202" y="6215126"/>
                </a:lnTo>
                <a:lnTo>
                  <a:pt x="1745869" y="6215126"/>
                </a:lnTo>
                <a:lnTo>
                  <a:pt x="1747520" y="6211570"/>
                </a:lnTo>
                <a:lnTo>
                  <a:pt x="1747520" y="0"/>
                </a:lnTo>
                <a:close/>
              </a:path>
            </a:pathLst>
          </a:custGeom>
          <a:solidFill>
            <a:srgbClr val="EB5D12"/>
          </a:solidFill>
          <a:ln>
            <a:noFill/>
          </a:ln>
        </p:spPr>
      </p:sp>
      <p:sp>
        <p:nvSpPr>
          <p:cNvPr id="121" name="Google Shape;121;p22"/>
          <p:cNvSpPr/>
          <p:nvPr/>
        </p:nvSpPr>
        <p:spPr>
          <a:xfrm>
            <a:off x="8602318" y="181990"/>
            <a:ext cx="2105316" cy="749253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logotipo">
  <p:cSld name="Solo logotipo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238125" y="1143000"/>
            <a:ext cx="11430000" cy="55065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23"/>
          <p:cNvSpPr/>
          <p:nvPr/>
        </p:nvSpPr>
        <p:spPr>
          <a:xfrm>
            <a:off x="1314412" y="208477"/>
            <a:ext cx="2105316" cy="749253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columnas con título">
  <p:cSld name="Dos columnas con título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577150" y="1163675"/>
            <a:ext cx="10287000" cy="1071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63"/>
              <a:buFont typeface="PT Sans"/>
              <a:buNone/>
              <a:defRPr sz="5063">
                <a:latin typeface="PT Sans"/>
                <a:ea typeface="PT Sans"/>
                <a:cs typeface="PT Sans"/>
                <a:sym typeface="P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4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4"/>
          <p:cNvSpPr/>
          <p:nvPr/>
        </p:nvSpPr>
        <p:spPr>
          <a:xfrm>
            <a:off x="2382" y="2057408"/>
            <a:ext cx="2253376" cy="4832985"/>
          </a:xfrm>
          <a:custGeom>
            <a:rect b="b" l="l" r="r" t="t"/>
            <a:pathLst>
              <a:path extrusionOk="0" h="5155184" w="2403602">
                <a:moveTo>
                  <a:pt x="0" y="5155184"/>
                </a:moveTo>
                <a:lnTo>
                  <a:pt x="2403602" y="5155184"/>
                </a:lnTo>
                <a:lnTo>
                  <a:pt x="0" y="0"/>
                </a:lnTo>
                <a:close/>
              </a:path>
            </a:pathLst>
          </a:custGeom>
          <a:solidFill>
            <a:srgbClr val="BC0A80"/>
          </a:solidFill>
          <a:ln>
            <a:noFill/>
          </a:ln>
        </p:spPr>
      </p:sp>
      <p:sp>
        <p:nvSpPr>
          <p:cNvPr id="129" name="Google Shape;129;p24"/>
          <p:cNvSpPr/>
          <p:nvPr/>
        </p:nvSpPr>
        <p:spPr>
          <a:xfrm>
            <a:off x="452438" y="265443"/>
            <a:ext cx="2446713" cy="870751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  <p:sp>
        <p:nvSpPr>
          <p:cNvPr id="130" name="Google Shape;130;p24"/>
          <p:cNvSpPr/>
          <p:nvPr/>
        </p:nvSpPr>
        <p:spPr>
          <a:xfrm>
            <a:off x="8112464" y="0"/>
            <a:ext cx="2286021" cy="1112527"/>
          </a:xfrm>
          <a:custGeom>
            <a:rect b="b" l="l" r="r" t="t"/>
            <a:pathLst>
              <a:path extrusionOk="0" h="1402080" w="2880995">
                <a:moveTo>
                  <a:pt x="0" y="0"/>
                </a:moveTo>
                <a:cubicBezTo>
                  <a:pt x="0" y="774446"/>
                  <a:pt x="644906" y="1402080"/>
                  <a:pt x="1440434" y="1402080"/>
                </a:cubicBezTo>
                <a:cubicBezTo>
                  <a:pt x="2235962" y="1402080"/>
                  <a:pt x="2880995" y="774446"/>
                  <a:pt x="2880995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4"/>
          <p:cNvSpPr/>
          <p:nvPr/>
        </p:nvSpPr>
        <p:spPr>
          <a:xfrm>
            <a:off x="8112464" y="5542490"/>
            <a:ext cx="3071843" cy="1314428"/>
          </a:xfrm>
          <a:custGeom>
            <a:rect b="b" l="l" r="r" t="t"/>
            <a:pathLst>
              <a:path extrusionOk="0" h="1550289" w="3623056">
                <a:moveTo>
                  <a:pt x="0" y="1550289"/>
                </a:moveTo>
                <a:lnTo>
                  <a:pt x="3623056" y="1550289"/>
                </a:lnTo>
                <a:lnTo>
                  <a:pt x="3623056" y="0"/>
                </a:lnTo>
                <a:lnTo>
                  <a:pt x="0" y="0"/>
                </a:lnTo>
                <a:close/>
              </a:path>
            </a:pathLst>
          </a:custGeom>
          <a:solidFill>
            <a:srgbClr val="D5D900"/>
          </a:solidFill>
          <a:ln>
            <a:noFill/>
          </a:ln>
        </p:spPr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1666875" y="2571750"/>
            <a:ext cx="4572001" cy="3171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1"/>
              </a:buClr>
              <a:buSzPts val="2625"/>
              <a:buNone/>
              <a:defRPr b="1" sz="2625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33" name="Google Shape;133;p24"/>
          <p:cNvSpPr txBox="1"/>
          <p:nvPr>
            <p:ph idx="2" type="body"/>
          </p:nvPr>
        </p:nvSpPr>
        <p:spPr>
          <a:xfrm>
            <a:off x="6314954" y="2574214"/>
            <a:ext cx="4572001" cy="3171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2"/>
              </a:buClr>
              <a:buSzPts val="2625"/>
              <a:buNone/>
              <a:defRPr b="1" sz="2625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es columnas con título">
  <p:cSld name="Tres columnas con título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577150" y="1163675"/>
            <a:ext cx="10287000" cy="1071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63"/>
              <a:buFont typeface="PT Sans"/>
              <a:buNone/>
              <a:defRPr sz="5063">
                <a:latin typeface="PT Sans"/>
                <a:ea typeface="PT Sans"/>
                <a:cs typeface="PT Sans"/>
                <a:sym typeface="P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5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5"/>
          <p:cNvSpPr/>
          <p:nvPr/>
        </p:nvSpPr>
        <p:spPr>
          <a:xfrm>
            <a:off x="2382" y="2057408"/>
            <a:ext cx="2253376" cy="4832985"/>
          </a:xfrm>
          <a:custGeom>
            <a:rect b="b" l="l" r="r" t="t"/>
            <a:pathLst>
              <a:path extrusionOk="0" h="5155184" w="2403602">
                <a:moveTo>
                  <a:pt x="0" y="5155184"/>
                </a:moveTo>
                <a:lnTo>
                  <a:pt x="2403602" y="5155184"/>
                </a:lnTo>
                <a:lnTo>
                  <a:pt x="0" y="0"/>
                </a:lnTo>
                <a:close/>
              </a:path>
            </a:pathLst>
          </a:custGeom>
          <a:solidFill>
            <a:srgbClr val="BC0A80"/>
          </a:solidFill>
          <a:ln>
            <a:noFill/>
          </a:ln>
        </p:spPr>
      </p:sp>
      <p:sp>
        <p:nvSpPr>
          <p:cNvPr id="138" name="Google Shape;138;p25"/>
          <p:cNvSpPr/>
          <p:nvPr/>
        </p:nvSpPr>
        <p:spPr>
          <a:xfrm>
            <a:off x="452438" y="265443"/>
            <a:ext cx="2446713" cy="870751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  <p:sp>
        <p:nvSpPr>
          <p:cNvPr id="139" name="Google Shape;139;p25"/>
          <p:cNvSpPr/>
          <p:nvPr/>
        </p:nvSpPr>
        <p:spPr>
          <a:xfrm>
            <a:off x="8112464" y="0"/>
            <a:ext cx="2286021" cy="1112527"/>
          </a:xfrm>
          <a:custGeom>
            <a:rect b="b" l="l" r="r" t="t"/>
            <a:pathLst>
              <a:path extrusionOk="0" h="1402080" w="2880995">
                <a:moveTo>
                  <a:pt x="0" y="0"/>
                </a:moveTo>
                <a:cubicBezTo>
                  <a:pt x="0" y="774446"/>
                  <a:pt x="644906" y="1402080"/>
                  <a:pt x="1440434" y="1402080"/>
                </a:cubicBezTo>
                <a:cubicBezTo>
                  <a:pt x="2235962" y="1402080"/>
                  <a:pt x="2880995" y="774446"/>
                  <a:pt x="2880995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5"/>
          <p:cNvSpPr/>
          <p:nvPr/>
        </p:nvSpPr>
        <p:spPr>
          <a:xfrm>
            <a:off x="8112464" y="5542490"/>
            <a:ext cx="3071843" cy="1314428"/>
          </a:xfrm>
          <a:custGeom>
            <a:rect b="b" l="l" r="r" t="t"/>
            <a:pathLst>
              <a:path extrusionOk="0" h="1550289" w="3623056">
                <a:moveTo>
                  <a:pt x="0" y="1550289"/>
                </a:moveTo>
                <a:lnTo>
                  <a:pt x="3623056" y="1550289"/>
                </a:lnTo>
                <a:lnTo>
                  <a:pt x="3623056" y="0"/>
                </a:lnTo>
                <a:lnTo>
                  <a:pt x="0" y="0"/>
                </a:lnTo>
                <a:close/>
              </a:path>
            </a:pathLst>
          </a:custGeom>
          <a:solidFill>
            <a:srgbClr val="D5D900"/>
          </a:solidFill>
          <a:ln>
            <a:noFill/>
          </a:ln>
        </p:spPr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1666875" y="2571750"/>
            <a:ext cx="2928938" cy="3171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1"/>
              </a:buClr>
              <a:buSzPts val="2625"/>
              <a:buNone/>
              <a:defRPr b="1" sz="2625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42" name="Google Shape;142;p25"/>
          <p:cNvSpPr txBox="1"/>
          <p:nvPr>
            <p:ph idx="2" type="body"/>
          </p:nvPr>
        </p:nvSpPr>
        <p:spPr>
          <a:xfrm>
            <a:off x="4695391" y="2574214"/>
            <a:ext cx="2928938" cy="3171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2"/>
              </a:buClr>
              <a:buSzPts val="2625"/>
              <a:buNone/>
              <a:defRPr b="1" sz="2625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43" name="Google Shape;143;p25"/>
          <p:cNvSpPr txBox="1"/>
          <p:nvPr>
            <p:ph idx="3" type="body"/>
          </p:nvPr>
        </p:nvSpPr>
        <p:spPr>
          <a:xfrm>
            <a:off x="7723907" y="2573373"/>
            <a:ext cx="2928938" cy="3171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3"/>
              </a:buClr>
              <a:buSzPts val="2625"/>
              <a:buNone/>
              <a:defRPr b="1" sz="2625">
                <a:solidFill>
                  <a:schemeClr val="accent3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columnas">
  <p:cSld name="Dos columnas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6"/>
          <p:cNvSpPr/>
          <p:nvPr/>
        </p:nvSpPr>
        <p:spPr>
          <a:xfrm>
            <a:off x="2382" y="2057408"/>
            <a:ext cx="2253376" cy="4832985"/>
          </a:xfrm>
          <a:custGeom>
            <a:rect b="b" l="l" r="r" t="t"/>
            <a:pathLst>
              <a:path extrusionOk="0" h="5155184" w="2403602">
                <a:moveTo>
                  <a:pt x="0" y="5155184"/>
                </a:moveTo>
                <a:lnTo>
                  <a:pt x="2403602" y="5155184"/>
                </a:lnTo>
                <a:lnTo>
                  <a:pt x="0" y="0"/>
                </a:lnTo>
                <a:close/>
              </a:path>
            </a:pathLst>
          </a:custGeom>
          <a:solidFill>
            <a:srgbClr val="BC0A80"/>
          </a:solidFill>
          <a:ln>
            <a:noFill/>
          </a:ln>
        </p:spPr>
      </p:sp>
      <p:sp>
        <p:nvSpPr>
          <p:cNvPr id="147" name="Google Shape;147;p26"/>
          <p:cNvSpPr/>
          <p:nvPr/>
        </p:nvSpPr>
        <p:spPr>
          <a:xfrm>
            <a:off x="452438" y="265443"/>
            <a:ext cx="2446713" cy="870751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  <p:sp>
        <p:nvSpPr>
          <p:cNvPr id="148" name="Google Shape;148;p26"/>
          <p:cNvSpPr/>
          <p:nvPr/>
        </p:nvSpPr>
        <p:spPr>
          <a:xfrm>
            <a:off x="8112464" y="0"/>
            <a:ext cx="2286021" cy="1112527"/>
          </a:xfrm>
          <a:custGeom>
            <a:rect b="b" l="l" r="r" t="t"/>
            <a:pathLst>
              <a:path extrusionOk="0" h="1402080" w="2880995">
                <a:moveTo>
                  <a:pt x="0" y="0"/>
                </a:moveTo>
                <a:cubicBezTo>
                  <a:pt x="0" y="774446"/>
                  <a:pt x="644906" y="1402080"/>
                  <a:pt x="1440434" y="1402080"/>
                </a:cubicBezTo>
                <a:cubicBezTo>
                  <a:pt x="2235962" y="1402080"/>
                  <a:pt x="2880995" y="774446"/>
                  <a:pt x="2880995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6"/>
          <p:cNvSpPr/>
          <p:nvPr/>
        </p:nvSpPr>
        <p:spPr>
          <a:xfrm>
            <a:off x="8112464" y="5542490"/>
            <a:ext cx="3071843" cy="1314428"/>
          </a:xfrm>
          <a:custGeom>
            <a:rect b="b" l="l" r="r" t="t"/>
            <a:pathLst>
              <a:path extrusionOk="0" h="1550289" w="3623056">
                <a:moveTo>
                  <a:pt x="0" y="1550289"/>
                </a:moveTo>
                <a:lnTo>
                  <a:pt x="3623056" y="1550289"/>
                </a:lnTo>
                <a:lnTo>
                  <a:pt x="3623056" y="0"/>
                </a:lnTo>
                <a:lnTo>
                  <a:pt x="0" y="0"/>
                </a:lnTo>
                <a:close/>
              </a:path>
            </a:pathLst>
          </a:custGeom>
          <a:solidFill>
            <a:srgbClr val="D5D900"/>
          </a:solidFill>
          <a:ln>
            <a:noFill/>
          </a:ln>
        </p:spPr>
      </p:sp>
      <p:sp>
        <p:nvSpPr>
          <p:cNvPr id="150" name="Google Shape;150;p26"/>
          <p:cNvSpPr txBox="1"/>
          <p:nvPr>
            <p:ph idx="1" type="body"/>
          </p:nvPr>
        </p:nvSpPr>
        <p:spPr>
          <a:xfrm>
            <a:off x="1873081" y="1350371"/>
            <a:ext cx="4242953" cy="4388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2"/>
              </a:buClr>
              <a:buSzPts val="2625"/>
              <a:buNone/>
              <a:defRPr b="1" sz="2625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51" name="Google Shape;151;p26"/>
          <p:cNvSpPr txBox="1"/>
          <p:nvPr>
            <p:ph idx="2" type="body"/>
          </p:nvPr>
        </p:nvSpPr>
        <p:spPr>
          <a:xfrm>
            <a:off x="6409892" y="1356472"/>
            <a:ext cx="4242953" cy="4388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3"/>
              </a:buClr>
              <a:buSzPts val="2625"/>
              <a:buNone/>
              <a:defRPr b="1" sz="2625">
                <a:solidFill>
                  <a:schemeClr val="accent3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columnas_2">
  <p:cSld name="Dos columnas_2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7"/>
          <p:cNvSpPr/>
          <p:nvPr/>
        </p:nvSpPr>
        <p:spPr>
          <a:xfrm>
            <a:off x="452438" y="265443"/>
            <a:ext cx="2446713" cy="870751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1873081" y="1350371"/>
            <a:ext cx="4242953" cy="4388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2"/>
              </a:buClr>
              <a:buSzPts val="2625"/>
              <a:buNone/>
              <a:defRPr b="1" sz="2625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56" name="Google Shape;156;p27"/>
          <p:cNvSpPr txBox="1"/>
          <p:nvPr>
            <p:ph idx="2" type="body"/>
          </p:nvPr>
        </p:nvSpPr>
        <p:spPr>
          <a:xfrm>
            <a:off x="6409892" y="1356472"/>
            <a:ext cx="4242953" cy="4388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3"/>
              </a:buClr>
              <a:buSzPts val="2625"/>
              <a:buNone/>
              <a:defRPr b="1" sz="2625">
                <a:solidFill>
                  <a:schemeClr val="accent3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57" name="Google Shape;157;p27"/>
          <p:cNvSpPr/>
          <p:nvPr/>
        </p:nvSpPr>
        <p:spPr>
          <a:xfrm>
            <a:off x="-47625" y="2162865"/>
            <a:ext cx="1340893" cy="4695177"/>
          </a:xfrm>
          <a:custGeom>
            <a:rect b="b" l="l" r="r" t="t"/>
            <a:pathLst>
              <a:path extrusionOk="0" h="5811266" w="1659636">
                <a:moveTo>
                  <a:pt x="0" y="0"/>
                </a:moveTo>
                <a:lnTo>
                  <a:pt x="0" y="5748528"/>
                </a:lnTo>
                <a:lnTo>
                  <a:pt x="29210" y="5811266"/>
                </a:lnTo>
                <a:lnTo>
                  <a:pt x="1659636" y="2314956"/>
                </a:lnTo>
                <a:lnTo>
                  <a:pt x="580263" y="0"/>
                </a:lnTo>
                <a:close/>
              </a:path>
            </a:pathLst>
          </a:custGeom>
          <a:solidFill>
            <a:srgbClr val="64257E"/>
          </a:solidFill>
          <a:ln>
            <a:noFill/>
          </a:ln>
        </p:spPr>
      </p:sp>
      <p:sp>
        <p:nvSpPr>
          <p:cNvPr id="158" name="Google Shape;158;p27"/>
          <p:cNvSpPr/>
          <p:nvPr/>
        </p:nvSpPr>
        <p:spPr>
          <a:xfrm>
            <a:off x="10195312" y="0"/>
            <a:ext cx="1996665" cy="4282279"/>
          </a:xfrm>
          <a:custGeom>
            <a:rect b="b" l="l" r="r" t="t"/>
            <a:pathLst>
              <a:path extrusionOk="0" h="5300218" w="2471293">
                <a:moveTo>
                  <a:pt x="0" y="0"/>
                </a:moveTo>
                <a:lnTo>
                  <a:pt x="2471293" y="5300218"/>
                </a:lnTo>
                <a:lnTo>
                  <a:pt x="2471293" y="0"/>
                </a:lnTo>
                <a:close/>
              </a:path>
            </a:pathLst>
          </a:custGeom>
          <a:solidFill>
            <a:srgbClr val="52AE32"/>
          </a:solidFill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es columnas">
  <p:cSld name="Tres columnas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8"/>
          <p:cNvSpPr/>
          <p:nvPr/>
        </p:nvSpPr>
        <p:spPr>
          <a:xfrm>
            <a:off x="2382" y="2057408"/>
            <a:ext cx="2253376" cy="4832985"/>
          </a:xfrm>
          <a:custGeom>
            <a:rect b="b" l="l" r="r" t="t"/>
            <a:pathLst>
              <a:path extrusionOk="0" h="5155184" w="2403602">
                <a:moveTo>
                  <a:pt x="0" y="5155184"/>
                </a:moveTo>
                <a:lnTo>
                  <a:pt x="2403602" y="5155184"/>
                </a:lnTo>
                <a:lnTo>
                  <a:pt x="0" y="0"/>
                </a:lnTo>
                <a:close/>
              </a:path>
            </a:pathLst>
          </a:custGeom>
          <a:solidFill>
            <a:srgbClr val="BC0A80"/>
          </a:solidFill>
          <a:ln>
            <a:noFill/>
          </a:ln>
        </p:spPr>
      </p:sp>
      <p:sp>
        <p:nvSpPr>
          <p:cNvPr id="162" name="Google Shape;162;p28"/>
          <p:cNvSpPr/>
          <p:nvPr/>
        </p:nvSpPr>
        <p:spPr>
          <a:xfrm>
            <a:off x="452438" y="265443"/>
            <a:ext cx="2446713" cy="870751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  <p:sp>
        <p:nvSpPr>
          <p:cNvPr id="163" name="Google Shape;163;p28"/>
          <p:cNvSpPr/>
          <p:nvPr/>
        </p:nvSpPr>
        <p:spPr>
          <a:xfrm>
            <a:off x="8112464" y="0"/>
            <a:ext cx="2286021" cy="1112527"/>
          </a:xfrm>
          <a:custGeom>
            <a:rect b="b" l="l" r="r" t="t"/>
            <a:pathLst>
              <a:path extrusionOk="0" h="1402080" w="2880995">
                <a:moveTo>
                  <a:pt x="0" y="0"/>
                </a:moveTo>
                <a:cubicBezTo>
                  <a:pt x="0" y="774446"/>
                  <a:pt x="644906" y="1402080"/>
                  <a:pt x="1440434" y="1402080"/>
                </a:cubicBezTo>
                <a:cubicBezTo>
                  <a:pt x="2235962" y="1402080"/>
                  <a:pt x="2880995" y="774446"/>
                  <a:pt x="2880995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8"/>
          <p:cNvSpPr/>
          <p:nvPr/>
        </p:nvSpPr>
        <p:spPr>
          <a:xfrm>
            <a:off x="8112464" y="5542490"/>
            <a:ext cx="3071843" cy="1314428"/>
          </a:xfrm>
          <a:custGeom>
            <a:rect b="b" l="l" r="r" t="t"/>
            <a:pathLst>
              <a:path extrusionOk="0" h="1550289" w="3623056">
                <a:moveTo>
                  <a:pt x="0" y="1550289"/>
                </a:moveTo>
                <a:lnTo>
                  <a:pt x="3623056" y="1550289"/>
                </a:lnTo>
                <a:lnTo>
                  <a:pt x="3623056" y="0"/>
                </a:lnTo>
                <a:lnTo>
                  <a:pt x="0" y="0"/>
                </a:lnTo>
                <a:close/>
              </a:path>
            </a:pathLst>
          </a:custGeom>
          <a:solidFill>
            <a:srgbClr val="D5D900"/>
          </a:solidFill>
          <a:ln>
            <a:noFill/>
          </a:ln>
        </p:spPr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1666875" y="1354849"/>
            <a:ext cx="2928938" cy="4388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1"/>
              </a:buClr>
              <a:buSzPts val="2625"/>
              <a:buNone/>
              <a:defRPr b="1" sz="2625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66" name="Google Shape;166;p28"/>
          <p:cNvSpPr txBox="1"/>
          <p:nvPr>
            <p:ph idx="2" type="body"/>
          </p:nvPr>
        </p:nvSpPr>
        <p:spPr>
          <a:xfrm>
            <a:off x="4695391" y="1357313"/>
            <a:ext cx="2928938" cy="4388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2"/>
              </a:buClr>
              <a:buSzPts val="2625"/>
              <a:buNone/>
              <a:defRPr b="1" sz="2625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67" name="Google Shape;167;p28"/>
          <p:cNvSpPr txBox="1"/>
          <p:nvPr>
            <p:ph idx="3" type="body"/>
          </p:nvPr>
        </p:nvSpPr>
        <p:spPr>
          <a:xfrm>
            <a:off x="7723907" y="1356472"/>
            <a:ext cx="2928938" cy="4388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3"/>
              </a:buClr>
              <a:buSzPts val="2625"/>
              <a:buNone/>
              <a:defRPr b="1" sz="2625">
                <a:solidFill>
                  <a:schemeClr val="accent3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atro elementos">
  <p:cSld name="Cuatro elementos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9"/>
          <p:cNvSpPr/>
          <p:nvPr/>
        </p:nvSpPr>
        <p:spPr>
          <a:xfrm>
            <a:off x="452438" y="265443"/>
            <a:ext cx="2446713" cy="870751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  <p:sp>
        <p:nvSpPr>
          <p:cNvPr id="171" name="Google Shape;171;p29"/>
          <p:cNvSpPr txBox="1"/>
          <p:nvPr>
            <p:ph idx="1" type="body"/>
          </p:nvPr>
        </p:nvSpPr>
        <p:spPr>
          <a:xfrm>
            <a:off x="1648579" y="1354849"/>
            <a:ext cx="4677293" cy="2574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1"/>
              </a:buClr>
              <a:buSzPts val="2625"/>
              <a:buNone/>
              <a:defRPr b="1" sz="2625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72" name="Google Shape;172;p29"/>
          <p:cNvSpPr txBox="1"/>
          <p:nvPr>
            <p:ph idx="2" type="body"/>
          </p:nvPr>
        </p:nvSpPr>
        <p:spPr>
          <a:xfrm>
            <a:off x="6479800" y="1354849"/>
            <a:ext cx="4677293" cy="2574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2"/>
              </a:buClr>
              <a:buSzPts val="2625"/>
              <a:buNone/>
              <a:defRPr b="1" sz="2625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73" name="Google Shape;173;p29"/>
          <p:cNvSpPr txBox="1"/>
          <p:nvPr>
            <p:ph idx="3" type="body"/>
          </p:nvPr>
        </p:nvSpPr>
        <p:spPr>
          <a:xfrm>
            <a:off x="1648579" y="4070494"/>
            <a:ext cx="4677293" cy="2574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1"/>
              </a:buClr>
              <a:buSzPts val="2625"/>
              <a:buNone/>
              <a:defRPr b="1" sz="2625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74" name="Google Shape;174;p29"/>
          <p:cNvSpPr txBox="1"/>
          <p:nvPr>
            <p:ph idx="4" type="body"/>
          </p:nvPr>
        </p:nvSpPr>
        <p:spPr>
          <a:xfrm>
            <a:off x="6479800" y="4070494"/>
            <a:ext cx="4677293" cy="2574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2"/>
              </a:buClr>
              <a:buSzPts val="2625"/>
              <a:buNone/>
              <a:defRPr b="1" sz="2625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75" name="Google Shape;175;p29"/>
          <p:cNvSpPr/>
          <p:nvPr/>
        </p:nvSpPr>
        <p:spPr>
          <a:xfrm>
            <a:off x="-47625" y="2162865"/>
            <a:ext cx="1340893" cy="4695177"/>
          </a:xfrm>
          <a:custGeom>
            <a:rect b="b" l="l" r="r" t="t"/>
            <a:pathLst>
              <a:path extrusionOk="0" h="5811266" w="1659636">
                <a:moveTo>
                  <a:pt x="0" y="0"/>
                </a:moveTo>
                <a:lnTo>
                  <a:pt x="0" y="5748528"/>
                </a:lnTo>
                <a:lnTo>
                  <a:pt x="29210" y="5811266"/>
                </a:lnTo>
                <a:lnTo>
                  <a:pt x="1659636" y="2314956"/>
                </a:lnTo>
                <a:lnTo>
                  <a:pt x="580263" y="0"/>
                </a:lnTo>
                <a:close/>
              </a:path>
            </a:pathLst>
          </a:custGeom>
          <a:solidFill>
            <a:srgbClr val="64257E"/>
          </a:solidFill>
          <a:ln>
            <a:noFill/>
          </a:ln>
        </p:spPr>
      </p:sp>
      <p:sp>
        <p:nvSpPr>
          <p:cNvPr id="176" name="Google Shape;176;p29"/>
          <p:cNvSpPr/>
          <p:nvPr/>
        </p:nvSpPr>
        <p:spPr>
          <a:xfrm>
            <a:off x="10195312" y="0"/>
            <a:ext cx="1996665" cy="4282279"/>
          </a:xfrm>
          <a:custGeom>
            <a:rect b="b" l="l" r="r" t="t"/>
            <a:pathLst>
              <a:path extrusionOk="0" h="5300218" w="2471293">
                <a:moveTo>
                  <a:pt x="0" y="0"/>
                </a:moveTo>
                <a:lnTo>
                  <a:pt x="2471293" y="5300218"/>
                </a:lnTo>
                <a:lnTo>
                  <a:pt x="2471293" y="0"/>
                </a:lnTo>
                <a:close/>
              </a:path>
            </a:pathLst>
          </a:custGeom>
          <a:solidFill>
            <a:srgbClr val="52AE32"/>
          </a:solidFill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type="title"/>
          </p:nvPr>
        </p:nvSpPr>
        <p:spPr>
          <a:xfrm>
            <a:off x="571500" y="257473"/>
            <a:ext cx="10287000" cy="1071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0"/>
          <p:cNvSpPr txBox="1"/>
          <p:nvPr>
            <p:ph idx="1" type="body"/>
          </p:nvPr>
        </p:nvSpPr>
        <p:spPr>
          <a:xfrm>
            <a:off x="571500" y="1500189"/>
            <a:ext cx="5048250" cy="4243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0850" lvl="0" marL="4572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Char char="•"/>
              <a:defRPr sz="3500"/>
            </a:lvl1pPr>
            <a:lvl2pPr indent="-4191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indent="-387350" lvl="2" marL="1371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3pPr>
            <a:lvl4pPr indent="-371475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–"/>
              <a:defRPr sz="2250"/>
            </a:lvl4pPr>
            <a:lvl5pPr indent="-371475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»"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80" name="Google Shape;180;p30"/>
          <p:cNvSpPr txBox="1"/>
          <p:nvPr>
            <p:ph idx="2" type="body"/>
          </p:nvPr>
        </p:nvSpPr>
        <p:spPr>
          <a:xfrm>
            <a:off x="5810250" y="1500189"/>
            <a:ext cx="5048250" cy="4243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0850" lvl="0" marL="4572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Char char="•"/>
              <a:defRPr sz="3500"/>
            </a:lvl1pPr>
            <a:lvl2pPr indent="-4191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indent="-387350" lvl="2" marL="1371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3pPr>
            <a:lvl4pPr indent="-371475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–"/>
              <a:defRPr sz="2250"/>
            </a:lvl4pPr>
            <a:lvl5pPr indent="-371475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»"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81" name="Google Shape;181;p30"/>
          <p:cNvSpPr txBox="1"/>
          <p:nvPr>
            <p:ph idx="10" type="dt"/>
          </p:nvPr>
        </p:nvSpPr>
        <p:spPr>
          <a:xfrm>
            <a:off x="57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0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0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type="title"/>
          </p:nvPr>
        </p:nvSpPr>
        <p:spPr>
          <a:xfrm>
            <a:off x="902891" y="4131470"/>
            <a:ext cx="9715500" cy="1276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T Serif"/>
              <a:buNone/>
              <a:defRPr b="1" sz="5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31"/>
          <p:cNvSpPr txBox="1"/>
          <p:nvPr>
            <p:ph idx="1" type="body"/>
          </p:nvPr>
        </p:nvSpPr>
        <p:spPr>
          <a:xfrm>
            <a:off x="902891" y="2725045"/>
            <a:ext cx="9715500" cy="1406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rgbClr val="888888"/>
              </a:buClr>
              <a:buSzPts val="2250"/>
              <a:buNone/>
              <a:defRPr sz="22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Clr>
                <a:srgbClr val="888888"/>
              </a:buClr>
              <a:buSzPts val="1750"/>
              <a:buNone/>
              <a:defRPr sz="17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Clr>
                <a:srgbClr val="888888"/>
              </a:buClr>
              <a:buSzPts val="1750"/>
              <a:buNone/>
              <a:defRPr sz="17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50"/>
              </a:spcBef>
              <a:spcAft>
                <a:spcPts val="0"/>
              </a:spcAft>
              <a:buClr>
                <a:srgbClr val="888888"/>
              </a:buClr>
              <a:buSzPts val="1750"/>
              <a:buNone/>
              <a:defRPr sz="17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50"/>
              </a:spcBef>
              <a:spcAft>
                <a:spcPts val="0"/>
              </a:spcAft>
              <a:buClr>
                <a:srgbClr val="888888"/>
              </a:buClr>
              <a:buSzPts val="1750"/>
              <a:buNone/>
              <a:defRPr sz="17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50"/>
              </a:spcBef>
              <a:spcAft>
                <a:spcPts val="0"/>
              </a:spcAft>
              <a:buClr>
                <a:srgbClr val="888888"/>
              </a:buClr>
              <a:buSzPts val="1750"/>
              <a:buNone/>
              <a:defRPr sz="17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50"/>
              </a:spcBef>
              <a:spcAft>
                <a:spcPts val="0"/>
              </a:spcAft>
              <a:buClr>
                <a:srgbClr val="888888"/>
              </a:buClr>
              <a:buSzPts val="1750"/>
              <a:buNone/>
              <a:defRPr sz="17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7" name="Google Shape;187;p31"/>
          <p:cNvSpPr txBox="1"/>
          <p:nvPr>
            <p:ph idx="10" type="dt"/>
          </p:nvPr>
        </p:nvSpPr>
        <p:spPr>
          <a:xfrm>
            <a:off x="57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1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31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>
            <p:ph type="title"/>
          </p:nvPr>
        </p:nvSpPr>
        <p:spPr>
          <a:xfrm>
            <a:off x="571500" y="257473"/>
            <a:ext cx="10287000" cy="1071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T Serif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2"/>
          <p:cNvSpPr txBox="1"/>
          <p:nvPr>
            <p:ph idx="1" type="body"/>
          </p:nvPr>
        </p:nvSpPr>
        <p:spPr>
          <a:xfrm>
            <a:off x="571500" y="1439168"/>
            <a:ext cx="5050235" cy="59977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/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b="1" sz="225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8pPr>
            <a:lvl9pPr indent="-228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9pPr>
          </a:lstStyle>
          <a:p/>
        </p:txBody>
      </p:sp>
      <p:sp>
        <p:nvSpPr>
          <p:cNvPr id="193" name="Google Shape;193;p32"/>
          <p:cNvSpPr txBox="1"/>
          <p:nvPr>
            <p:ph idx="2" type="body"/>
          </p:nvPr>
        </p:nvSpPr>
        <p:spPr>
          <a:xfrm>
            <a:off x="571500" y="2038945"/>
            <a:ext cx="5050235" cy="3704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indent="-387350" lvl="1" marL="914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 sz="2500"/>
            </a:lvl2pPr>
            <a:lvl3pPr indent="-371475" lvl="2" marL="1371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94" name="Google Shape;194;p32"/>
          <p:cNvSpPr txBox="1"/>
          <p:nvPr>
            <p:ph idx="3" type="body"/>
          </p:nvPr>
        </p:nvSpPr>
        <p:spPr>
          <a:xfrm>
            <a:off x="5806283" y="1439168"/>
            <a:ext cx="5052218" cy="59977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/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b="1" sz="225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8pPr>
            <a:lvl9pPr indent="-228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9pPr>
          </a:lstStyle>
          <a:p/>
        </p:txBody>
      </p:sp>
      <p:sp>
        <p:nvSpPr>
          <p:cNvPr id="195" name="Google Shape;195;p32"/>
          <p:cNvSpPr txBox="1"/>
          <p:nvPr>
            <p:ph idx="4" type="body"/>
          </p:nvPr>
        </p:nvSpPr>
        <p:spPr>
          <a:xfrm>
            <a:off x="5806283" y="2038945"/>
            <a:ext cx="5052218" cy="3704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indent="-387350" lvl="1" marL="914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 sz="2500"/>
            </a:lvl2pPr>
            <a:lvl3pPr indent="-371475" lvl="2" marL="1371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96" name="Google Shape;196;p32"/>
          <p:cNvSpPr txBox="1"/>
          <p:nvPr>
            <p:ph idx="10" type="dt"/>
          </p:nvPr>
        </p:nvSpPr>
        <p:spPr>
          <a:xfrm>
            <a:off x="57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32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32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idx="10" type="dt"/>
          </p:nvPr>
        </p:nvSpPr>
        <p:spPr>
          <a:xfrm>
            <a:off x="57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4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4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 y subtítulo" type="picTx">
  <p:cSld name="PICTURE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5"/>
          <p:cNvSpPr txBox="1"/>
          <p:nvPr>
            <p:ph type="title"/>
          </p:nvPr>
        </p:nvSpPr>
        <p:spPr>
          <a:xfrm>
            <a:off x="5768588" y="250149"/>
            <a:ext cx="6164632" cy="15214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25"/>
              <a:buFont typeface="PT Serif"/>
              <a:buNone/>
              <a:defRPr b="1" sz="412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35"/>
          <p:cNvSpPr/>
          <p:nvPr>
            <p:ph idx="2" type="pic"/>
          </p:nvPr>
        </p:nvSpPr>
        <p:spPr>
          <a:xfrm>
            <a:off x="2359968" y="2543355"/>
            <a:ext cx="8498440" cy="4314646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35"/>
          <p:cNvSpPr txBox="1"/>
          <p:nvPr>
            <p:ph idx="1" type="body"/>
          </p:nvPr>
        </p:nvSpPr>
        <p:spPr>
          <a:xfrm>
            <a:off x="4371462" y="2007401"/>
            <a:ext cx="7561757" cy="3835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 sz="175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250"/>
              <a:buNone/>
              <a:defRPr sz="1250"/>
            </a:lvl3pPr>
            <a:lvl4pPr indent="-228600" lvl="3" marL="18288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4pPr>
            <a:lvl5pPr indent="-228600" lvl="4" marL="22860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5pPr>
            <a:lvl6pPr indent="-228600" lvl="5" marL="27432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6pPr>
            <a:lvl7pPr indent="-228600" lvl="6" marL="32004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7pPr>
            <a:lvl8pPr indent="-228600" lvl="7" marL="36576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8pPr>
            <a:lvl9pPr indent="-228600" lvl="8" marL="41148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9pPr>
          </a:lstStyle>
          <a:p/>
        </p:txBody>
      </p:sp>
      <p:sp>
        <p:nvSpPr>
          <p:cNvPr id="208" name="Google Shape;208;p35"/>
          <p:cNvSpPr/>
          <p:nvPr/>
        </p:nvSpPr>
        <p:spPr>
          <a:xfrm>
            <a:off x="603124" y="368990"/>
            <a:ext cx="1756870" cy="1521440"/>
          </a:xfrm>
          <a:custGeom>
            <a:rect b="b" l="l" r="r" t="t"/>
            <a:pathLst>
              <a:path extrusionOk="0" h="1217152" w="1405496">
                <a:moveTo>
                  <a:pt x="0" y="0"/>
                </a:moveTo>
                <a:lnTo>
                  <a:pt x="1405496" y="0"/>
                </a:lnTo>
                <a:lnTo>
                  <a:pt x="1405496" y="1217153"/>
                </a:lnTo>
                <a:lnTo>
                  <a:pt x="0" y="1217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35"/>
          <p:cNvSpPr/>
          <p:nvPr/>
        </p:nvSpPr>
        <p:spPr>
          <a:xfrm>
            <a:off x="2974336" y="-122464"/>
            <a:ext cx="2794252" cy="1397125"/>
          </a:xfrm>
          <a:custGeom>
            <a:rect b="b" l="l" r="r" t="t"/>
            <a:pathLst>
              <a:path extrusionOk="0" h="1862836" w="3725672">
                <a:moveTo>
                  <a:pt x="0" y="0"/>
                </a:moveTo>
                <a:cubicBezTo>
                  <a:pt x="0" y="1028827"/>
                  <a:pt x="834009" y="1862836"/>
                  <a:pt x="1862836" y="1862836"/>
                </a:cubicBezTo>
                <a:cubicBezTo>
                  <a:pt x="2891663" y="1862836"/>
                  <a:pt x="3725672" y="1028827"/>
                  <a:pt x="3725672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5"/>
          <p:cNvSpPr/>
          <p:nvPr/>
        </p:nvSpPr>
        <p:spPr>
          <a:xfrm>
            <a:off x="452438" y="3965679"/>
            <a:ext cx="1849497" cy="2892355"/>
          </a:xfrm>
          <a:custGeom>
            <a:rect b="b" l="l" r="r" t="t"/>
            <a:pathLst>
              <a:path extrusionOk="0" h="5413121" w="3461385">
                <a:moveTo>
                  <a:pt x="0" y="5413121"/>
                </a:moveTo>
                <a:lnTo>
                  <a:pt x="3461385" y="5413121"/>
                </a:lnTo>
                <a:lnTo>
                  <a:pt x="3461385" y="0"/>
                </a:lnTo>
                <a:lnTo>
                  <a:pt x="0" y="0"/>
                </a:lnTo>
                <a:close/>
              </a:path>
            </a:pathLst>
          </a:custGeom>
          <a:solidFill>
            <a:srgbClr val="2084C7"/>
          </a:solidFill>
          <a:ln>
            <a:noFill/>
          </a:ln>
        </p:spPr>
      </p:sp>
      <p:sp>
        <p:nvSpPr>
          <p:cNvPr id="211" name="Google Shape;211;p35"/>
          <p:cNvSpPr/>
          <p:nvPr/>
        </p:nvSpPr>
        <p:spPr>
          <a:xfrm>
            <a:off x="10858435" y="1810614"/>
            <a:ext cx="1333542" cy="5047403"/>
          </a:xfrm>
          <a:custGeom>
            <a:rect b="b" l="l" r="r" t="t"/>
            <a:pathLst>
              <a:path extrusionOk="0" h="7676134" w="2028063">
                <a:moveTo>
                  <a:pt x="2008124" y="0"/>
                </a:moveTo>
                <a:lnTo>
                  <a:pt x="0" y="4306570"/>
                </a:lnTo>
                <a:lnTo>
                  <a:pt x="1571371" y="7676134"/>
                </a:lnTo>
                <a:lnTo>
                  <a:pt x="2028063" y="7676134"/>
                </a:lnTo>
                <a:lnTo>
                  <a:pt x="2028063" y="42799"/>
                </a:lnTo>
                <a:lnTo>
                  <a:pt x="2008124" y="0"/>
                </a:lnTo>
                <a:close/>
              </a:path>
            </a:pathLst>
          </a:custGeom>
          <a:solidFill>
            <a:srgbClr val="FDC20B"/>
          </a:solidFill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">
  <p:cSld name="Imagen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6"/>
          <p:cNvSpPr/>
          <p:nvPr>
            <p:ph idx="2" type="pic"/>
          </p:nvPr>
        </p:nvSpPr>
        <p:spPr>
          <a:xfrm>
            <a:off x="2359968" y="1428751"/>
            <a:ext cx="9829651" cy="5429250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36"/>
          <p:cNvSpPr/>
          <p:nvPr/>
        </p:nvSpPr>
        <p:spPr>
          <a:xfrm>
            <a:off x="2382" y="2057408"/>
            <a:ext cx="2253376" cy="4832985"/>
          </a:xfrm>
          <a:custGeom>
            <a:rect b="b" l="l" r="r" t="t"/>
            <a:pathLst>
              <a:path extrusionOk="0" h="5155184" w="2403602">
                <a:moveTo>
                  <a:pt x="0" y="5155184"/>
                </a:moveTo>
                <a:lnTo>
                  <a:pt x="2403602" y="5155184"/>
                </a:lnTo>
                <a:lnTo>
                  <a:pt x="0" y="0"/>
                </a:lnTo>
                <a:close/>
              </a:path>
            </a:pathLst>
          </a:custGeom>
          <a:solidFill>
            <a:srgbClr val="BC0A80"/>
          </a:solidFill>
          <a:ln>
            <a:noFill/>
          </a:ln>
        </p:spPr>
      </p:sp>
      <p:sp>
        <p:nvSpPr>
          <p:cNvPr id="215" name="Google Shape;215;p36"/>
          <p:cNvSpPr/>
          <p:nvPr/>
        </p:nvSpPr>
        <p:spPr>
          <a:xfrm>
            <a:off x="452438" y="265443"/>
            <a:ext cx="2446713" cy="870751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  <p:sp>
        <p:nvSpPr>
          <p:cNvPr id="216" name="Google Shape;216;p36"/>
          <p:cNvSpPr/>
          <p:nvPr/>
        </p:nvSpPr>
        <p:spPr>
          <a:xfrm>
            <a:off x="8112464" y="0"/>
            <a:ext cx="2286021" cy="1112527"/>
          </a:xfrm>
          <a:custGeom>
            <a:rect b="b" l="l" r="r" t="t"/>
            <a:pathLst>
              <a:path extrusionOk="0" h="1402080" w="2880995">
                <a:moveTo>
                  <a:pt x="0" y="0"/>
                </a:moveTo>
                <a:cubicBezTo>
                  <a:pt x="0" y="774446"/>
                  <a:pt x="644906" y="1402080"/>
                  <a:pt x="1440434" y="1402080"/>
                </a:cubicBezTo>
                <a:cubicBezTo>
                  <a:pt x="2235962" y="1402080"/>
                  <a:pt x="2880995" y="774446"/>
                  <a:pt x="2880995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7"/>
          <p:cNvSpPr txBox="1"/>
          <p:nvPr>
            <p:ph type="title"/>
          </p:nvPr>
        </p:nvSpPr>
        <p:spPr>
          <a:xfrm>
            <a:off x="2240360" y="4500562"/>
            <a:ext cx="6858000" cy="5313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T Serif"/>
              <a:buNone/>
              <a:defRPr b="1" sz="2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37"/>
          <p:cNvSpPr/>
          <p:nvPr>
            <p:ph idx="2" type="pic"/>
          </p:nvPr>
        </p:nvSpPr>
        <p:spPr>
          <a:xfrm>
            <a:off x="2240360" y="574477"/>
            <a:ext cx="6858000" cy="3857625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37"/>
          <p:cNvSpPr txBox="1"/>
          <p:nvPr>
            <p:ph idx="1" type="body"/>
          </p:nvPr>
        </p:nvSpPr>
        <p:spPr>
          <a:xfrm>
            <a:off x="2240360" y="5031879"/>
            <a:ext cx="6858000" cy="7545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 sz="175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250"/>
              <a:buNone/>
              <a:defRPr sz="1250"/>
            </a:lvl3pPr>
            <a:lvl4pPr indent="-228600" lvl="3" marL="18288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4pPr>
            <a:lvl5pPr indent="-228600" lvl="4" marL="22860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5pPr>
            <a:lvl6pPr indent="-228600" lvl="5" marL="27432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6pPr>
            <a:lvl7pPr indent="-228600" lvl="6" marL="32004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7pPr>
            <a:lvl8pPr indent="-228600" lvl="7" marL="36576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8pPr>
            <a:lvl9pPr indent="-228600" lvl="8" marL="41148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9pPr>
          </a:lstStyle>
          <a:p/>
        </p:txBody>
      </p:sp>
      <p:sp>
        <p:nvSpPr>
          <p:cNvPr id="221" name="Google Shape;221;p37"/>
          <p:cNvSpPr txBox="1"/>
          <p:nvPr>
            <p:ph idx="10" type="dt"/>
          </p:nvPr>
        </p:nvSpPr>
        <p:spPr>
          <a:xfrm>
            <a:off x="57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37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37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8"/>
          <p:cNvSpPr txBox="1"/>
          <p:nvPr>
            <p:ph type="title"/>
          </p:nvPr>
        </p:nvSpPr>
        <p:spPr>
          <a:xfrm>
            <a:off x="571500" y="257473"/>
            <a:ext cx="10287000" cy="1071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8"/>
          <p:cNvSpPr txBox="1"/>
          <p:nvPr>
            <p:ph idx="1" type="body"/>
          </p:nvPr>
        </p:nvSpPr>
        <p:spPr>
          <a:xfrm rot="5400000">
            <a:off x="3593455" y="-1521766"/>
            <a:ext cx="4243090" cy="102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38"/>
          <p:cNvSpPr txBox="1"/>
          <p:nvPr>
            <p:ph idx="10" type="dt"/>
          </p:nvPr>
        </p:nvSpPr>
        <p:spPr>
          <a:xfrm>
            <a:off x="57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8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8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9"/>
          <p:cNvSpPr txBox="1"/>
          <p:nvPr>
            <p:ph type="title"/>
          </p:nvPr>
        </p:nvSpPr>
        <p:spPr>
          <a:xfrm rot="5400000">
            <a:off x="6829723" y="1714501"/>
            <a:ext cx="5485805" cy="2571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9"/>
          <p:cNvSpPr txBox="1"/>
          <p:nvPr>
            <p:ph idx="1" type="body"/>
          </p:nvPr>
        </p:nvSpPr>
        <p:spPr>
          <a:xfrm rot="5400000">
            <a:off x="1590972" y="-761999"/>
            <a:ext cx="5485805" cy="7524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" name="Google Shape;233;p39"/>
          <p:cNvSpPr txBox="1"/>
          <p:nvPr>
            <p:ph idx="10" type="dt"/>
          </p:nvPr>
        </p:nvSpPr>
        <p:spPr>
          <a:xfrm>
            <a:off x="57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39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39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571500" y="257473"/>
            <a:ext cx="10287000" cy="1071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T Serif"/>
              <a:buNone/>
              <a:defRPr b="1" i="0" sz="5500" u="none" cap="none" strike="noStrik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571500" y="1500189"/>
            <a:ext cx="10287000" cy="4243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2600" lvl="0" marL="4572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b="0" i="0" sz="40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-450850" lvl="1" marL="914400" marR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–"/>
              <a:defRPr b="0" i="0" sz="35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-38735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–"/>
              <a:defRPr b="0" i="0" sz="25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-38735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»"/>
              <a:defRPr b="0" i="0" sz="25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-38735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735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735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735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57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-scm.com/install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kerol2r20/Windows-terminal-context-menu/blob/master/icons/git-bash.ico" TargetMode="External"/><Relationship Id="rId4" Type="http://schemas.openxmlformats.org/officeDocument/2006/relationships/hyperlink" Target="https://icon-icons.com/es/buscar/iconos/git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"/>
          <p:cNvSpPr txBox="1"/>
          <p:nvPr>
            <p:ph type="ctrTitle"/>
          </p:nvPr>
        </p:nvSpPr>
        <p:spPr>
          <a:xfrm>
            <a:off x="857250" y="1997275"/>
            <a:ext cx="9715500" cy="1378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T Serif"/>
              <a:buNone/>
            </a:pPr>
            <a:r>
              <a:rPr lang="es-ES"/>
              <a:t>Git bash Terminal</a:t>
            </a:r>
            <a:endParaRPr/>
          </a:p>
        </p:txBody>
      </p:sp>
      <p:sp>
        <p:nvSpPr>
          <p:cNvPr id="241" name="Google Shape;241;p1"/>
          <p:cNvSpPr txBox="1"/>
          <p:nvPr>
            <p:ph idx="1" type="subTitle"/>
          </p:nvPr>
        </p:nvSpPr>
        <p:spPr>
          <a:xfrm>
            <a:off x="1714500" y="3643312"/>
            <a:ext cx="8001000" cy="164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s-ES"/>
              <a:t>Veremos cómo configurar git bash para que funcione en la terminal de windows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"/>
          <p:cNvSpPr txBox="1"/>
          <p:nvPr>
            <p:ph idx="1" type="body"/>
          </p:nvPr>
        </p:nvSpPr>
        <p:spPr>
          <a:xfrm>
            <a:off x="1333463" y="2428875"/>
            <a:ext cx="9364646" cy="3314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4615" lvl="0" marL="42861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https://git-scm.com/install/</a:t>
            </a:r>
            <a:endParaRPr/>
          </a:p>
          <a:p>
            <a:pPr indent="-174615" lvl="0" marL="42861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t/>
            </a:r>
            <a:endParaRPr/>
          </a:p>
        </p:txBody>
      </p:sp>
      <p:sp>
        <p:nvSpPr>
          <p:cNvPr id="247" name="Google Shape;247;p2"/>
          <p:cNvSpPr txBox="1"/>
          <p:nvPr>
            <p:ph type="title"/>
          </p:nvPr>
        </p:nvSpPr>
        <p:spPr>
          <a:xfrm>
            <a:off x="1314412" y="1100865"/>
            <a:ext cx="9364645" cy="118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T Serif"/>
              <a:buNone/>
            </a:pPr>
            <a:r>
              <a:rPr lang="es-ES"/>
              <a:t>Instala git bash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"/>
          <p:cNvSpPr txBox="1"/>
          <p:nvPr>
            <p:ph type="title"/>
          </p:nvPr>
        </p:nvSpPr>
        <p:spPr>
          <a:xfrm>
            <a:off x="1314412" y="1100865"/>
            <a:ext cx="9364645" cy="118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T Serif"/>
              <a:buNone/>
            </a:pPr>
            <a:r>
              <a:rPr lang="es-ES"/>
              <a:t>Abre la configuración de la terminal</a:t>
            </a:r>
            <a:endParaRPr/>
          </a:p>
        </p:txBody>
      </p:sp>
      <p:pic>
        <p:nvPicPr>
          <p:cNvPr id="253" name="Google Shape;25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1406" y="2543027"/>
            <a:ext cx="6934200" cy="30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"/>
          <p:cNvSpPr txBox="1"/>
          <p:nvPr>
            <p:ph idx="1" type="body"/>
          </p:nvPr>
        </p:nvSpPr>
        <p:spPr>
          <a:xfrm>
            <a:off x="1424203" y="2428875"/>
            <a:ext cx="9273906" cy="3314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4615" lvl="0" marL="42861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t/>
            </a:r>
            <a:endParaRPr/>
          </a:p>
        </p:txBody>
      </p:sp>
      <p:sp>
        <p:nvSpPr>
          <p:cNvPr id="259" name="Google Shape;259;p4"/>
          <p:cNvSpPr txBox="1"/>
          <p:nvPr>
            <p:ph type="title"/>
          </p:nvPr>
        </p:nvSpPr>
        <p:spPr>
          <a:xfrm>
            <a:off x="1405153" y="1100865"/>
            <a:ext cx="9273905" cy="118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T Serif"/>
              <a:buNone/>
            </a:pPr>
            <a:r>
              <a:rPr lang="es-ES"/>
              <a:t>Agrega nuevo perfil</a:t>
            </a:r>
            <a:endParaRPr/>
          </a:p>
        </p:txBody>
      </p:sp>
      <p:pic>
        <p:nvPicPr>
          <p:cNvPr id="260" name="Google Shape;26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9074" y="2080298"/>
            <a:ext cx="6006014" cy="4315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"/>
          <p:cNvSpPr txBox="1"/>
          <p:nvPr>
            <p:ph idx="1" type="body"/>
          </p:nvPr>
        </p:nvSpPr>
        <p:spPr>
          <a:xfrm>
            <a:off x="1424203" y="2428875"/>
            <a:ext cx="9273906" cy="3314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15" lvl="0" marL="42861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ES" sz="2000"/>
              <a:t>Agrega ejecutable bash y </a:t>
            </a:r>
            <a:endParaRPr/>
          </a:p>
          <a:p>
            <a:pPr indent="-428615" lvl="0" marL="428615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ES" sz="2000"/>
              <a:t>Establece directorio de trabajo predeterminado</a:t>
            </a:r>
            <a:endParaRPr/>
          </a:p>
        </p:txBody>
      </p:sp>
      <p:sp>
        <p:nvSpPr>
          <p:cNvPr id="266" name="Google Shape;266;p5"/>
          <p:cNvSpPr txBox="1"/>
          <p:nvPr>
            <p:ph type="title"/>
          </p:nvPr>
        </p:nvSpPr>
        <p:spPr>
          <a:xfrm>
            <a:off x="1405153" y="1100865"/>
            <a:ext cx="9273905" cy="118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T Serif"/>
              <a:buNone/>
            </a:pPr>
            <a:r>
              <a:rPr lang="es-ES"/>
              <a:t>Modifica parámetros</a:t>
            </a:r>
            <a:endParaRPr/>
          </a:p>
        </p:txBody>
      </p:sp>
      <p:pic>
        <p:nvPicPr>
          <p:cNvPr id="267" name="Google Shape;26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309" y="3438489"/>
            <a:ext cx="9829800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6"/>
          <p:cNvSpPr txBox="1"/>
          <p:nvPr>
            <p:ph idx="1" type="body"/>
          </p:nvPr>
        </p:nvSpPr>
        <p:spPr>
          <a:xfrm>
            <a:off x="1333463" y="2428875"/>
            <a:ext cx="9364646" cy="3314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428615" lvl="0" marL="42861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https://github.com/kerol2r20/Windows-terminal-context-menu/blob/master/icons/git-bash.ico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88915" lvl="0" marL="428615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s-ES" u="sng">
                <a:solidFill>
                  <a:schemeClr val="hlink"/>
                </a:solidFill>
                <a:hlinkClick r:id="rId4"/>
              </a:rPr>
              <a:t>https://icon-icons.com/es/buscar/iconos/git</a:t>
            </a:r>
            <a:endParaRPr/>
          </a:p>
        </p:txBody>
      </p:sp>
      <p:sp>
        <p:nvSpPr>
          <p:cNvPr id="273" name="Google Shape;273;p6"/>
          <p:cNvSpPr txBox="1"/>
          <p:nvPr>
            <p:ph type="title"/>
          </p:nvPr>
        </p:nvSpPr>
        <p:spPr>
          <a:xfrm>
            <a:off x="1314412" y="1100865"/>
            <a:ext cx="9364645" cy="118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T Serif"/>
              <a:buNone/>
            </a:pPr>
            <a:r>
              <a:rPr lang="es-ES"/>
              <a:t>Incluye el icono de git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7"/>
          <p:cNvSpPr txBox="1"/>
          <p:nvPr>
            <p:ph idx="1" type="body"/>
          </p:nvPr>
        </p:nvSpPr>
        <p:spPr>
          <a:xfrm>
            <a:off x="1333463" y="2428875"/>
            <a:ext cx="9364646" cy="3314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s-ES"/>
              <a:t>nano ~/.bashrc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s-ES"/>
              <a:t>alias gst='git status'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s-ES"/>
              <a:t>alias gco='git checkout'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s-ES"/>
              <a:t>alias gcm='git commit -m'</a:t>
            </a:r>
            <a:endParaRPr/>
          </a:p>
          <a:p>
            <a:pPr indent="-174615" lvl="0" marL="428615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t/>
            </a:r>
            <a:endParaRPr/>
          </a:p>
        </p:txBody>
      </p:sp>
      <p:sp>
        <p:nvSpPr>
          <p:cNvPr id="279" name="Google Shape;279;p7"/>
          <p:cNvSpPr txBox="1"/>
          <p:nvPr>
            <p:ph type="title"/>
          </p:nvPr>
        </p:nvSpPr>
        <p:spPr>
          <a:xfrm>
            <a:off x="1314412" y="1100865"/>
            <a:ext cx="9364645" cy="118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T Serif"/>
              <a:buNone/>
            </a:pPr>
            <a:r>
              <a:rPr lang="es-ES"/>
              <a:t>Establece comandos personalizados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xurdiTema 2025">
  <a:themeElements>
    <a:clrScheme name="CIFP Txurdinaga LHII">
      <a:dk1>
        <a:srgbClr val="000000"/>
      </a:dk1>
      <a:lt1>
        <a:srgbClr val="FFFFFF"/>
      </a:lt1>
      <a:dk2>
        <a:srgbClr val="AF206F"/>
      </a:dk2>
      <a:lt2>
        <a:srgbClr val="FEFFFF"/>
      </a:lt2>
      <a:accent1>
        <a:srgbClr val="31996E"/>
      </a:accent1>
      <a:accent2>
        <a:srgbClr val="DD5B2C"/>
      </a:accent2>
      <a:accent3>
        <a:srgbClr val="397FB7"/>
      </a:accent3>
      <a:accent4>
        <a:srgbClr val="62266A"/>
      </a:accent4>
      <a:accent5>
        <a:srgbClr val="C6D422"/>
      </a:accent5>
      <a:accent6>
        <a:srgbClr val="CE1137"/>
      </a:accent6>
      <a:hlink>
        <a:srgbClr val="0D4B87"/>
      </a:hlink>
      <a:folHlink>
        <a:srgbClr val="62266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2025-09-07T14:34:57Z</dcterms:created>
  <dc:creator>ander duran</dc:creator>
</cp:coreProperties>
</file>
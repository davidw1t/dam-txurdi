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7">
            <a:extLst>
              <a:ext uri="{FF2B5EF4-FFF2-40B4-BE49-F238E27FC236}">
                <a16:creationId xmlns:a16="http://schemas.microsoft.com/office/drawing/2014/main" id="{85BD4925-78B8-2C88-8AE6-477353346ACC}"/>
              </a:ext>
            </a:extLst>
          </p:cNvPr>
          <p:cNvSpPr/>
          <p:nvPr/>
        </p:nvSpPr>
        <p:spPr>
          <a:xfrm>
            <a:off x="8226077" y="5626595"/>
            <a:ext cx="2978847" cy="1261193"/>
          </a:xfrm>
          <a:custGeom>
            <a:avLst/>
            <a:gdLst/>
            <a:ahLst/>
            <a:cxnLst/>
            <a:rect l="l" t="t" r="r" b="b"/>
            <a:pathLst>
              <a:path w="3660775" h="1549908">
                <a:moveTo>
                  <a:pt x="0" y="1549908"/>
                </a:moveTo>
                <a:lnTo>
                  <a:pt x="3660775" y="1549908"/>
                </a:lnTo>
                <a:lnTo>
                  <a:pt x="3660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997275"/>
            <a:ext cx="9715500" cy="137814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3643312"/>
            <a:ext cx="8001000" cy="164306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1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2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7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8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71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ECB49-CA9D-416A-8B9A-E761A036227F}" type="datetimeFigureOut">
              <a:rPr lang="es-ES" smtClean="0"/>
              <a:t>06/10/2025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D4D4136E-2829-0D67-3D66-D1D556993D0C}"/>
              </a:ext>
            </a:extLst>
          </p:cNvPr>
          <p:cNvGrpSpPr/>
          <p:nvPr/>
        </p:nvGrpSpPr>
        <p:grpSpPr>
          <a:xfrm>
            <a:off x="0" y="2148649"/>
            <a:ext cx="1080133" cy="4632390"/>
            <a:chOff x="0" y="0"/>
            <a:chExt cx="1327402" cy="569285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6CD8BE4F-ED71-0DDE-EA04-97866178E061}"/>
                </a:ext>
              </a:extLst>
            </p:cNvPr>
            <p:cNvSpPr/>
            <p:nvPr/>
          </p:nvSpPr>
          <p:spPr>
            <a:xfrm>
              <a:off x="0" y="0"/>
              <a:ext cx="1327404" cy="5692902"/>
            </a:xfrm>
            <a:custGeom>
              <a:avLst/>
              <a:gdLst/>
              <a:ahLst/>
              <a:cxnLst/>
              <a:rect l="l" t="t" r="r" b="b"/>
              <a:pathLst>
                <a:path w="1327404" h="5692902">
                  <a:moveTo>
                    <a:pt x="0" y="0"/>
                  </a:moveTo>
                  <a:lnTo>
                    <a:pt x="0" y="5692902"/>
                  </a:lnTo>
                  <a:lnTo>
                    <a:pt x="1327404" y="2846578"/>
                  </a:lnTo>
                  <a:close/>
                </a:path>
              </a:pathLst>
            </a:custGeom>
            <a:solidFill>
              <a:srgbClr val="1C9F6F"/>
            </a:solidFill>
          </p:spPr>
        </p:sp>
      </p:grpSp>
      <p:grpSp>
        <p:nvGrpSpPr>
          <p:cNvPr id="13" name="Group 8">
            <a:extLst>
              <a:ext uri="{FF2B5EF4-FFF2-40B4-BE49-F238E27FC236}">
                <a16:creationId xmlns:a16="http://schemas.microsoft.com/office/drawing/2014/main" id="{396C32A3-535C-22FE-1ED7-1D896A1E856B}"/>
              </a:ext>
            </a:extLst>
          </p:cNvPr>
          <p:cNvGrpSpPr/>
          <p:nvPr/>
        </p:nvGrpSpPr>
        <p:grpSpPr>
          <a:xfrm>
            <a:off x="10954869" y="1"/>
            <a:ext cx="1237132" cy="2474264"/>
            <a:chOff x="0" y="0"/>
            <a:chExt cx="1520340" cy="3040682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164A8556-BF32-A8C8-2957-8B911A1C799D}"/>
                </a:ext>
              </a:extLst>
            </p:cNvPr>
            <p:cNvSpPr/>
            <p:nvPr/>
          </p:nvSpPr>
          <p:spPr>
            <a:xfrm>
              <a:off x="0" y="0"/>
              <a:ext cx="1520317" cy="3040634"/>
            </a:xfrm>
            <a:custGeom>
              <a:avLst/>
              <a:gdLst/>
              <a:ahLst/>
              <a:cxnLst/>
              <a:rect l="l" t="t" r="r" b="b"/>
              <a:pathLst>
                <a:path w="1520317" h="3040634">
                  <a:moveTo>
                    <a:pt x="1520317" y="0"/>
                  </a:moveTo>
                  <a:cubicBezTo>
                    <a:pt x="680720" y="0"/>
                    <a:pt x="0" y="680720"/>
                    <a:pt x="0" y="1520317"/>
                  </a:cubicBezTo>
                  <a:cubicBezTo>
                    <a:pt x="0" y="2359914"/>
                    <a:pt x="680720" y="3040634"/>
                    <a:pt x="1520317" y="3040634"/>
                  </a:cubicBezTo>
                  <a:lnTo>
                    <a:pt x="152031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87DD2897-5F0B-BDA8-17B9-A9CE197F6FA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36" b="28983"/>
          <a:stretch/>
        </p:blipFill>
        <p:spPr>
          <a:xfrm>
            <a:off x="571500" y="0"/>
            <a:ext cx="3744493" cy="160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0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5873" y="3238112"/>
            <a:ext cx="9332628" cy="1378148"/>
          </a:xfrm>
        </p:spPr>
        <p:txBody>
          <a:bodyPr>
            <a:noAutofit/>
          </a:bodyPr>
          <a:lstStyle>
            <a:lvl1pPr>
              <a:defRPr sz="7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63154" y="5689404"/>
            <a:ext cx="3619500" cy="342305"/>
          </a:xfrm>
        </p:spPr>
        <p:txBody>
          <a:bodyPr/>
          <a:lstStyle/>
          <a:p>
            <a:endParaRPr lang="es-ES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AFFE5178-32C1-AEC4-397F-390885F7FD01}"/>
              </a:ext>
            </a:extLst>
          </p:cNvPr>
          <p:cNvSpPr/>
          <p:nvPr/>
        </p:nvSpPr>
        <p:spPr>
          <a:xfrm>
            <a:off x="0" y="1668380"/>
            <a:ext cx="2410515" cy="5168990"/>
          </a:xfrm>
          <a:custGeom>
            <a:avLst/>
            <a:gdLst/>
            <a:ahLst/>
            <a:cxnLst/>
            <a:rect l="l" t="t" r="r" b="b"/>
            <a:pathLst>
              <a:path w="3398647" h="7287895">
                <a:moveTo>
                  <a:pt x="0" y="7287895"/>
                </a:moveTo>
                <a:lnTo>
                  <a:pt x="3398647" y="7287895"/>
                </a:lnTo>
                <a:lnTo>
                  <a:pt x="0" y="0"/>
                </a:lnTo>
                <a:close/>
              </a:path>
            </a:pathLst>
          </a:custGeom>
          <a:solidFill>
            <a:srgbClr val="FDC20B"/>
          </a:solidFill>
        </p:spPr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D2294367-4E5B-C1D7-C53C-288889FFD08A}"/>
              </a:ext>
            </a:extLst>
          </p:cNvPr>
          <p:cNvSpPr/>
          <p:nvPr/>
        </p:nvSpPr>
        <p:spPr>
          <a:xfrm>
            <a:off x="2132026" y="-8094"/>
            <a:ext cx="2606429" cy="1467242"/>
          </a:xfrm>
          <a:custGeom>
            <a:avLst/>
            <a:gdLst/>
            <a:ahLst/>
            <a:cxnLst/>
            <a:rect l="l" t="t" r="r" b="b"/>
            <a:pathLst>
              <a:path w="3674872" h="2068703">
                <a:moveTo>
                  <a:pt x="14478" y="0"/>
                </a:moveTo>
                <a:cubicBezTo>
                  <a:pt x="4953" y="75819"/>
                  <a:pt x="0" y="153035"/>
                  <a:pt x="0" y="231394"/>
                </a:cubicBezTo>
                <a:cubicBezTo>
                  <a:pt x="0" y="1245997"/>
                  <a:pt x="822579" y="2068703"/>
                  <a:pt x="1837309" y="2068703"/>
                </a:cubicBezTo>
                <a:cubicBezTo>
                  <a:pt x="2852039" y="2068703"/>
                  <a:pt x="3674872" y="1245997"/>
                  <a:pt x="3674872" y="231394"/>
                </a:cubicBezTo>
                <a:cubicBezTo>
                  <a:pt x="3674872" y="153035"/>
                  <a:pt x="3669919" y="75819"/>
                  <a:pt x="36603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es-ES" sz="1688"/>
          </a:p>
        </p:txBody>
      </p:sp>
      <p:grpSp>
        <p:nvGrpSpPr>
          <p:cNvPr id="28" name="Group 17">
            <a:extLst>
              <a:ext uri="{FF2B5EF4-FFF2-40B4-BE49-F238E27FC236}">
                <a16:creationId xmlns:a16="http://schemas.microsoft.com/office/drawing/2014/main" id="{66CF31FA-1AC0-7B14-1D7B-5EC11C6160FF}"/>
              </a:ext>
            </a:extLst>
          </p:cNvPr>
          <p:cNvGrpSpPr>
            <a:grpSpLocks noChangeAspect="1"/>
          </p:cNvGrpSpPr>
          <p:nvPr/>
        </p:nvGrpSpPr>
        <p:grpSpPr>
          <a:xfrm>
            <a:off x="10858500" y="4213367"/>
            <a:ext cx="848559" cy="5248004"/>
            <a:chOff x="0" y="0"/>
            <a:chExt cx="1196404" cy="7399299"/>
          </a:xfrm>
        </p:grpSpPr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AC1C1F20-AD7B-CB65-3B33-E772A9017FC7}"/>
                </a:ext>
              </a:extLst>
            </p:cNvPr>
            <p:cNvSpPr/>
            <p:nvPr/>
          </p:nvSpPr>
          <p:spPr>
            <a:xfrm>
              <a:off x="0" y="0"/>
              <a:ext cx="1196340" cy="7399274"/>
            </a:xfrm>
            <a:custGeom>
              <a:avLst/>
              <a:gdLst/>
              <a:ahLst/>
              <a:cxnLst/>
              <a:rect l="l" t="t" r="r" b="b"/>
              <a:pathLst>
                <a:path w="1196340" h="7399274">
                  <a:moveTo>
                    <a:pt x="0" y="7399274"/>
                  </a:moveTo>
                  <a:lnTo>
                    <a:pt x="1196340" y="7399274"/>
                  </a:lnTo>
                  <a:lnTo>
                    <a:pt x="1196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84C7"/>
            </a:solidFill>
          </p:spPr>
          <p:txBody>
            <a:bodyPr/>
            <a:lstStyle/>
            <a:p>
              <a:endParaRPr lang="es-ES" sz="1688" dirty="0"/>
            </a:p>
          </p:txBody>
        </p:sp>
      </p:grpSp>
      <p:pic>
        <p:nvPicPr>
          <p:cNvPr id="31" name="Imagen 30">
            <a:extLst>
              <a:ext uri="{FF2B5EF4-FFF2-40B4-BE49-F238E27FC236}">
                <a16:creationId xmlns:a16="http://schemas.microsoft.com/office/drawing/2014/main" id="{AC78C968-FEA4-200E-B7A7-47F0A22F977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69" b="28562"/>
          <a:stretch/>
        </p:blipFill>
        <p:spPr>
          <a:xfrm>
            <a:off x="7323929" y="78142"/>
            <a:ext cx="3958828" cy="159023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58500" y="6159799"/>
            <a:ext cx="848514" cy="269676"/>
          </a:xfrm>
        </p:spPr>
        <p:txBody>
          <a:bodyPr/>
          <a:lstStyle>
            <a:lvl1pPr algn="ctr">
              <a:defRPr/>
            </a:lvl1pPr>
          </a:lstStyle>
          <a:p>
            <a:fld id="{10616778-34E0-43C7-8C9E-2B414577B0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003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>
            <a:extLst>
              <a:ext uri="{FF2B5EF4-FFF2-40B4-BE49-F238E27FC236}">
                <a16:creationId xmlns:a16="http://schemas.microsoft.com/office/drawing/2014/main" id="{778A880D-8084-F8EA-4567-B21258DC6621}"/>
              </a:ext>
            </a:extLst>
          </p:cNvPr>
          <p:cNvGrpSpPr>
            <a:grpSpLocks noChangeAspect="1"/>
          </p:cNvGrpSpPr>
          <p:nvPr/>
        </p:nvGrpSpPr>
        <p:grpSpPr>
          <a:xfrm>
            <a:off x="-47624" y="1410005"/>
            <a:ext cx="1555930" cy="5447995"/>
            <a:chOff x="0" y="0"/>
            <a:chExt cx="2074570" cy="7263994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FD9BE18B-F788-AD3A-A254-B9071A171E1A}"/>
                </a:ext>
              </a:extLst>
            </p:cNvPr>
            <p:cNvSpPr/>
            <p:nvPr/>
          </p:nvSpPr>
          <p:spPr>
            <a:xfrm>
              <a:off x="0" y="0"/>
              <a:ext cx="2074545" cy="7264019"/>
            </a:xfrm>
            <a:custGeom>
              <a:avLst/>
              <a:gdLst/>
              <a:ahLst/>
              <a:cxnLst/>
              <a:rect l="l" t="t" r="r" b="b"/>
              <a:pathLst>
                <a:path w="2074545" h="7264019">
                  <a:moveTo>
                    <a:pt x="0" y="0"/>
                  </a:moveTo>
                  <a:lnTo>
                    <a:pt x="0" y="7185660"/>
                  </a:lnTo>
                  <a:lnTo>
                    <a:pt x="36576" y="7264019"/>
                  </a:lnTo>
                  <a:lnTo>
                    <a:pt x="2074545" y="2893568"/>
                  </a:lnTo>
                  <a:lnTo>
                    <a:pt x="725297" y="0"/>
                  </a:lnTo>
                  <a:close/>
                </a:path>
              </a:pathLst>
            </a:custGeom>
            <a:solidFill>
              <a:srgbClr val="64257E"/>
            </a:solidFill>
          </p:spPr>
        </p:sp>
      </p:grpSp>
      <p:grpSp>
        <p:nvGrpSpPr>
          <p:cNvPr id="24" name="Group 16">
            <a:extLst>
              <a:ext uri="{FF2B5EF4-FFF2-40B4-BE49-F238E27FC236}">
                <a16:creationId xmlns:a16="http://schemas.microsoft.com/office/drawing/2014/main" id="{84CF7C7B-0885-9F91-C425-DA9913EF4A68}"/>
              </a:ext>
            </a:extLst>
          </p:cNvPr>
          <p:cNvGrpSpPr>
            <a:grpSpLocks noChangeAspect="1"/>
          </p:cNvGrpSpPr>
          <p:nvPr/>
        </p:nvGrpSpPr>
        <p:grpSpPr>
          <a:xfrm>
            <a:off x="8547614" y="5315992"/>
            <a:ext cx="3084192" cy="1542008"/>
            <a:chOff x="0" y="0"/>
            <a:chExt cx="4112260" cy="2056016"/>
          </a:xfrm>
        </p:grpSpPr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D0536DEC-B05B-A683-31B3-E9A249364B91}"/>
                </a:ext>
              </a:extLst>
            </p:cNvPr>
            <p:cNvSpPr/>
            <p:nvPr/>
          </p:nvSpPr>
          <p:spPr>
            <a:xfrm>
              <a:off x="0" y="0"/>
              <a:ext cx="4112260" cy="2056003"/>
            </a:xfrm>
            <a:custGeom>
              <a:avLst/>
              <a:gdLst/>
              <a:ahLst/>
              <a:cxnLst/>
              <a:rect l="l" t="t" r="r" b="b"/>
              <a:pathLst>
                <a:path w="4112260" h="2056003">
                  <a:moveTo>
                    <a:pt x="2056130" y="0"/>
                  </a:moveTo>
                  <a:cubicBezTo>
                    <a:pt x="920623" y="0"/>
                    <a:pt x="0" y="920496"/>
                    <a:pt x="0" y="2056003"/>
                  </a:cubicBezTo>
                  <a:lnTo>
                    <a:pt x="4112260" y="2056003"/>
                  </a:lnTo>
                  <a:cubicBezTo>
                    <a:pt x="4112260" y="920496"/>
                    <a:pt x="3191637" y="0"/>
                    <a:pt x="205613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6" name="Group 18">
            <a:extLst>
              <a:ext uri="{FF2B5EF4-FFF2-40B4-BE49-F238E27FC236}">
                <a16:creationId xmlns:a16="http://schemas.microsoft.com/office/drawing/2014/main" id="{1DEABFF8-A215-C996-9232-EB566035B10C}"/>
              </a:ext>
            </a:extLst>
          </p:cNvPr>
          <p:cNvGrpSpPr>
            <a:grpSpLocks noChangeAspect="1"/>
          </p:cNvGrpSpPr>
          <p:nvPr/>
        </p:nvGrpSpPr>
        <p:grpSpPr>
          <a:xfrm>
            <a:off x="9869736" y="0"/>
            <a:ext cx="2316882" cy="4968993"/>
            <a:chOff x="0" y="0"/>
            <a:chExt cx="3089173" cy="6625323"/>
          </a:xfrm>
        </p:grpSpPr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93451042-47EA-FBC2-D673-F4C683A07AE7}"/>
                </a:ext>
              </a:extLst>
            </p:cNvPr>
            <p:cNvSpPr/>
            <p:nvPr/>
          </p:nvSpPr>
          <p:spPr>
            <a:xfrm>
              <a:off x="0" y="0"/>
              <a:ext cx="3089148" cy="6625336"/>
            </a:xfrm>
            <a:custGeom>
              <a:avLst/>
              <a:gdLst/>
              <a:ahLst/>
              <a:cxnLst/>
              <a:rect l="l" t="t" r="r" b="b"/>
              <a:pathLst>
                <a:path w="3089148" h="6625336">
                  <a:moveTo>
                    <a:pt x="0" y="0"/>
                  </a:moveTo>
                  <a:lnTo>
                    <a:pt x="3089148" y="6625336"/>
                  </a:lnTo>
                  <a:lnTo>
                    <a:pt x="3089148" y="0"/>
                  </a:lnTo>
                  <a:close/>
                </a:path>
              </a:pathLst>
            </a:custGeom>
            <a:solidFill>
              <a:srgbClr val="52AE32"/>
            </a:solidFill>
          </p:spPr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1E9C84A3-414F-B0F5-3613-83CEF82FCF0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69" b="28562"/>
          <a:stretch/>
        </p:blipFill>
        <p:spPr>
          <a:xfrm>
            <a:off x="940654" y="32530"/>
            <a:ext cx="4009349" cy="1610532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9C24519E-EC93-2E62-98F7-1F82218AE4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9750" y="1997275"/>
            <a:ext cx="8763000" cy="1378148"/>
          </a:xfrm>
        </p:spPr>
        <p:txBody>
          <a:bodyPr/>
          <a:lstStyle>
            <a:lvl1pPr>
              <a:defRPr sz="675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344EE3C4-5F75-F172-8113-873C5BE0B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8912" y="3643312"/>
            <a:ext cx="7216588" cy="1643063"/>
          </a:xfrm>
        </p:spPr>
        <p:txBody>
          <a:bodyPr>
            <a:normAutofit/>
          </a:bodyPr>
          <a:lstStyle>
            <a:lvl1pPr marL="0" indent="0" algn="ctr">
              <a:buNone/>
              <a:defRPr sz="5063">
                <a:solidFill>
                  <a:schemeClr val="bg1"/>
                </a:solidFill>
              </a:defRPr>
            </a:lvl1pPr>
            <a:lvl2pPr marL="571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2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7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8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71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325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ircular y 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>
            <a:extLst>
              <a:ext uri="{FF2B5EF4-FFF2-40B4-BE49-F238E27FC236}">
                <a16:creationId xmlns:a16="http://schemas.microsoft.com/office/drawing/2014/main" id="{55BB5D6A-7F36-F724-5FD6-808A39A83C59}"/>
              </a:ext>
            </a:extLst>
          </p:cNvPr>
          <p:cNvSpPr/>
          <p:nvPr/>
        </p:nvSpPr>
        <p:spPr>
          <a:xfrm>
            <a:off x="571500" y="1114722"/>
            <a:ext cx="3982998" cy="3982998"/>
          </a:xfrm>
          <a:custGeom>
            <a:avLst/>
            <a:gdLst/>
            <a:ahLst/>
            <a:cxnLst/>
            <a:rect l="l" t="t" r="r" b="b"/>
            <a:pathLst>
              <a:path w="4248531" h="4248531">
                <a:moveTo>
                  <a:pt x="0" y="0"/>
                </a:moveTo>
                <a:lnTo>
                  <a:pt x="4248531" y="0"/>
                </a:lnTo>
                <a:lnTo>
                  <a:pt x="4248531" y="4248531"/>
                </a:lnTo>
                <a:lnTo>
                  <a:pt x="0" y="4248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1" b="1"/>
            </a:stretch>
          </a:blipFill>
        </p:spPr>
        <p:txBody>
          <a:bodyPr/>
          <a:lstStyle/>
          <a:p>
            <a:endParaRPr lang="es-ES" sz="1688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8813" y="928688"/>
            <a:ext cx="6389688" cy="4814591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D96B36-976C-80C9-052A-E652657C2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6812" y="2039572"/>
            <a:ext cx="2786063" cy="2032366"/>
          </a:xfrm>
        </p:spPr>
        <p:txBody>
          <a:bodyPr>
            <a:normAutofit/>
          </a:bodyPr>
          <a:lstStyle>
            <a:lvl1pPr>
              <a:defRPr sz="4125">
                <a:solidFill>
                  <a:schemeClr val="bg1"/>
                </a:solidFill>
                <a:latin typeface="PT Sans" panose="020B0503020203020204" pitchFamily="34" charset="77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38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ircular y contenido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A2DE3AAC-ABF4-C1E5-AA12-9950201AD05B}"/>
              </a:ext>
            </a:extLst>
          </p:cNvPr>
          <p:cNvSpPr/>
          <p:nvPr/>
        </p:nvSpPr>
        <p:spPr>
          <a:xfrm>
            <a:off x="-190500" y="-1269479"/>
            <a:ext cx="12412170" cy="9396958"/>
          </a:xfrm>
          <a:custGeom>
            <a:avLst/>
            <a:gdLst/>
            <a:ahLst/>
            <a:cxnLst/>
            <a:rect l="l" t="t" r="r" b="b"/>
            <a:pathLst>
              <a:path w="10058400" h="7614975">
                <a:moveTo>
                  <a:pt x="0" y="0"/>
                </a:moveTo>
                <a:lnTo>
                  <a:pt x="10058400" y="0"/>
                </a:lnTo>
                <a:lnTo>
                  <a:pt x="10058400" y="7614975"/>
                </a:lnTo>
                <a:lnTo>
                  <a:pt x="0" y="7614975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82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55BB5D6A-7F36-F724-5FD6-808A39A83C59}"/>
              </a:ext>
            </a:extLst>
          </p:cNvPr>
          <p:cNvSpPr/>
          <p:nvPr/>
        </p:nvSpPr>
        <p:spPr>
          <a:xfrm>
            <a:off x="571500" y="1114722"/>
            <a:ext cx="3308071" cy="3308071"/>
          </a:xfrm>
          <a:custGeom>
            <a:avLst/>
            <a:gdLst/>
            <a:ahLst/>
            <a:cxnLst/>
            <a:rect l="l" t="t" r="r" b="b"/>
            <a:pathLst>
              <a:path w="4248531" h="4248531">
                <a:moveTo>
                  <a:pt x="0" y="0"/>
                </a:moveTo>
                <a:lnTo>
                  <a:pt x="4248531" y="0"/>
                </a:lnTo>
                <a:lnTo>
                  <a:pt x="4248531" y="4248531"/>
                </a:lnTo>
                <a:lnTo>
                  <a:pt x="0" y="42485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1" b="1"/>
            </a:stretch>
          </a:blipFill>
        </p:spPr>
        <p:txBody>
          <a:bodyPr/>
          <a:lstStyle/>
          <a:p>
            <a:endParaRPr lang="es-ES" sz="1688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8813" y="928688"/>
            <a:ext cx="6389688" cy="4814591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D96B36-976C-80C9-052A-E652657C2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2504" y="1752573"/>
            <a:ext cx="2786063" cy="2032366"/>
          </a:xfrm>
        </p:spPr>
        <p:txBody>
          <a:bodyPr>
            <a:normAutofit/>
          </a:bodyPr>
          <a:lstStyle>
            <a:lvl1pPr>
              <a:defRPr sz="4125">
                <a:solidFill>
                  <a:schemeClr val="bg1"/>
                </a:solidFill>
                <a:latin typeface="PT Sans" panose="020B0503020203020204" pitchFamily="34" charset="77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93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rculo cambio de secció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49E4E29E-1672-BE7C-F8B3-FDC9DAE6893B}"/>
              </a:ext>
            </a:extLst>
          </p:cNvPr>
          <p:cNvGrpSpPr/>
          <p:nvPr/>
        </p:nvGrpSpPr>
        <p:grpSpPr>
          <a:xfrm>
            <a:off x="0" y="-1857375"/>
            <a:ext cx="12192000" cy="10572750"/>
            <a:chOff x="2755900" y="-304800"/>
            <a:chExt cx="15113000" cy="12776200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73810DA4-5E9B-6E4D-05D1-90A0CEF0A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5900" y="-304800"/>
              <a:ext cx="7556500" cy="6388100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249F0885-1E89-542F-8345-7EA8E59AF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12400" y="-304800"/>
              <a:ext cx="7556500" cy="638810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C815F97D-1872-0273-F4E4-33F8AFC2C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5900" y="6083300"/>
              <a:ext cx="7556500" cy="6388100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DD8BCEE4-9835-FCEA-D0D7-A94856C8B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12400" y="6083300"/>
              <a:ext cx="7556500" cy="6388100"/>
            </a:xfrm>
            <a:prstGeom prst="rect">
              <a:avLst/>
            </a:prstGeom>
          </p:spPr>
        </p:pic>
      </p:grpSp>
      <p:sp>
        <p:nvSpPr>
          <p:cNvPr id="2" name="Freeform 5">
            <a:extLst>
              <a:ext uri="{FF2B5EF4-FFF2-40B4-BE49-F238E27FC236}">
                <a16:creationId xmlns:a16="http://schemas.microsoft.com/office/drawing/2014/main" id="{A33391C3-4BA2-36BC-87DE-0B7CDD92F592}"/>
              </a:ext>
            </a:extLst>
          </p:cNvPr>
          <p:cNvSpPr/>
          <p:nvPr/>
        </p:nvSpPr>
        <p:spPr>
          <a:xfrm>
            <a:off x="3449195" y="990361"/>
            <a:ext cx="4912610" cy="4912610"/>
          </a:xfrm>
          <a:custGeom>
            <a:avLst/>
            <a:gdLst/>
            <a:ahLst/>
            <a:cxnLst/>
            <a:rect l="l" t="t" r="r" b="b"/>
            <a:pathLst>
              <a:path w="3930088" h="3930088">
                <a:moveTo>
                  <a:pt x="0" y="0"/>
                </a:moveTo>
                <a:lnTo>
                  <a:pt x="3930088" y="0"/>
                </a:lnTo>
                <a:lnTo>
                  <a:pt x="3930088" y="3930088"/>
                </a:lnTo>
                <a:lnTo>
                  <a:pt x="0" y="393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40AB4C9-3AAD-8E81-BC84-B3958222F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7188" y="1928813"/>
            <a:ext cx="3428999" cy="3143249"/>
          </a:xfrm>
        </p:spPr>
        <p:txBody>
          <a:bodyPr>
            <a:normAutofit/>
          </a:bodyPr>
          <a:lstStyle>
            <a:lvl1pPr>
              <a:defRPr sz="4125">
                <a:solidFill>
                  <a:schemeClr val="bg1"/>
                </a:solidFill>
                <a:latin typeface="PT Sans" panose="020B0503020203020204" pitchFamily="34" charset="77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01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rculo cambio de secció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49E4E29E-1672-BE7C-F8B3-FDC9DAE6893B}"/>
              </a:ext>
            </a:extLst>
          </p:cNvPr>
          <p:cNvGrpSpPr/>
          <p:nvPr/>
        </p:nvGrpSpPr>
        <p:grpSpPr>
          <a:xfrm>
            <a:off x="0" y="-1857375"/>
            <a:ext cx="12192000" cy="10572750"/>
            <a:chOff x="2755900" y="-304800"/>
            <a:chExt cx="15113000" cy="12776200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73810DA4-5E9B-6E4D-05D1-90A0CEF0A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5900" y="-304800"/>
              <a:ext cx="7556500" cy="6388100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249F0885-1E89-542F-8345-7EA8E59AF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12400" y="-304800"/>
              <a:ext cx="7556500" cy="638810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C815F97D-1872-0273-F4E4-33F8AFC2C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5900" y="6083300"/>
              <a:ext cx="7556500" cy="6388100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DD8BCEE4-9835-FCEA-D0D7-A94856C8B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12400" y="6083300"/>
              <a:ext cx="7556500" cy="6388100"/>
            </a:xfrm>
            <a:prstGeom prst="rect">
              <a:avLst/>
            </a:prstGeom>
          </p:spPr>
        </p:pic>
      </p:grpSp>
      <p:sp>
        <p:nvSpPr>
          <p:cNvPr id="2" name="Freeform 5">
            <a:extLst>
              <a:ext uri="{FF2B5EF4-FFF2-40B4-BE49-F238E27FC236}">
                <a16:creationId xmlns:a16="http://schemas.microsoft.com/office/drawing/2014/main" id="{A33391C3-4BA2-36BC-87DE-0B7CDD92F592}"/>
              </a:ext>
            </a:extLst>
          </p:cNvPr>
          <p:cNvSpPr/>
          <p:nvPr/>
        </p:nvSpPr>
        <p:spPr>
          <a:xfrm>
            <a:off x="3449195" y="990361"/>
            <a:ext cx="4912610" cy="4912610"/>
          </a:xfrm>
          <a:custGeom>
            <a:avLst/>
            <a:gdLst/>
            <a:ahLst/>
            <a:cxnLst/>
            <a:rect l="l" t="t" r="r" b="b"/>
            <a:pathLst>
              <a:path w="3930088" h="3930088">
                <a:moveTo>
                  <a:pt x="0" y="0"/>
                </a:moveTo>
                <a:lnTo>
                  <a:pt x="3930088" y="0"/>
                </a:lnTo>
                <a:lnTo>
                  <a:pt x="3930088" y="3930088"/>
                </a:lnTo>
                <a:lnTo>
                  <a:pt x="0" y="393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40AB4C9-3AAD-8E81-BC84-B3958222F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7188" y="1928813"/>
            <a:ext cx="3428999" cy="3143249"/>
          </a:xfrm>
        </p:spPr>
        <p:txBody>
          <a:bodyPr>
            <a:normAutofit/>
          </a:bodyPr>
          <a:lstStyle>
            <a:lvl1pPr>
              <a:defRPr sz="4125">
                <a:solidFill>
                  <a:schemeClr val="bg1"/>
                </a:solidFill>
                <a:latin typeface="PT Sans" panose="020B0503020203020204" pitchFamily="34" charset="77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766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rculo cambio de sección 3">
    <p:bg>
      <p:bgPr>
        <a:solidFill>
          <a:srgbClr val="FEC2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49E4E29E-1672-BE7C-F8B3-FDC9DAE6893B}"/>
              </a:ext>
            </a:extLst>
          </p:cNvPr>
          <p:cNvGrpSpPr/>
          <p:nvPr/>
        </p:nvGrpSpPr>
        <p:grpSpPr>
          <a:xfrm>
            <a:off x="0" y="-1857375"/>
            <a:ext cx="12192000" cy="10572750"/>
            <a:chOff x="2755900" y="-304800"/>
            <a:chExt cx="15113000" cy="12776200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73810DA4-5E9B-6E4D-05D1-90A0CEF0A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5900" y="-304800"/>
              <a:ext cx="7556500" cy="6388100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249F0885-1E89-542F-8345-7EA8E59AF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12400" y="-304800"/>
              <a:ext cx="7556500" cy="638810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C815F97D-1872-0273-F4E4-33F8AFC2C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5900" y="6083300"/>
              <a:ext cx="7556500" cy="6388100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DD8BCEE4-9835-FCEA-D0D7-A94856C8B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12400" y="6083300"/>
              <a:ext cx="7556500" cy="6388100"/>
            </a:xfrm>
            <a:prstGeom prst="rect">
              <a:avLst/>
            </a:prstGeom>
          </p:spPr>
        </p:pic>
      </p:grpSp>
      <p:sp>
        <p:nvSpPr>
          <p:cNvPr id="2" name="Freeform 5">
            <a:extLst>
              <a:ext uri="{FF2B5EF4-FFF2-40B4-BE49-F238E27FC236}">
                <a16:creationId xmlns:a16="http://schemas.microsoft.com/office/drawing/2014/main" id="{A33391C3-4BA2-36BC-87DE-0B7CDD92F592}"/>
              </a:ext>
            </a:extLst>
          </p:cNvPr>
          <p:cNvSpPr/>
          <p:nvPr/>
        </p:nvSpPr>
        <p:spPr>
          <a:xfrm>
            <a:off x="3449195" y="990361"/>
            <a:ext cx="4912610" cy="4912610"/>
          </a:xfrm>
          <a:custGeom>
            <a:avLst/>
            <a:gdLst/>
            <a:ahLst/>
            <a:cxnLst/>
            <a:rect l="l" t="t" r="r" b="b"/>
            <a:pathLst>
              <a:path w="3930088" h="3930088">
                <a:moveTo>
                  <a:pt x="0" y="0"/>
                </a:moveTo>
                <a:lnTo>
                  <a:pt x="3930088" y="0"/>
                </a:lnTo>
                <a:lnTo>
                  <a:pt x="3930088" y="3930088"/>
                </a:lnTo>
                <a:lnTo>
                  <a:pt x="0" y="393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40AB4C9-3AAD-8E81-BC84-B3958222F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7188" y="1928813"/>
            <a:ext cx="3428999" cy="3143249"/>
          </a:xfrm>
        </p:spPr>
        <p:txBody>
          <a:bodyPr>
            <a:normAutofit/>
          </a:bodyPr>
          <a:lstStyle>
            <a:lvl1pPr>
              <a:defRPr sz="4125">
                <a:solidFill>
                  <a:schemeClr val="bg1"/>
                </a:solidFill>
                <a:latin typeface="PT Sans" panose="020B0503020203020204" pitchFamily="34" charset="77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499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subti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5253" y="141140"/>
            <a:ext cx="6083246" cy="1184875"/>
          </a:xfrm>
        </p:spPr>
        <p:txBody>
          <a:bodyPr/>
          <a:lstStyle>
            <a:lvl1pPr algn="r">
              <a:defRPr sz="412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2190431"/>
            <a:ext cx="10126609" cy="355284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C32F29F3-5CBF-697F-B097-79E784898084}"/>
              </a:ext>
            </a:extLst>
          </p:cNvPr>
          <p:cNvSpPr/>
          <p:nvPr/>
        </p:nvSpPr>
        <p:spPr>
          <a:xfrm>
            <a:off x="754133" y="462879"/>
            <a:ext cx="1703499" cy="1475221"/>
          </a:xfrm>
          <a:custGeom>
            <a:avLst/>
            <a:gdLst/>
            <a:ahLst/>
            <a:cxnLst/>
            <a:rect l="l" t="t" r="r" b="b"/>
            <a:pathLst>
              <a:path w="1405496" h="1217152">
                <a:moveTo>
                  <a:pt x="0" y="0"/>
                </a:moveTo>
                <a:lnTo>
                  <a:pt x="1405496" y="0"/>
                </a:lnTo>
                <a:lnTo>
                  <a:pt x="1405496" y="1217152"/>
                </a:lnTo>
                <a:lnTo>
                  <a:pt x="0" y="1217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65" r="-65"/>
            </a:stretch>
          </a:blipFill>
        </p:spPr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D070A4EF-9A71-41AB-348C-D7B8AB678325}"/>
              </a:ext>
            </a:extLst>
          </p:cNvPr>
          <p:cNvGrpSpPr/>
          <p:nvPr/>
        </p:nvGrpSpPr>
        <p:grpSpPr>
          <a:xfrm>
            <a:off x="2243477" y="-28623"/>
            <a:ext cx="2709368" cy="1354684"/>
            <a:chOff x="0" y="0"/>
            <a:chExt cx="2980535" cy="1490267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29B66C6-2B10-25ED-6872-CB8D9CF74F45}"/>
                </a:ext>
              </a:extLst>
            </p:cNvPr>
            <p:cNvSpPr/>
            <p:nvPr/>
          </p:nvSpPr>
          <p:spPr>
            <a:xfrm>
              <a:off x="0" y="0"/>
              <a:ext cx="2980563" cy="1490218"/>
            </a:xfrm>
            <a:custGeom>
              <a:avLst/>
              <a:gdLst/>
              <a:ahLst/>
              <a:cxnLst/>
              <a:rect l="l" t="t" r="r" b="b"/>
              <a:pathLst>
                <a:path w="2980563" h="1490218">
                  <a:moveTo>
                    <a:pt x="0" y="0"/>
                  </a:moveTo>
                  <a:cubicBezTo>
                    <a:pt x="0" y="823087"/>
                    <a:pt x="667258" y="1490218"/>
                    <a:pt x="1490218" y="1490218"/>
                  </a:cubicBezTo>
                  <a:cubicBezTo>
                    <a:pt x="2313178" y="1490218"/>
                    <a:pt x="2980563" y="823087"/>
                    <a:pt x="29805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0" name="Group 7">
            <a:extLst>
              <a:ext uri="{FF2B5EF4-FFF2-40B4-BE49-F238E27FC236}">
                <a16:creationId xmlns:a16="http://schemas.microsoft.com/office/drawing/2014/main" id="{05A89C17-993A-14C9-A4AE-F62FB961F568}"/>
              </a:ext>
            </a:extLst>
          </p:cNvPr>
          <p:cNvGrpSpPr/>
          <p:nvPr/>
        </p:nvGrpSpPr>
        <p:grpSpPr>
          <a:xfrm>
            <a:off x="10698109" y="1275787"/>
            <a:ext cx="1474841" cy="5582213"/>
            <a:chOff x="0" y="0"/>
            <a:chExt cx="1622451" cy="6140909"/>
          </a:xfrm>
        </p:grpSpPr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FE32CFA1-127B-EC43-8E6D-169FE5D13EED}"/>
                </a:ext>
              </a:extLst>
            </p:cNvPr>
            <p:cNvSpPr/>
            <p:nvPr/>
          </p:nvSpPr>
          <p:spPr>
            <a:xfrm>
              <a:off x="0" y="0"/>
              <a:ext cx="1622425" cy="6140958"/>
            </a:xfrm>
            <a:custGeom>
              <a:avLst/>
              <a:gdLst/>
              <a:ahLst/>
              <a:cxnLst/>
              <a:rect l="l" t="t" r="r" b="b"/>
              <a:pathLst>
                <a:path w="1622425" h="6140958">
                  <a:moveTo>
                    <a:pt x="1606550" y="0"/>
                  </a:moveTo>
                  <a:lnTo>
                    <a:pt x="0" y="3445256"/>
                  </a:lnTo>
                  <a:lnTo>
                    <a:pt x="1257046" y="6140958"/>
                  </a:lnTo>
                  <a:lnTo>
                    <a:pt x="1622425" y="6140958"/>
                  </a:lnTo>
                  <a:lnTo>
                    <a:pt x="1622425" y="34290"/>
                  </a:lnTo>
                  <a:lnTo>
                    <a:pt x="1606550" y="0"/>
                  </a:lnTo>
                  <a:close/>
                </a:path>
              </a:pathLst>
            </a:custGeom>
            <a:solidFill>
              <a:srgbClr val="FDC20B"/>
            </a:solidFill>
          </p:spPr>
        </p:sp>
      </p:grpSp>
      <p:sp>
        <p:nvSpPr>
          <p:cNvPr id="13" name="Freeform 10">
            <a:extLst>
              <a:ext uri="{FF2B5EF4-FFF2-40B4-BE49-F238E27FC236}">
                <a16:creationId xmlns:a16="http://schemas.microsoft.com/office/drawing/2014/main" id="{230A5BE3-685F-C9B1-5243-D608DAECB16A}"/>
              </a:ext>
            </a:extLst>
          </p:cNvPr>
          <p:cNvSpPr/>
          <p:nvPr/>
        </p:nvSpPr>
        <p:spPr>
          <a:xfrm>
            <a:off x="-506953" y="4887481"/>
            <a:ext cx="3941039" cy="3941039"/>
          </a:xfrm>
          <a:custGeom>
            <a:avLst/>
            <a:gdLst/>
            <a:ahLst/>
            <a:cxnLst/>
            <a:rect l="l" t="t" r="r" b="b"/>
            <a:pathLst>
              <a:path w="7344537" h="7344537">
                <a:moveTo>
                  <a:pt x="0" y="0"/>
                </a:moveTo>
                <a:lnTo>
                  <a:pt x="7344537" y="0"/>
                </a:lnTo>
                <a:lnTo>
                  <a:pt x="7344537" y="7344537"/>
                </a:lnTo>
                <a:lnTo>
                  <a:pt x="0" y="73445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1B53B4F-A6EE-ADBD-1970-F4812AAA6CB5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738688" y="1326517"/>
            <a:ext cx="6083246" cy="577531"/>
          </a:xfrm>
        </p:spPr>
        <p:txBody>
          <a:bodyPr>
            <a:noAutofit/>
          </a:bodyPr>
          <a:lstStyle>
            <a:lvl1pPr marL="0" indent="0" algn="r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1pPr>
            <a:lvl2pPr marL="571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2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7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8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71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964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463" y="1188414"/>
            <a:ext cx="9364646" cy="455486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‹Nº›</a:t>
            </a:fld>
            <a:endParaRPr lang="es-ES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6561B277-1AA8-512C-4944-E2F59BB5C037}"/>
              </a:ext>
            </a:extLst>
          </p:cNvPr>
          <p:cNvGrpSpPr/>
          <p:nvPr/>
        </p:nvGrpSpPr>
        <p:grpSpPr>
          <a:xfrm>
            <a:off x="-33338" y="3990833"/>
            <a:ext cx="1366838" cy="2310551"/>
            <a:chOff x="0" y="0"/>
            <a:chExt cx="1987604" cy="3359915"/>
          </a:xfrm>
        </p:grpSpPr>
        <p:sp>
          <p:nvSpPr>
            <p:cNvPr id="12" name="Freeform 3">
              <a:extLst>
                <a:ext uri="{FF2B5EF4-FFF2-40B4-BE49-F238E27FC236}">
                  <a16:creationId xmlns:a16="http://schemas.microsoft.com/office/drawing/2014/main" id="{8056F718-1322-EF3A-AE41-63ECE0F34D01}"/>
                </a:ext>
              </a:extLst>
            </p:cNvPr>
            <p:cNvSpPr/>
            <p:nvPr/>
          </p:nvSpPr>
          <p:spPr>
            <a:xfrm>
              <a:off x="0" y="0"/>
              <a:ext cx="1987550" cy="3359912"/>
            </a:xfrm>
            <a:custGeom>
              <a:avLst/>
              <a:gdLst/>
              <a:ahLst/>
              <a:cxnLst/>
              <a:rect l="l" t="t" r="r" b="b"/>
              <a:pathLst>
                <a:path w="1987550" h="3359912">
                  <a:moveTo>
                    <a:pt x="0" y="3359912"/>
                  </a:moveTo>
                  <a:lnTo>
                    <a:pt x="1987550" y="3359912"/>
                  </a:lnTo>
                  <a:lnTo>
                    <a:pt x="19875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900"/>
            </a:solidFill>
          </p:spPr>
        </p:sp>
      </p:grpSp>
      <p:grpSp>
        <p:nvGrpSpPr>
          <p:cNvPr id="14" name="Group 4">
            <a:extLst>
              <a:ext uri="{FF2B5EF4-FFF2-40B4-BE49-F238E27FC236}">
                <a16:creationId xmlns:a16="http://schemas.microsoft.com/office/drawing/2014/main" id="{235DF392-A27A-06DE-5C0E-069D9975B120}"/>
              </a:ext>
            </a:extLst>
          </p:cNvPr>
          <p:cNvGrpSpPr/>
          <p:nvPr/>
        </p:nvGrpSpPr>
        <p:grpSpPr>
          <a:xfrm>
            <a:off x="650062" y="0"/>
            <a:ext cx="2294455" cy="1188411"/>
            <a:chOff x="0" y="0"/>
            <a:chExt cx="2844291" cy="1473197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5CC443B7-E879-405D-4C11-3B7FD2E6236C}"/>
                </a:ext>
              </a:extLst>
            </p:cNvPr>
            <p:cNvSpPr/>
            <p:nvPr/>
          </p:nvSpPr>
          <p:spPr>
            <a:xfrm>
              <a:off x="0" y="0"/>
              <a:ext cx="2844292" cy="1473200"/>
            </a:xfrm>
            <a:custGeom>
              <a:avLst/>
              <a:gdLst/>
              <a:ahLst/>
              <a:cxnLst/>
              <a:rect l="l" t="t" r="r" b="b"/>
              <a:pathLst>
                <a:path w="2844292" h="1473200">
                  <a:moveTo>
                    <a:pt x="889" y="0"/>
                  </a:moveTo>
                  <a:cubicBezTo>
                    <a:pt x="254" y="16891"/>
                    <a:pt x="0" y="33909"/>
                    <a:pt x="0" y="51054"/>
                  </a:cubicBezTo>
                  <a:cubicBezTo>
                    <a:pt x="0" y="836422"/>
                    <a:pt x="636778" y="1473200"/>
                    <a:pt x="1422146" y="1473200"/>
                  </a:cubicBezTo>
                  <a:cubicBezTo>
                    <a:pt x="2207514" y="1473200"/>
                    <a:pt x="2844292" y="836422"/>
                    <a:pt x="2844292" y="51054"/>
                  </a:cubicBezTo>
                  <a:cubicBezTo>
                    <a:pt x="2844292" y="34036"/>
                    <a:pt x="2844038" y="17018"/>
                    <a:pt x="284340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6" name="Group 6">
            <a:extLst>
              <a:ext uri="{FF2B5EF4-FFF2-40B4-BE49-F238E27FC236}">
                <a16:creationId xmlns:a16="http://schemas.microsoft.com/office/drawing/2014/main" id="{37B6FEE9-7E03-53D8-3964-254A6A66D0B4}"/>
              </a:ext>
            </a:extLst>
          </p:cNvPr>
          <p:cNvGrpSpPr/>
          <p:nvPr/>
        </p:nvGrpSpPr>
        <p:grpSpPr>
          <a:xfrm>
            <a:off x="10829925" y="1817071"/>
            <a:ext cx="1409701" cy="5013704"/>
            <a:chOff x="0" y="0"/>
            <a:chExt cx="1747517" cy="6215172"/>
          </a:xfrm>
        </p:grpSpPr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6138F360-D794-3F3C-C4F9-AA00CD7D8E8C}"/>
                </a:ext>
              </a:extLst>
            </p:cNvPr>
            <p:cNvSpPr/>
            <p:nvPr/>
          </p:nvSpPr>
          <p:spPr>
            <a:xfrm>
              <a:off x="0" y="0"/>
              <a:ext cx="1747520" cy="6215126"/>
            </a:xfrm>
            <a:custGeom>
              <a:avLst/>
              <a:gdLst/>
              <a:ahLst/>
              <a:cxnLst/>
              <a:rect l="l" t="t" r="r" b="b"/>
              <a:pathLst>
                <a:path w="1747520" h="6215126">
                  <a:moveTo>
                    <a:pt x="1154938" y="0"/>
                  </a:moveTo>
                  <a:lnTo>
                    <a:pt x="0" y="2476881"/>
                  </a:lnTo>
                  <a:lnTo>
                    <a:pt x="1743202" y="6215126"/>
                  </a:lnTo>
                  <a:lnTo>
                    <a:pt x="1745869" y="6215126"/>
                  </a:lnTo>
                  <a:lnTo>
                    <a:pt x="1747520" y="6211570"/>
                  </a:lnTo>
                  <a:lnTo>
                    <a:pt x="1747520" y="0"/>
                  </a:lnTo>
                  <a:close/>
                </a:path>
              </a:pathLst>
            </a:custGeom>
            <a:solidFill>
              <a:srgbClr val="EB5D12"/>
            </a:solidFill>
          </p:spPr>
        </p:sp>
      </p:grpSp>
      <p:sp>
        <p:nvSpPr>
          <p:cNvPr id="19" name="Freeform 8">
            <a:extLst>
              <a:ext uri="{FF2B5EF4-FFF2-40B4-BE49-F238E27FC236}">
                <a16:creationId xmlns:a16="http://schemas.microsoft.com/office/drawing/2014/main" id="{39AA6C37-9014-3B58-C9DA-C6CD89F2001E}"/>
              </a:ext>
            </a:extLst>
          </p:cNvPr>
          <p:cNvSpPr/>
          <p:nvPr/>
        </p:nvSpPr>
        <p:spPr>
          <a:xfrm>
            <a:off x="8602318" y="181990"/>
            <a:ext cx="2105316" cy="749253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68" b="-468"/>
            </a:stretch>
          </a:blipFill>
        </p:spPr>
      </p:sp>
    </p:spTree>
    <p:extLst>
      <p:ext uri="{BB962C8B-B14F-4D97-AF65-F5344CB8AC3E}">
        <p14:creationId xmlns:p14="http://schemas.microsoft.com/office/powerpoint/2010/main" val="41680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463" y="2428875"/>
            <a:ext cx="9364646" cy="33144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‹Nº›</a:t>
            </a:fld>
            <a:endParaRPr lang="es-ES"/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DB2492F2-8644-2F52-569C-A158B29D9173}"/>
              </a:ext>
            </a:extLst>
          </p:cNvPr>
          <p:cNvGrpSpPr/>
          <p:nvPr/>
        </p:nvGrpSpPr>
        <p:grpSpPr>
          <a:xfrm>
            <a:off x="8619914" y="-19761"/>
            <a:ext cx="2078195" cy="1059562"/>
            <a:chOff x="0" y="0"/>
            <a:chExt cx="2960419" cy="1509362"/>
          </a:xfrm>
        </p:grpSpPr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BE8AD2BE-F218-DFD6-EBBF-1FDD3078784B}"/>
                </a:ext>
              </a:extLst>
            </p:cNvPr>
            <p:cNvSpPr/>
            <p:nvPr/>
          </p:nvSpPr>
          <p:spPr>
            <a:xfrm>
              <a:off x="0" y="0"/>
              <a:ext cx="2960370" cy="1509395"/>
            </a:xfrm>
            <a:custGeom>
              <a:avLst/>
              <a:gdLst/>
              <a:ahLst/>
              <a:cxnLst/>
              <a:rect l="l" t="t" r="r" b="b"/>
              <a:pathLst>
                <a:path w="2960370" h="1509395">
                  <a:moveTo>
                    <a:pt x="254" y="0"/>
                  </a:moveTo>
                  <a:cubicBezTo>
                    <a:pt x="127" y="9652"/>
                    <a:pt x="0" y="19304"/>
                    <a:pt x="0" y="29083"/>
                  </a:cubicBezTo>
                  <a:cubicBezTo>
                    <a:pt x="0" y="846582"/>
                    <a:pt x="662686" y="1509395"/>
                    <a:pt x="1480185" y="1509395"/>
                  </a:cubicBezTo>
                  <a:cubicBezTo>
                    <a:pt x="2297684" y="1509395"/>
                    <a:pt x="2960370" y="846582"/>
                    <a:pt x="2960370" y="29083"/>
                  </a:cubicBezTo>
                  <a:cubicBezTo>
                    <a:pt x="2960370" y="19304"/>
                    <a:pt x="2960243" y="9652"/>
                    <a:pt x="296011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9376F86A-3EE2-9B86-E5BF-C7B9182BD978}"/>
              </a:ext>
            </a:extLst>
          </p:cNvPr>
          <p:cNvGrpSpPr/>
          <p:nvPr/>
        </p:nvGrpSpPr>
        <p:grpSpPr>
          <a:xfrm>
            <a:off x="9525" y="1286651"/>
            <a:ext cx="728060" cy="4284699"/>
            <a:chOff x="0" y="0"/>
            <a:chExt cx="1037132" cy="6103618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25C5F9A1-13C9-5E86-6C34-F7423F8AC3E1}"/>
                </a:ext>
              </a:extLst>
            </p:cNvPr>
            <p:cNvSpPr/>
            <p:nvPr/>
          </p:nvSpPr>
          <p:spPr>
            <a:xfrm>
              <a:off x="0" y="0"/>
              <a:ext cx="1037082" cy="6103620"/>
            </a:xfrm>
            <a:custGeom>
              <a:avLst/>
              <a:gdLst/>
              <a:ahLst/>
              <a:cxnLst/>
              <a:rect l="l" t="t" r="r" b="b"/>
              <a:pathLst>
                <a:path w="1037082" h="6103620">
                  <a:moveTo>
                    <a:pt x="0" y="6103620"/>
                  </a:moveTo>
                  <a:lnTo>
                    <a:pt x="1037082" y="6103620"/>
                  </a:lnTo>
                  <a:lnTo>
                    <a:pt x="10370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84C7"/>
            </a:solidFill>
          </p:spPr>
        </p:sp>
      </p:grpSp>
      <p:grpSp>
        <p:nvGrpSpPr>
          <p:cNvPr id="11" name="Group 9">
            <a:extLst>
              <a:ext uri="{FF2B5EF4-FFF2-40B4-BE49-F238E27FC236}">
                <a16:creationId xmlns:a16="http://schemas.microsoft.com/office/drawing/2014/main" id="{E3B133CA-B603-3348-0797-1E37A0675D58}"/>
              </a:ext>
            </a:extLst>
          </p:cNvPr>
          <p:cNvGrpSpPr/>
          <p:nvPr/>
        </p:nvGrpSpPr>
        <p:grpSpPr>
          <a:xfrm>
            <a:off x="10992551" y="2428875"/>
            <a:ext cx="1247075" cy="4445034"/>
            <a:chOff x="0" y="0"/>
            <a:chExt cx="1776476" cy="6332018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D7A2FF6-BFC0-52B4-CD7B-4E43F9442DE3}"/>
                </a:ext>
              </a:extLst>
            </p:cNvPr>
            <p:cNvSpPr/>
            <p:nvPr/>
          </p:nvSpPr>
          <p:spPr>
            <a:xfrm>
              <a:off x="0" y="0"/>
              <a:ext cx="1776476" cy="6331966"/>
            </a:xfrm>
            <a:custGeom>
              <a:avLst/>
              <a:gdLst/>
              <a:ahLst/>
              <a:cxnLst/>
              <a:rect l="l" t="t" r="r" b="b"/>
              <a:pathLst>
                <a:path w="1776476" h="6331966">
                  <a:moveTo>
                    <a:pt x="0" y="3809619"/>
                  </a:moveTo>
                  <a:lnTo>
                    <a:pt x="1176274" y="6331966"/>
                  </a:lnTo>
                  <a:lnTo>
                    <a:pt x="1776476" y="6331966"/>
                  </a:lnTo>
                  <a:lnTo>
                    <a:pt x="1776476" y="0"/>
                  </a:lnTo>
                  <a:close/>
                </a:path>
              </a:pathLst>
            </a:custGeom>
            <a:solidFill>
              <a:srgbClr val="FDC20B"/>
            </a:solidFill>
          </p:spPr>
        </p:sp>
      </p:grpSp>
      <p:sp>
        <p:nvSpPr>
          <p:cNvPr id="17" name="Freeform 8">
            <a:extLst>
              <a:ext uri="{FF2B5EF4-FFF2-40B4-BE49-F238E27FC236}">
                <a16:creationId xmlns:a16="http://schemas.microsoft.com/office/drawing/2014/main" id="{F460C801-38B2-D4E0-C827-475C679514E3}"/>
              </a:ext>
            </a:extLst>
          </p:cNvPr>
          <p:cNvSpPr/>
          <p:nvPr/>
        </p:nvSpPr>
        <p:spPr>
          <a:xfrm>
            <a:off x="1314412" y="208477"/>
            <a:ext cx="2105316" cy="749253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68" b="-468"/>
            </a:stretch>
          </a:blipFill>
        </p:spPr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DFB81DC-2829-3F0B-AEF5-396914893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412" y="1100865"/>
            <a:ext cx="9364645" cy="1184875"/>
          </a:xfrm>
        </p:spPr>
        <p:txBody>
          <a:bodyPr/>
          <a:lstStyle>
            <a:lvl1pPr algn="l">
              <a:defRPr sz="412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923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logoti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125" y="1143000"/>
            <a:ext cx="11430000" cy="550652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7" name="Freeform 8">
            <a:extLst>
              <a:ext uri="{FF2B5EF4-FFF2-40B4-BE49-F238E27FC236}">
                <a16:creationId xmlns:a16="http://schemas.microsoft.com/office/drawing/2014/main" id="{F460C801-38B2-D4E0-C827-475C679514E3}"/>
              </a:ext>
            </a:extLst>
          </p:cNvPr>
          <p:cNvSpPr/>
          <p:nvPr/>
        </p:nvSpPr>
        <p:spPr>
          <a:xfrm>
            <a:off x="1314412" y="208477"/>
            <a:ext cx="2105316" cy="749253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68" b="-468"/>
            </a:stretch>
          </a:blipFill>
        </p:spPr>
      </p:sp>
    </p:spTree>
    <p:extLst>
      <p:ext uri="{BB962C8B-B14F-4D97-AF65-F5344CB8AC3E}">
        <p14:creationId xmlns:p14="http://schemas.microsoft.com/office/powerpoint/2010/main" val="2547977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463" y="2428875"/>
            <a:ext cx="9364646" cy="33144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‹Nº›</a:t>
            </a:fld>
            <a:endParaRPr lang="es-E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DFB81DC-2829-3F0B-AEF5-396914893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412" y="1100865"/>
            <a:ext cx="9364645" cy="1184875"/>
          </a:xfrm>
        </p:spPr>
        <p:txBody>
          <a:bodyPr/>
          <a:lstStyle>
            <a:lvl1pPr algn="l">
              <a:defRPr sz="412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AE5E0468-4054-A0AF-2F92-735709D30A1F}"/>
              </a:ext>
            </a:extLst>
          </p:cNvPr>
          <p:cNvSpPr/>
          <p:nvPr/>
        </p:nvSpPr>
        <p:spPr>
          <a:xfrm>
            <a:off x="-47625" y="1607444"/>
            <a:ext cx="2448532" cy="5250577"/>
          </a:xfrm>
          <a:custGeom>
            <a:avLst/>
            <a:gdLst/>
            <a:ahLst/>
            <a:cxnLst/>
            <a:rect l="l" t="t" r="r" b="b"/>
            <a:pathLst>
              <a:path w="2718943" h="5830443">
                <a:moveTo>
                  <a:pt x="0" y="5830443"/>
                </a:moveTo>
                <a:lnTo>
                  <a:pt x="2718943" y="5830443"/>
                </a:lnTo>
                <a:lnTo>
                  <a:pt x="0" y="0"/>
                </a:lnTo>
                <a:close/>
              </a:path>
            </a:pathLst>
          </a:custGeom>
          <a:solidFill>
            <a:srgbClr val="FDC20B"/>
          </a:solidFill>
        </p:spPr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B5CEC57E-B9C1-4F20-FE28-1035A0A913FE}"/>
              </a:ext>
            </a:extLst>
          </p:cNvPr>
          <p:cNvGrpSpPr/>
          <p:nvPr/>
        </p:nvGrpSpPr>
        <p:grpSpPr>
          <a:xfrm>
            <a:off x="1314412" y="-18837"/>
            <a:ext cx="1924088" cy="1083169"/>
            <a:chOff x="0" y="0"/>
            <a:chExt cx="2939793" cy="1654962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D4D8D455-6F83-7BC0-AAA5-810BD8357B9A}"/>
                </a:ext>
              </a:extLst>
            </p:cNvPr>
            <p:cNvSpPr/>
            <p:nvPr/>
          </p:nvSpPr>
          <p:spPr>
            <a:xfrm>
              <a:off x="0" y="0"/>
              <a:ext cx="2939796" cy="1654937"/>
            </a:xfrm>
            <a:custGeom>
              <a:avLst/>
              <a:gdLst/>
              <a:ahLst/>
              <a:cxnLst/>
              <a:rect l="l" t="t" r="r" b="b"/>
              <a:pathLst>
                <a:path w="2939796" h="1654937">
                  <a:moveTo>
                    <a:pt x="11557" y="0"/>
                  </a:moveTo>
                  <a:cubicBezTo>
                    <a:pt x="3937" y="60706"/>
                    <a:pt x="0" y="122428"/>
                    <a:pt x="0" y="185166"/>
                  </a:cubicBezTo>
                  <a:cubicBezTo>
                    <a:pt x="0" y="996823"/>
                    <a:pt x="658114" y="1654937"/>
                    <a:pt x="1469898" y="1654937"/>
                  </a:cubicBezTo>
                  <a:cubicBezTo>
                    <a:pt x="2281682" y="1654937"/>
                    <a:pt x="2939796" y="996823"/>
                    <a:pt x="2939796" y="185166"/>
                  </a:cubicBezTo>
                  <a:cubicBezTo>
                    <a:pt x="2939796" y="122428"/>
                    <a:pt x="2935859" y="60706"/>
                    <a:pt x="29282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6" name="Freeform 7">
            <a:extLst>
              <a:ext uri="{FF2B5EF4-FFF2-40B4-BE49-F238E27FC236}">
                <a16:creationId xmlns:a16="http://schemas.microsoft.com/office/drawing/2014/main" id="{CBC30D72-13AE-901F-EE06-4DCE18025C06}"/>
              </a:ext>
            </a:extLst>
          </p:cNvPr>
          <p:cNvSpPr/>
          <p:nvPr/>
        </p:nvSpPr>
        <p:spPr>
          <a:xfrm>
            <a:off x="11294745" y="1308497"/>
            <a:ext cx="897256" cy="5549503"/>
          </a:xfrm>
          <a:custGeom>
            <a:avLst/>
            <a:gdLst/>
            <a:ahLst/>
            <a:cxnLst/>
            <a:rect l="l" t="t" r="r" b="b"/>
            <a:pathLst>
              <a:path w="957072" h="5919470">
                <a:moveTo>
                  <a:pt x="0" y="5919470"/>
                </a:moveTo>
                <a:lnTo>
                  <a:pt x="957072" y="5919470"/>
                </a:lnTo>
                <a:lnTo>
                  <a:pt x="957072" y="0"/>
                </a:lnTo>
                <a:lnTo>
                  <a:pt x="0" y="0"/>
                </a:lnTo>
                <a:close/>
              </a:path>
            </a:pathLst>
          </a:custGeom>
          <a:solidFill>
            <a:srgbClr val="2084C7"/>
          </a:solidFill>
        </p:spPr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2FD874A3-75FB-BA97-C70A-AFA1297333C5}"/>
              </a:ext>
            </a:extLst>
          </p:cNvPr>
          <p:cNvSpPr/>
          <p:nvPr/>
        </p:nvSpPr>
        <p:spPr>
          <a:xfrm>
            <a:off x="8272745" y="86978"/>
            <a:ext cx="2446713" cy="870751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68" b="-468"/>
            </a:stretch>
          </a:blipFill>
        </p:spPr>
      </p:sp>
    </p:spTree>
    <p:extLst>
      <p:ext uri="{BB962C8B-B14F-4D97-AF65-F5344CB8AC3E}">
        <p14:creationId xmlns:p14="http://schemas.microsoft.com/office/powerpoint/2010/main" val="4181736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4203" y="2428875"/>
            <a:ext cx="9273906" cy="33144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‹Nº›</a:t>
            </a:fld>
            <a:endParaRPr lang="es-E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DFB81DC-2829-3F0B-AEF5-396914893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153" y="1100865"/>
            <a:ext cx="9273905" cy="1184875"/>
          </a:xfrm>
        </p:spPr>
        <p:txBody>
          <a:bodyPr/>
          <a:lstStyle>
            <a:lvl1pPr algn="l">
              <a:defRPr sz="412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184D2681-BDB5-4EC1-1168-F5D0FB5065CD}"/>
              </a:ext>
            </a:extLst>
          </p:cNvPr>
          <p:cNvSpPr/>
          <p:nvPr/>
        </p:nvSpPr>
        <p:spPr>
          <a:xfrm>
            <a:off x="0" y="3328304"/>
            <a:ext cx="1424203" cy="2407585"/>
          </a:xfrm>
          <a:custGeom>
            <a:avLst/>
            <a:gdLst/>
            <a:ahLst/>
            <a:cxnLst/>
            <a:rect l="l" t="t" r="r" b="b"/>
            <a:pathLst>
              <a:path w="1987550" h="3359912">
                <a:moveTo>
                  <a:pt x="0" y="3359912"/>
                </a:moveTo>
                <a:lnTo>
                  <a:pt x="1987550" y="3359912"/>
                </a:lnTo>
                <a:lnTo>
                  <a:pt x="198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</p:spPr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20A6E0B5-1EEF-4DA0-E71C-FDB1508DE6F7}"/>
              </a:ext>
            </a:extLst>
          </p:cNvPr>
          <p:cNvSpPr/>
          <p:nvPr/>
        </p:nvSpPr>
        <p:spPr>
          <a:xfrm>
            <a:off x="10681771" y="930187"/>
            <a:ext cx="1510231" cy="5371197"/>
          </a:xfrm>
          <a:custGeom>
            <a:avLst/>
            <a:gdLst/>
            <a:ahLst/>
            <a:cxnLst/>
            <a:rect l="l" t="t" r="r" b="b"/>
            <a:pathLst>
              <a:path w="1747520" h="6215126">
                <a:moveTo>
                  <a:pt x="1154938" y="0"/>
                </a:moveTo>
                <a:lnTo>
                  <a:pt x="0" y="2476881"/>
                </a:lnTo>
                <a:lnTo>
                  <a:pt x="1743202" y="6215126"/>
                </a:lnTo>
                <a:lnTo>
                  <a:pt x="1745869" y="6215126"/>
                </a:lnTo>
                <a:lnTo>
                  <a:pt x="1747520" y="6211570"/>
                </a:lnTo>
                <a:lnTo>
                  <a:pt x="1747520" y="0"/>
                </a:lnTo>
                <a:close/>
              </a:path>
            </a:pathLst>
          </a:custGeom>
          <a:solidFill>
            <a:srgbClr val="EB5D12"/>
          </a:solidFill>
        </p:spPr>
      </p:sp>
      <p:grpSp>
        <p:nvGrpSpPr>
          <p:cNvPr id="15" name="Group 4">
            <a:extLst>
              <a:ext uri="{FF2B5EF4-FFF2-40B4-BE49-F238E27FC236}">
                <a16:creationId xmlns:a16="http://schemas.microsoft.com/office/drawing/2014/main" id="{F2A27F6A-C2D2-E1BF-8391-A3B95AFE6ABC}"/>
              </a:ext>
            </a:extLst>
          </p:cNvPr>
          <p:cNvGrpSpPr/>
          <p:nvPr/>
        </p:nvGrpSpPr>
        <p:grpSpPr>
          <a:xfrm>
            <a:off x="1314412" y="-18837"/>
            <a:ext cx="1924088" cy="1083169"/>
            <a:chOff x="0" y="0"/>
            <a:chExt cx="2939793" cy="1654962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63C8689F-F19E-5B97-7BBC-C5E63596088E}"/>
                </a:ext>
              </a:extLst>
            </p:cNvPr>
            <p:cNvSpPr/>
            <p:nvPr/>
          </p:nvSpPr>
          <p:spPr>
            <a:xfrm>
              <a:off x="0" y="0"/>
              <a:ext cx="2939796" cy="1654937"/>
            </a:xfrm>
            <a:custGeom>
              <a:avLst/>
              <a:gdLst/>
              <a:ahLst/>
              <a:cxnLst/>
              <a:rect l="l" t="t" r="r" b="b"/>
              <a:pathLst>
                <a:path w="2939796" h="1654937">
                  <a:moveTo>
                    <a:pt x="11557" y="0"/>
                  </a:moveTo>
                  <a:cubicBezTo>
                    <a:pt x="3937" y="60706"/>
                    <a:pt x="0" y="122428"/>
                    <a:pt x="0" y="185166"/>
                  </a:cubicBezTo>
                  <a:cubicBezTo>
                    <a:pt x="0" y="996823"/>
                    <a:pt x="658114" y="1654937"/>
                    <a:pt x="1469898" y="1654937"/>
                  </a:cubicBezTo>
                  <a:cubicBezTo>
                    <a:pt x="2281682" y="1654937"/>
                    <a:pt x="2939796" y="996823"/>
                    <a:pt x="2939796" y="185166"/>
                  </a:cubicBezTo>
                  <a:cubicBezTo>
                    <a:pt x="2939796" y="122428"/>
                    <a:pt x="2935859" y="60706"/>
                    <a:pt x="29282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9" name="Freeform 8">
            <a:extLst>
              <a:ext uri="{FF2B5EF4-FFF2-40B4-BE49-F238E27FC236}">
                <a16:creationId xmlns:a16="http://schemas.microsoft.com/office/drawing/2014/main" id="{B24F7479-AC9C-A5F1-7A9B-2183985D7102}"/>
              </a:ext>
            </a:extLst>
          </p:cNvPr>
          <p:cNvSpPr/>
          <p:nvPr/>
        </p:nvSpPr>
        <p:spPr>
          <a:xfrm>
            <a:off x="8272745" y="86978"/>
            <a:ext cx="2446713" cy="870751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68" b="-468"/>
            </a:stretch>
          </a:blipFill>
        </p:spPr>
      </p:sp>
    </p:spTree>
    <p:extLst>
      <p:ext uri="{BB962C8B-B14F-4D97-AF65-F5344CB8AC3E}">
        <p14:creationId xmlns:p14="http://schemas.microsoft.com/office/powerpoint/2010/main" val="3356014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conteni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4203" y="2428875"/>
            <a:ext cx="9273906" cy="33144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‹Nº›</a:t>
            </a:fld>
            <a:endParaRPr lang="es-E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DFB81DC-2829-3F0B-AEF5-396914893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153" y="1100865"/>
            <a:ext cx="9273905" cy="1184875"/>
          </a:xfrm>
        </p:spPr>
        <p:txBody>
          <a:bodyPr/>
          <a:lstStyle>
            <a:lvl1pPr algn="l">
              <a:defRPr sz="412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grpSp>
        <p:nvGrpSpPr>
          <p:cNvPr id="17" name="Group 2">
            <a:extLst>
              <a:ext uri="{FF2B5EF4-FFF2-40B4-BE49-F238E27FC236}">
                <a16:creationId xmlns:a16="http://schemas.microsoft.com/office/drawing/2014/main" id="{1A25D304-A176-4987-0177-A8AD010388C4}"/>
              </a:ext>
            </a:extLst>
          </p:cNvPr>
          <p:cNvGrpSpPr/>
          <p:nvPr/>
        </p:nvGrpSpPr>
        <p:grpSpPr>
          <a:xfrm>
            <a:off x="-47625" y="2162865"/>
            <a:ext cx="1340895" cy="4695136"/>
            <a:chOff x="0" y="0"/>
            <a:chExt cx="1659639" cy="5811215"/>
          </a:xfrm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36FFD7AD-E250-5BD3-1745-30983810BA46}"/>
                </a:ext>
              </a:extLst>
            </p:cNvPr>
            <p:cNvSpPr/>
            <p:nvPr/>
          </p:nvSpPr>
          <p:spPr>
            <a:xfrm>
              <a:off x="0" y="0"/>
              <a:ext cx="1659636" cy="5811266"/>
            </a:xfrm>
            <a:custGeom>
              <a:avLst/>
              <a:gdLst/>
              <a:ahLst/>
              <a:cxnLst/>
              <a:rect l="l" t="t" r="r" b="b"/>
              <a:pathLst>
                <a:path w="1659636" h="5811266">
                  <a:moveTo>
                    <a:pt x="0" y="0"/>
                  </a:moveTo>
                  <a:lnTo>
                    <a:pt x="0" y="5748528"/>
                  </a:lnTo>
                  <a:lnTo>
                    <a:pt x="29210" y="5811266"/>
                  </a:lnTo>
                  <a:lnTo>
                    <a:pt x="1659636" y="2314956"/>
                  </a:lnTo>
                  <a:lnTo>
                    <a:pt x="580263" y="0"/>
                  </a:lnTo>
                  <a:close/>
                </a:path>
              </a:pathLst>
            </a:custGeom>
            <a:solidFill>
              <a:srgbClr val="64257E"/>
            </a:solidFill>
          </p:spPr>
        </p:sp>
      </p:grpSp>
      <p:sp>
        <p:nvSpPr>
          <p:cNvPr id="19" name="Freeform 4">
            <a:extLst>
              <a:ext uri="{FF2B5EF4-FFF2-40B4-BE49-F238E27FC236}">
                <a16:creationId xmlns:a16="http://schemas.microsoft.com/office/drawing/2014/main" id="{42639782-B40E-B775-1EC1-2521F88F429E}"/>
              </a:ext>
            </a:extLst>
          </p:cNvPr>
          <p:cNvSpPr/>
          <p:nvPr/>
        </p:nvSpPr>
        <p:spPr>
          <a:xfrm>
            <a:off x="1280130" y="184927"/>
            <a:ext cx="2108594" cy="750419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68" b="-468"/>
            </a:stretch>
          </a:blipFill>
        </p:spPr>
      </p:sp>
      <p:grpSp>
        <p:nvGrpSpPr>
          <p:cNvPr id="21" name="Group 5">
            <a:extLst>
              <a:ext uri="{FF2B5EF4-FFF2-40B4-BE49-F238E27FC236}">
                <a16:creationId xmlns:a16="http://schemas.microsoft.com/office/drawing/2014/main" id="{210B9FAC-6012-A12E-2C2B-04FA21A38C21}"/>
              </a:ext>
            </a:extLst>
          </p:cNvPr>
          <p:cNvGrpSpPr/>
          <p:nvPr/>
        </p:nvGrpSpPr>
        <p:grpSpPr>
          <a:xfrm>
            <a:off x="7655686" y="5529097"/>
            <a:ext cx="2657978" cy="1328903"/>
            <a:chOff x="0" y="0"/>
            <a:chExt cx="3289805" cy="1644798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644FB022-173F-3F2A-C2F1-1EBE45624B0C}"/>
                </a:ext>
              </a:extLst>
            </p:cNvPr>
            <p:cNvSpPr/>
            <p:nvPr/>
          </p:nvSpPr>
          <p:spPr>
            <a:xfrm>
              <a:off x="0" y="0"/>
              <a:ext cx="3289808" cy="1644777"/>
            </a:xfrm>
            <a:custGeom>
              <a:avLst/>
              <a:gdLst/>
              <a:ahLst/>
              <a:cxnLst/>
              <a:rect l="l" t="t" r="r" b="b"/>
              <a:pathLst>
                <a:path w="3289808" h="1644777">
                  <a:moveTo>
                    <a:pt x="1644904" y="0"/>
                  </a:moveTo>
                  <a:cubicBezTo>
                    <a:pt x="736473" y="0"/>
                    <a:pt x="0" y="736346"/>
                    <a:pt x="0" y="1644777"/>
                  </a:cubicBezTo>
                  <a:lnTo>
                    <a:pt x="3289808" y="1644777"/>
                  </a:lnTo>
                  <a:cubicBezTo>
                    <a:pt x="3289808" y="736346"/>
                    <a:pt x="2553335" y="0"/>
                    <a:pt x="164490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3" name="Group 7">
            <a:extLst>
              <a:ext uri="{FF2B5EF4-FFF2-40B4-BE49-F238E27FC236}">
                <a16:creationId xmlns:a16="http://schemas.microsoft.com/office/drawing/2014/main" id="{A46E9E32-5227-5C9B-9756-0D30D946B8E5}"/>
              </a:ext>
            </a:extLst>
          </p:cNvPr>
          <p:cNvGrpSpPr/>
          <p:nvPr/>
        </p:nvGrpSpPr>
        <p:grpSpPr>
          <a:xfrm>
            <a:off x="10195312" y="0"/>
            <a:ext cx="1996688" cy="4282320"/>
            <a:chOff x="0" y="0"/>
            <a:chExt cx="2471321" cy="5300269"/>
          </a:xfrm>
        </p:grpSpPr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D9640DCD-7C7B-4998-4CE3-BA80B7065A6C}"/>
                </a:ext>
              </a:extLst>
            </p:cNvPr>
            <p:cNvSpPr/>
            <p:nvPr/>
          </p:nvSpPr>
          <p:spPr>
            <a:xfrm>
              <a:off x="0" y="0"/>
              <a:ext cx="2471293" cy="5300218"/>
            </a:xfrm>
            <a:custGeom>
              <a:avLst/>
              <a:gdLst/>
              <a:ahLst/>
              <a:cxnLst/>
              <a:rect l="l" t="t" r="r" b="b"/>
              <a:pathLst>
                <a:path w="2471293" h="5300218">
                  <a:moveTo>
                    <a:pt x="0" y="0"/>
                  </a:moveTo>
                  <a:lnTo>
                    <a:pt x="2471293" y="5300218"/>
                  </a:lnTo>
                  <a:lnTo>
                    <a:pt x="2471293" y="0"/>
                  </a:lnTo>
                  <a:close/>
                </a:path>
              </a:pathLst>
            </a:custGeom>
            <a:solidFill>
              <a:srgbClr val="52AE32"/>
            </a:solidFill>
          </p:spPr>
        </p:sp>
      </p:grpSp>
    </p:spTree>
    <p:extLst>
      <p:ext uri="{BB962C8B-B14F-4D97-AF65-F5344CB8AC3E}">
        <p14:creationId xmlns:p14="http://schemas.microsoft.com/office/powerpoint/2010/main" val="2920285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columnas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150" y="1163675"/>
            <a:ext cx="10287000" cy="1071563"/>
          </a:xfrm>
        </p:spPr>
        <p:txBody>
          <a:bodyPr>
            <a:normAutofit/>
          </a:bodyPr>
          <a:lstStyle>
            <a:lvl1pPr algn="l">
              <a:defRPr sz="5063">
                <a:latin typeface="PT Sans" panose="020B0503020203020204" pitchFamily="34" charset="77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08183FC1-992A-DE7A-0FE8-C06E2A4472CB}"/>
              </a:ext>
            </a:extLst>
          </p:cNvPr>
          <p:cNvGrpSpPr/>
          <p:nvPr/>
        </p:nvGrpSpPr>
        <p:grpSpPr>
          <a:xfrm>
            <a:off x="2382" y="2057408"/>
            <a:ext cx="2253327" cy="4832985"/>
            <a:chOff x="0" y="0"/>
            <a:chExt cx="2403550" cy="5155184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14080E1-4B96-19F6-82A5-F5CD8B91F532}"/>
                </a:ext>
              </a:extLst>
            </p:cNvPr>
            <p:cNvSpPr/>
            <p:nvPr/>
          </p:nvSpPr>
          <p:spPr>
            <a:xfrm>
              <a:off x="0" y="0"/>
              <a:ext cx="2403602" cy="5155184"/>
            </a:xfrm>
            <a:custGeom>
              <a:avLst/>
              <a:gdLst/>
              <a:ahLst/>
              <a:cxnLst/>
              <a:rect l="l" t="t" r="r" b="b"/>
              <a:pathLst>
                <a:path w="2403602" h="5155184">
                  <a:moveTo>
                    <a:pt x="0" y="5155184"/>
                  </a:moveTo>
                  <a:lnTo>
                    <a:pt x="2403602" y="5155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0A80"/>
            </a:solidFill>
          </p:spPr>
        </p:sp>
      </p:grpSp>
      <p:sp>
        <p:nvSpPr>
          <p:cNvPr id="8" name="Freeform 4">
            <a:extLst>
              <a:ext uri="{FF2B5EF4-FFF2-40B4-BE49-F238E27FC236}">
                <a16:creationId xmlns:a16="http://schemas.microsoft.com/office/drawing/2014/main" id="{7F8A6034-6E6C-0DCD-6978-E2F99A6EF47D}"/>
              </a:ext>
            </a:extLst>
          </p:cNvPr>
          <p:cNvSpPr/>
          <p:nvPr/>
        </p:nvSpPr>
        <p:spPr>
          <a:xfrm>
            <a:off x="452438" y="265443"/>
            <a:ext cx="2446713" cy="870751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68" b="-468"/>
            </a:stretch>
          </a:blipFill>
        </p:spPr>
      </p:sp>
      <p:grpSp>
        <p:nvGrpSpPr>
          <p:cNvPr id="11" name="Group 7">
            <a:extLst>
              <a:ext uri="{FF2B5EF4-FFF2-40B4-BE49-F238E27FC236}">
                <a16:creationId xmlns:a16="http://schemas.microsoft.com/office/drawing/2014/main" id="{E4AC2AA2-44C3-69A3-A7CD-5250F17A83CB}"/>
              </a:ext>
            </a:extLst>
          </p:cNvPr>
          <p:cNvGrpSpPr/>
          <p:nvPr/>
        </p:nvGrpSpPr>
        <p:grpSpPr>
          <a:xfrm>
            <a:off x="8112464" y="0"/>
            <a:ext cx="2286000" cy="1112527"/>
            <a:chOff x="0" y="0"/>
            <a:chExt cx="2880969" cy="1402080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6CC76D3D-FD0C-E49F-83C1-7EEC048F4A26}"/>
                </a:ext>
              </a:extLst>
            </p:cNvPr>
            <p:cNvSpPr/>
            <p:nvPr/>
          </p:nvSpPr>
          <p:spPr>
            <a:xfrm>
              <a:off x="0" y="0"/>
              <a:ext cx="2880995" cy="1402080"/>
            </a:xfrm>
            <a:custGeom>
              <a:avLst/>
              <a:gdLst/>
              <a:ahLst/>
              <a:cxnLst/>
              <a:rect l="l" t="t" r="r" b="b"/>
              <a:pathLst>
                <a:path w="2880995" h="1402080">
                  <a:moveTo>
                    <a:pt x="0" y="0"/>
                  </a:moveTo>
                  <a:cubicBezTo>
                    <a:pt x="0" y="774446"/>
                    <a:pt x="644906" y="1402080"/>
                    <a:pt x="1440434" y="1402080"/>
                  </a:cubicBezTo>
                  <a:cubicBezTo>
                    <a:pt x="2235962" y="1402080"/>
                    <a:pt x="2880995" y="774446"/>
                    <a:pt x="288099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6" name="Group 5">
            <a:extLst>
              <a:ext uri="{FF2B5EF4-FFF2-40B4-BE49-F238E27FC236}">
                <a16:creationId xmlns:a16="http://schemas.microsoft.com/office/drawing/2014/main" id="{03EEE4BF-3161-74C6-7124-0A5B7CFCAFCF}"/>
              </a:ext>
            </a:extLst>
          </p:cNvPr>
          <p:cNvGrpSpPr/>
          <p:nvPr/>
        </p:nvGrpSpPr>
        <p:grpSpPr>
          <a:xfrm>
            <a:off x="8112464" y="5542490"/>
            <a:ext cx="3071844" cy="1314451"/>
            <a:chOff x="0" y="0"/>
            <a:chExt cx="3623057" cy="1550316"/>
          </a:xfrm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A69D6F27-575C-3679-5785-31361ECC5B55}"/>
                </a:ext>
              </a:extLst>
            </p:cNvPr>
            <p:cNvSpPr/>
            <p:nvPr/>
          </p:nvSpPr>
          <p:spPr>
            <a:xfrm>
              <a:off x="0" y="0"/>
              <a:ext cx="3623056" cy="1550289"/>
            </a:xfrm>
            <a:custGeom>
              <a:avLst/>
              <a:gdLst/>
              <a:ahLst/>
              <a:cxnLst/>
              <a:rect l="l" t="t" r="r" b="b"/>
              <a:pathLst>
                <a:path w="3623056" h="1550289">
                  <a:moveTo>
                    <a:pt x="0" y="1550289"/>
                  </a:moveTo>
                  <a:lnTo>
                    <a:pt x="3623056" y="1550289"/>
                  </a:lnTo>
                  <a:lnTo>
                    <a:pt x="36230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900"/>
            </a:solidFill>
          </p:spPr>
        </p: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A2E8D3E-0701-A81B-D211-8A26AC90413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666875" y="2571750"/>
            <a:ext cx="4572001" cy="3171529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1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648240D-ACC8-D875-105C-68A2CF2269D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314954" y="2574214"/>
            <a:ext cx="4572001" cy="3171529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2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285119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s columnas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150" y="1163675"/>
            <a:ext cx="10287000" cy="1071563"/>
          </a:xfrm>
        </p:spPr>
        <p:txBody>
          <a:bodyPr>
            <a:normAutofit/>
          </a:bodyPr>
          <a:lstStyle>
            <a:lvl1pPr algn="l">
              <a:defRPr sz="5063">
                <a:latin typeface="PT Sans" panose="020B0503020203020204" pitchFamily="34" charset="77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08183FC1-992A-DE7A-0FE8-C06E2A4472CB}"/>
              </a:ext>
            </a:extLst>
          </p:cNvPr>
          <p:cNvGrpSpPr/>
          <p:nvPr/>
        </p:nvGrpSpPr>
        <p:grpSpPr>
          <a:xfrm>
            <a:off x="2382" y="2057408"/>
            <a:ext cx="2253327" cy="4832985"/>
            <a:chOff x="0" y="0"/>
            <a:chExt cx="2403550" cy="5155184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14080E1-4B96-19F6-82A5-F5CD8B91F532}"/>
                </a:ext>
              </a:extLst>
            </p:cNvPr>
            <p:cNvSpPr/>
            <p:nvPr/>
          </p:nvSpPr>
          <p:spPr>
            <a:xfrm>
              <a:off x="0" y="0"/>
              <a:ext cx="2403602" cy="5155184"/>
            </a:xfrm>
            <a:custGeom>
              <a:avLst/>
              <a:gdLst/>
              <a:ahLst/>
              <a:cxnLst/>
              <a:rect l="l" t="t" r="r" b="b"/>
              <a:pathLst>
                <a:path w="2403602" h="5155184">
                  <a:moveTo>
                    <a:pt x="0" y="5155184"/>
                  </a:moveTo>
                  <a:lnTo>
                    <a:pt x="2403602" y="5155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0A80"/>
            </a:solidFill>
          </p:spPr>
        </p:sp>
      </p:grpSp>
      <p:sp>
        <p:nvSpPr>
          <p:cNvPr id="8" name="Freeform 4">
            <a:extLst>
              <a:ext uri="{FF2B5EF4-FFF2-40B4-BE49-F238E27FC236}">
                <a16:creationId xmlns:a16="http://schemas.microsoft.com/office/drawing/2014/main" id="{7F8A6034-6E6C-0DCD-6978-E2F99A6EF47D}"/>
              </a:ext>
            </a:extLst>
          </p:cNvPr>
          <p:cNvSpPr/>
          <p:nvPr/>
        </p:nvSpPr>
        <p:spPr>
          <a:xfrm>
            <a:off x="452438" y="265443"/>
            <a:ext cx="2446713" cy="870751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68" b="-468"/>
            </a:stretch>
          </a:blipFill>
        </p:spPr>
      </p:sp>
      <p:grpSp>
        <p:nvGrpSpPr>
          <p:cNvPr id="11" name="Group 7">
            <a:extLst>
              <a:ext uri="{FF2B5EF4-FFF2-40B4-BE49-F238E27FC236}">
                <a16:creationId xmlns:a16="http://schemas.microsoft.com/office/drawing/2014/main" id="{E4AC2AA2-44C3-69A3-A7CD-5250F17A83CB}"/>
              </a:ext>
            </a:extLst>
          </p:cNvPr>
          <p:cNvGrpSpPr/>
          <p:nvPr/>
        </p:nvGrpSpPr>
        <p:grpSpPr>
          <a:xfrm>
            <a:off x="8112464" y="0"/>
            <a:ext cx="2286000" cy="1112527"/>
            <a:chOff x="0" y="0"/>
            <a:chExt cx="2880969" cy="1402080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6CC76D3D-FD0C-E49F-83C1-7EEC048F4A26}"/>
                </a:ext>
              </a:extLst>
            </p:cNvPr>
            <p:cNvSpPr/>
            <p:nvPr/>
          </p:nvSpPr>
          <p:spPr>
            <a:xfrm>
              <a:off x="0" y="0"/>
              <a:ext cx="2880995" cy="1402080"/>
            </a:xfrm>
            <a:custGeom>
              <a:avLst/>
              <a:gdLst/>
              <a:ahLst/>
              <a:cxnLst/>
              <a:rect l="l" t="t" r="r" b="b"/>
              <a:pathLst>
                <a:path w="2880995" h="1402080">
                  <a:moveTo>
                    <a:pt x="0" y="0"/>
                  </a:moveTo>
                  <a:cubicBezTo>
                    <a:pt x="0" y="774446"/>
                    <a:pt x="644906" y="1402080"/>
                    <a:pt x="1440434" y="1402080"/>
                  </a:cubicBezTo>
                  <a:cubicBezTo>
                    <a:pt x="2235962" y="1402080"/>
                    <a:pt x="2880995" y="774446"/>
                    <a:pt x="288099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6" name="Group 5">
            <a:extLst>
              <a:ext uri="{FF2B5EF4-FFF2-40B4-BE49-F238E27FC236}">
                <a16:creationId xmlns:a16="http://schemas.microsoft.com/office/drawing/2014/main" id="{03EEE4BF-3161-74C6-7124-0A5B7CFCAFCF}"/>
              </a:ext>
            </a:extLst>
          </p:cNvPr>
          <p:cNvGrpSpPr/>
          <p:nvPr/>
        </p:nvGrpSpPr>
        <p:grpSpPr>
          <a:xfrm>
            <a:off x="8112464" y="5542490"/>
            <a:ext cx="3071844" cy="1314451"/>
            <a:chOff x="0" y="0"/>
            <a:chExt cx="3623057" cy="1550316"/>
          </a:xfrm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A69D6F27-575C-3679-5785-31361ECC5B55}"/>
                </a:ext>
              </a:extLst>
            </p:cNvPr>
            <p:cNvSpPr/>
            <p:nvPr/>
          </p:nvSpPr>
          <p:spPr>
            <a:xfrm>
              <a:off x="0" y="0"/>
              <a:ext cx="3623056" cy="1550289"/>
            </a:xfrm>
            <a:custGeom>
              <a:avLst/>
              <a:gdLst/>
              <a:ahLst/>
              <a:cxnLst/>
              <a:rect l="l" t="t" r="r" b="b"/>
              <a:pathLst>
                <a:path w="3623056" h="1550289">
                  <a:moveTo>
                    <a:pt x="0" y="1550289"/>
                  </a:moveTo>
                  <a:lnTo>
                    <a:pt x="3623056" y="1550289"/>
                  </a:lnTo>
                  <a:lnTo>
                    <a:pt x="36230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900"/>
            </a:solidFill>
          </p:spPr>
        </p: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A2E8D3E-0701-A81B-D211-8A26AC90413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666875" y="2571750"/>
            <a:ext cx="2928938" cy="3171529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1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648240D-ACC8-D875-105C-68A2CF2269D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695391" y="2574214"/>
            <a:ext cx="2928938" cy="3171529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2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3D882F8-D0D1-52C6-AD0A-B7E8F4D7EAE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723907" y="2573373"/>
            <a:ext cx="2928938" cy="3171529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3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67345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08183FC1-992A-DE7A-0FE8-C06E2A4472CB}"/>
              </a:ext>
            </a:extLst>
          </p:cNvPr>
          <p:cNvGrpSpPr/>
          <p:nvPr/>
        </p:nvGrpSpPr>
        <p:grpSpPr>
          <a:xfrm>
            <a:off x="2382" y="2057408"/>
            <a:ext cx="2253327" cy="4832985"/>
            <a:chOff x="0" y="0"/>
            <a:chExt cx="2403550" cy="5155184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14080E1-4B96-19F6-82A5-F5CD8B91F532}"/>
                </a:ext>
              </a:extLst>
            </p:cNvPr>
            <p:cNvSpPr/>
            <p:nvPr/>
          </p:nvSpPr>
          <p:spPr>
            <a:xfrm>
              <a:off x="0" y="0"/>
              <a:ext cx="2403602" cy="5155184"/>
            </a:xfrm>
            <a:custGeom>
              <a:avLst/>
              <a:gdLst/>
              <a:ahLst/>
              <a:cxnLst/>
              <a:rect l="l" t="t" r="r" b="b"/>
              <a:pathLst>
                <a:path w="2403602" h="5155184">
                  <a:moveTo>
                    <a:pt x="0" y="5155184"/>
                  </a:moveTo>
                  <a:lnTo>
                    <a:pt x="2403602" y="5155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0A80"/>
            </a:solidFill>
          </p:spPr>
        </p:sp>
      </p:grpSp>
      <p:sp>
        <p:nvSpPr>
          <p:cNvPr id="8" name="Freeform 4">
            <a:extLst>
              <a:ext uri="{FF2B5EF4-FFF2-40B4-BE49-F238E27FC236}">
                <a16:creationId xmlns:a16="http://schemas.microsoft.com/office/drawing/2014/main" id="{7F8A6034-6E6C-0DCD-6978-E2F99A6EF47D}"/>
              </a:ext>
            </a:extLst>
          </p:cNvPr>
          <p:cNvSpPr/>
          <p:nvPr/>
        </p:nvSpPr>
        <p:spPr>
          <a:xfrm>
            <a:off x="452438" y="265443"/>
            <a:ext cx="2446713" cy="870751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68" b="-468"/>
            </a:stretch>
          </a:blipFill>
        </p:spPr>
      </p:sp>
      <p:grpSp>
        <p:nvGrpSpPr>
          <p:cNvPr id="11" name="Group 7">
            <a:extLst>
              <a:ext uri="{FF2B5EF4-FFF2-40B4-BE49-F238E27FC236}">
                <a16:creationId xmlns:a16="http://schemas.microsoft.com/office/drawing/2014/main" id="{E4AC2AA2-44C3-69A3-A7CD-5250F17A83CB}"/>
              </a:ext>
            </a:extLst>
          </p:cNvPr>
          <p:cNvGrpSpPr/>
          <p:nvPr/>
        </p:nvGrpSpPr>
        <p:grpSpPr>
          <a:xfrm>
            <a:off x="8112464" y="0"/>
            <a:ext cx="2286000" cy="1112527"/>
            <a:chOff x="0" y="0"/>
            <a:chExt cx="2880969" cy="1402080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6CC76D3D-FD0C-E49F-83C1-7EEC048F4A26}"/>
                </a:ext>
              </a:extLst>
            </p:cNvPr>
            <p:cNvSpPr/>
            <p:nvPr/>
          </p:nvSpPr>
          <p:spPr>
            <a:xfrm>
              <a:off x="0" y="0"/>
              <a:ext cx="2880995" cy="1402080"/>
            </a:xfrm>
            <a:custGeom>
              <a:avLst/>
              <a:gdLst/>
              <a:ahLst/>
              <a:cxnLst/>
              <a:rect l="l" t="t" r="r" b="b"/>
              <a:pathLst>
                <a:path w="2880995" h="1402080">
                  <a:moveTo>
                    <a:pt x="0" y="0"/>
                  </a:moveTo>
                  <a:cubicBezTo>
                    <a:pt x="0" y="774446"/>
                    <a:pt x="644906" y="1402080"/>
                    <a:pt x="1440434" y="1402080"/>
                  </a:cubicBezTo>
                  <a:cubicBezTo>
                    <a:pt x="2235962" y="1402080"/>
                    <a:pt x="2880995" y="774446"/>
                    <a:pt x="288099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6" name="Group 5">
            <a:extLst>
              <a:ext uri="{FF2B5EF4-FFF2-40B4-BE49-F238E27FC236}">
                <a16:creationId xmlns:a16="http://schemas.microsoft.com/office/drawing/2014/main" id="{03EEE4BF-3161-74C6-7124-0A5B7CFCAFCF}"/>
              </a:ext>
            </a:extLst>
          </p:cNvPr>
          <p:cNvGrpSpPr/>
          <p:nvPr/>
        </p:nvGrpSpPr>
        <p:grpSpPr>
          <a:xfrm>
            <a:off x="8112464" y="5542490"/>
            <a:ext cx="3071844" cy="1314451"/>
            <a:chOff x="0" y="0"/>
            <a:chExt cx="3623057" cy="1550316"/>
          </a:xfrm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A69D6F27-575C-3679-5785-31361ECC5B55}"/>
                </a:ext>
              </a:extLst>
            </p:cNvPr>
            <p:cNvSpPr/>
            <p:nvPr/>
          </p:nvSpPr>
          <p:spPr>
            <a:xfrm>
              <a:off x="0" y="0"/>
              <a:ext cx="3623056" cy="1550289"/>
            </a:xfrm>
            <a:custGeom>
              <a:avLst/>
              <a:gdLst/>
              <a:ahLst/>
              <a:cxnLst/>
              <a:rect l="l" t="t" r="r" b="b"/>
              <a:pathLst>
                <a:path w="3623056" h="1550289">
                  <a:moveTo>
                    <a:pt x="0" y="1550289"/>
                  </a:moveTo>
                  <a:lnTo>
                    <a:pt x="3623056" y="1550289"/>
                  </a:lnTo>
                  <a:lnTo>
                    <a:pt x="36230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900"/>
            </a:solidFill>
          </p:spPr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648240D-ACC8-D875-105C-68A2CF2269D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873081" y="1350371"/>
            <a:ext cx="4242953" cy="4388430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2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3D882F8-D0D1-52C6-AD0A-B7E8F4D7EAE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409892" y="1356472"/>
            <a:ext cx="4242953" cy="4388430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3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685278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columna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7F8A6034-6E6C-0DCD-6978-E2F99A6EF47D}"/>
              </a:ext>
            </a:extLst>
          </p:cNvPr>
          <p:cNvSpPr/>
          <p:nvPr/>
        </p:nvSpPr>
        <p:spPr>
          <a:xfrm>
            <a:off x="452438" y="265443"/>
            <a:ext cx="2446713" cy="870751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68" b="-468"/>
            </a:stretch>
          </a:blipFill>
        </p:spPr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648240D-ACC8-D875-105C-68A2CF2269D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873081" y="1350371"/>
            <a:ext cx="4242953" cy="4388430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2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3D882F8-D0D1-52C6-AD0A-B7E8F4D7EAE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409892" y="1356472"/>
            <a:ext cx="4242953" cy="4388430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3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7585CB2-A0CB-1119-BE56-52E0B0F98B7B}"/>
              </a:ext>
            </a:extLst>
          </p:cNvPr>
          <p:cNvGrpSpPr/>
          <p:nvPr/>
        </p:nvGrpSpPr>
        <p:grpSpPr>
          <a:xfrm>
            <a:off x="-47625" y="2162865"/>
            <a:ext cx="1340895" cy="4695136"/>
            <a:chOff x="0" y="0"/>
            <a:chExt cx="1659639" cy="581121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0FDDC64-D07D-253A-0B0D-3910AA65DCCC}"/>
                </a:ext>
              </a:extLst>
            </p:cNvPr>
            <p:cNvSpPr/>
            <p:nvPr/>
          </p:nvSpPr>
          <p:spPr>
            <a:xfrm>
              <a:off x="0" y="0"/>
              <a:ext cx="1659636" cy="5811266"/>
            </a:xfrm>
            <a:custGeom>
              <a:avLst/>
              <a:gdLst/>
              <a:ahLst/>
              <a:cxnLst/>
              <a:rect l="l" t="t" r="r" b="b"/>
              <a:pathLst>
                <a:path w="1659636" h="5811266">
                  <a:moveTo>
                    <a:pt x="0" y="0"/>
                  </a:moveTo>
                  <a:lnTo>
                    <a:pt x="0" y="5748528"/>
                  </a:lnTo>
                  <a:lnTo>
                    <a:pt x="29210" y="5811266"/>
                  </a:lnTo>
                  <a:lnTo>
                    <a:pt x="1659636" y="2314956"/>
                  </a:lnTo>
                  <a:lnTo>
                    <a:pt x="580263" y="0"/>
                  </a:lnTo>
                  <a:close/>
                </a:path>
              </a:pathLst>
            </a:custGeom>
            <a:solidFill>
              <a:srgbClr val="64257E"/>
            </a:solidFill>
          </p:spPr>
        </p:sp>
      </p:grpSp>
      <p:grpSp>
        <p:nvGrpSpPr>
          <p:cNvPr id="5" name="Group 7">
            <a:extLst>
              <a:ext uri="{FF2B5EF4-FFF2-40B4-BE49-F238E27FC236}">
                <a16:creationId xmlns:a16="http://schemas.microsoft.com/office/drawing/2014/main" id="{A302B2B1-46ED-09D7-80F6-509F0BFE6F74}"/>
              </a:ext>
            </a:extLst>
          </p:cNvPr>
          <p:cNvGrpSpPr/>
          <p:nvPr/>
        </p:nvGrpSpPr>
        <p:grpSpPr>
          <a:xfrm>
            <a:off x="10195312" y="0"/>
            <a:ext cx="1996688" cy="4282320"/>
            <a:chOff x="0" y="0"/>
            <a:chExt cx="2471321" cy="5300269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F9CD99D-874B-5C63-1F93-4AACD7B65DB3}"/>
                </a:ext>
              </a:extLst>
            </p:cNvPr>
            <p:cNvSpPr/>
            <p:nvPr/>
          </p:nvSpPr>
          <p:spPr>
            <a:xfrm>
              <a:off x="0" y="0"/>
              <a:ext cx="2471293" cy="5300218"/>
            </a:xfrm>
            <a:custGeom>
              <a:avLst/>
              <a:gdLst/>
              <a:ahLst/>
              <a:cxnLst/>
              <a:rect l="l" t="t" r="r" b="b"/>
              <a:pathLst>
                <a:path w="2471293" h="5300218">
                  <a:moveTo>
                    <a:pt x="0" y="0"/>
                  </a:moveTo>
                  <a:lnTo>
                    <a:pt x="2471293" y="5300218"/>
                  </a:lnTo>
                  <a:lnTo>
                    <a:pt x="2471293" y="0"/>
                  </a:lnTo>
                  <a:close/>
                </a:path>
              </a:pathLst>
            </a:custGeom>
            <a:solidFill>
              <a:srgbClr val="52AE32"/>
            </a:solidFill>
          </p:spPr>
        </p:sp>
      </p:grpSp>
    </p:spTree>
    <p:extLst>
      <p:ext uri="{BB962C8B-B14F-4D97-AF65-F5344CB8AC3E}">
        <p14:creationId xmlns:p14="http://schemas.microsoft.com/office/powerpoint/2010/main" val="3435293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s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08183FC1-992A-DE7A-0FE8-C06E2A4472CB}"/>
              </a:ext>
            </a:extLst>
          </p:cNvPr>
          <p:cNvGrpSpPr/>
          <p:nvPr/>
        </p:nvGrpSpPr>
        <p:grpSpPr>
          <a:xfrm>
            <a:off x="2382" y="2057408"/>
            <a:ext cx="2253327" cy="4832985"/>
            <a:chOff x="0" y="0"/>
            <a:chExt cx="2403550" cy="5155184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14080E1-4B96-19F6-82A5-F5CD8B91F532}"/>
                </a:ext>
              </a:extLst>
            </p:cNvPr>
            <p:cNvSpPr/>
            <p:nvPr/>
          </p:nvSpPr>
          <p:spPr>
            <a:xfrm>
              <a:off x="0" y="0"/>
              <a:ext cx="2403602" cy="5155184"/>
            </a:xfrm>
            <a:custGeom>
              <a:avLst/>
              <a:gdLst/>
              <a:ahLst/>
              <a:cxnLst/>
              <a:rect l="l" t="t" r="r" b="b"/>
              <a:pathLst>
                <a:path w="2403602" h="5155184">
                  <a:moveTo>
                    <a:pt x="0" y="5155184"/>
                  </a:moveTo>
                  <a:lnTo>
                    <a:pt x="2403602" y="5155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0A80"/>
            </a:solidFill>
          </p:spPr>
        </p:sp>
      </p:grpSp>
      <p:sp>
        <p:nvSpPr>
          <p:cNvPr id="8" name="Freeform 4">
            <a:extLst>
              <a:ext uri="{FF2B5EF4-FFF2-40B4-BE49-F238E27FC236}">
                <a16:creationId xmlns:a16="http://schemas.microsoft.com/office/drawing/2014/main" id="{7F8A6034-6E6C-0DCD-6978-E2F99A6EF47D}"/>
              </a:ext>
            </a:extLst>
          </p:cNvPr>
          <p:cNvSpPr/>
          <p:nvPr/>
        </p:nvSpPr>
        <p:spPr>
          <a:xfrm>
            <a:off x="452438" y="265443"/>
            <a:ext cx="2446713" cy="870751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68" b="-468"/>
            </a:stretch>
          </a:blipFill>
        </p:spPr>
      </p:sp>
      <p:grpSp>
        <p:nvGrpSpPr>
          <p:cNvPr id="11" name="Group 7">
            <a:extLst>
              <a:ext uri="{FF2B5EF4-FFF2-40B4-BE49-F238E27FC236}">
                <a16:creationId xmlns:a16="http://schemas.microsoft.com/office/drawing/2014/main" id="{E4AC2AA2-44C3-69A3-A7CD-5250F17A83CB}"/>
              </a:ext>
            </a:extLst>
          </p:cNvPr>
          <p:cNvGrpSpPr/>
          <p:nvPr/>
        </p:nvGrpSpPr>
        <p:grpSpPr>
          <a:xfrm>
            <a:off x="8112464" y="0"/>
            <a:ext cx="2286000" cy="1112527"/>
            <a:chOff x="0" y="0"/>
            <a:chExt cx="2880969" cy="1402080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6CC76D3D-FD0C-E49F-83C1-7EEC048F4A26}"/>
                </a:ext>
              </a:extLst>
            </p:cNvPr>
            <p:cNvSpPr/>
            <p:nvPr/>
          </p:nvSpPr>
          <p:spPr>
            <a:xfrm>
              <a:off x="0" y="0"/>
              <a:ext cx="2880995" cy="1402080"/>
            </a:xfrm>
            <a:custGeom>
              <a:avLst/>
              <a:gdLst/>
              <a:ahLst/>
              <a:cxnLst/>
              <a:rect l="l" t="t" r="r" b="b"/>
              <a:pathLst>
                <a:path w="2880995" h="1402080">
                  <a:moveTo>
                    <a:pt x="0" y="0"/>
                  </a:moveTo>
                  <a:cubicBezTo>
                    <a:pt x="0" y="774446"/>
                    <a:pt x="644906" y="1402080"/>
                    <a:pt x="1440434" y="1402080"/>
                  </a:cubicBezTo>
                  <a:cubicBezTo>
                    <a:pt x="2235962" y="1402080"/>
                    <a:pt x="2880995" y="774446"/>
                    <a:pt x="288099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6" name="Group 5">
            <a:extLst>
              <a:ext uri="{FF2B5EF4-FFF2-40B4-BE49-F238E27FC236}">
                <a16:creationId xmlns:a16="http://schemas.microsoft.com/office/drawing/2014/main" id="{03EEE4BF-3161-74C6-7124-0A5B7CFCAFCF}"/>
              </a:ext>
            </a:extLst>
          </p:cNvPr>
          <p:cNvGrpSpPr/>
          <p:nvPr/>
        </p:nvGrpSpPr>
        <p:grpSpPr>
          <a:xfrm>
            <a:off x="8112464" y="5542490"/>
            <a:ext cx="3071844" cy="1314451"/>
            <a:chOff x="0" y="0"/>
            <a:chExt cx="3623057" cy="1550316"/>
          </a:xfrm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A69D6F27-575C-3679-5785-31361ECC5B55}"/>
                </a:ext>
              </a:extLst>
            </p:cNvPr>
            <p:cNvSpPr/>
            <p:nvPr/>
          </p:nvSpPr>
          <p:spPr>
            <a:xfrm>
              <a:off x="0" y="0"/>
              <a:ext cx="3623056" cy="1550289"/>
            </a:xfrm>
            <a:custGeom>
              <a:avLst/>
              <a:gdLst/>
              <a:ahLst/>
              <a:cxnLst/>
              <a:rect l="l" t="t" r="r" b="b"/>
              <a:pathLst>
                <a:path w="3623056" h="1550289">
                  <a:moveTo>
                    <a:pt x="0" y="1550289"/>
                  </a:moveTo>
                  <a:lnTo>
                    <a:pt x="3623056" y="1550289"/>
                  </a:lnTo>
                  <a:lnTo>
                    <a:pt x="36230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D900"/>
            </a:solidFill>
          </p:spPr>
        </p: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A2E8D3E-0701-A81B-D211-8A26AC90413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666875" y="1354849"/>
            <a:ext cx="2928938" cy="4388430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1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648240D-ACC8-D875-105C-68A2CF2269D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695391" y="1357313"/>
            <a:ext cx="2928938" cy="4388430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2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3D882F8-D0D1-52C6-AD0A-B7E8F4D7EAE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723907" y="1356472"/>
            <a:ext cx="2928938" cy="4388430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3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537529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atro elem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7F8A6034-6E6C-0DCD-6978-E2F99A6EF47D}"/>
              </a:ext>
            </a:extLst>
          </p:cNvPr>
          <p:cNvSpPr/>
          <p:nvPr/>
        </p:nvSpPr>
        <p:spPr>
          <a:xfrm>
            <a:off x="452438" y="265443"/>
            <a:ext cx="2446713" cy="870751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68" b="-468"/>
            </a:stretch>
          </a:blipFill>
        </p:spPr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A2E8D3E-0701-A81B-D211-8A26AC90413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648579" y="1354849"/>
            <a:ext cx="4677293" cy="2574214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1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648240D-ACC8-D875-105C-68A2CF2269D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479800" y="1354849"/>
            <a:ext cx="4677293" cy="2574214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2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B281BD6-8FED-22BB-7AFC-29A04897E62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648579" y="4070494"/>
            <a:ext cx="4677293" cy="2574214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1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95E54-444F-1B55-A5E1-2DC16D0BA859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479800" y="4070494"/>
            <a:ext cx="4677293" cy="2574214"/>
          </a:xfrm>
        </p:spPr>
        <p:txBody>
          <a:bodyPr/>
          <a:lstStyle>
            <a:lvl1pPr marL="0" indent="0">
              <a:buNone/>
              <a:defRPr sz="2625" b="1">
                <a:solidFill>
                  <a:schemeClr val="accent2"/>
                </a:solidFill>
              </a:defRPr>
            </a:lvl1pPr>
            <a:lvl2pPr marL="13395" indent="0" algn="l">
              <a:buFont typeface="Arial" panose="020B0604020202020204" pitchFamily="34" charset="0"/>
              <a:buNone/>
              <a:tabLst/>
              <a:defRPr sz="2250" b="1"/>
            </a:lvl2pPr>
            <a:lvl3pPr marL="43161" indent="0">
              <a:buNone/>
              <a:tabLst/>
              <a:defRPr sz="1875"/>
            </a:lvl3pPr>
            <a:lvl4pPr marL="1714458" indent="0">
              <a:buNone/>
              <a:defRPr sz="2250"/>
            </a:lvl4pPr>
            <a:lvl5pPr marL="2285943" indent="0">
              <a:buNone/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86C237D7-7B07-391E-B569-53916684FE17}"/>
              </a:ext>
            </a:extLst>
          </p:cNvPr>
          <p:cNvGrpSpPr/>
          <p:nvPr/>
        </p:nvGrpSpPr>
        <p:grpSpPr>
          <a:xfrm>
            <a:off x="-47625" y="2162865"/>
            <a:ext cx="1340895" cy="4695136"/>
            <a:chOff x="0" y="0"/>
            <a:chExt cx="1659639" cy="5811215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7AD31AF4-E584-DFEB-5675-0E80A51EE11D}"/>
                </a:ext>
              </a:extLst>
            </p:cNvPr>
            <p:cNvSpPr/>
            <p:nvPr/>
          </p:nvSpPr>
          <p:spPr>
            <a:xfrm>
              <a:off x="0" y="0"/>
              <a:ext cx="1659636" cy="5811266"/>
            </a:xfrm>
            <a:custGeom>
              <a:avLst/>
              <a:gdLst/>
              <a:ahLst/>
              <a:cxnLst/>
              <a:rect l="l" t="t" r="r" b="b"/>
              <a:pathLst>
                <a:path w="1659636" h="5811266">
                  <a:moveTo>
                    <a:pt x="0" y="0"/>
                  </a:moveTo>
                  <a:lnTo>
                    <a:pt x="0" y="5748528"/>
                  </a:lnTo>
                  <a:lnTo>
                    <a:pt x="29210" y="5811266"/>
                  </a:lnTo>
                  <a:lnTo>
                    <a:pt x="1659636" y="2314956"/>
                  </a:lnTo>
                  <a:lnTo>
                    <a:pt x="580263" y="0"/>
                  </a:lnTo>
                  <a:close/>
                </a:path>
              </a:pathLst>
            </a:custGeom>
            <a:solidFill>
              <a:srgbClr val="64257E"/>
            </a:solidFill>
          </p:spPr>
        </p:sp>
      </p:grpSp>
      <p:grpSp>
        <p:nvGrpSpPr>
          <p:cNvPr id="10" name="Group 7">
            <a:extLst>
              <a:ext uri="{FF2B5EF4-FFF2-40B4-BE49-F238E27FC236}">
                <a16:creationId xmlns:a16="http://schemas.microsoft.com/office/drawing/2014/main" id="{D4A24159-F436-FCA8-8828-21B83E4CE8E0}"/>
              </a:ext>
            </a:extLst>
          </p:cNvPr>
          <p:cNvGrpSpPr/>
          <p:nvPr/>
        </p:nvGrpSpPr>
        <p:grpSpPr>
          <a:xfrm>
            <a:off x="10195312" y="0"/>
            <a:ext cx="1996688" cy="4282320"/>
            <a:chOff x="0" y="0"/>
            <a:chExt cx="2471321" cy="5300269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A8AD7D0F-EE91-6880-D991-F8CAF12AFF12}"/>
                </a:ext>
              </a:extLst>
            </p:cNvPr>
            <p:cNvSpPr/>
            <p:nvPr/>
          </p:nvSpPr>
          <p:spPr>
            <a:xfrm>
              <a:off x="0" y="0"/>
              <a:ext cx="2471293" cy="5300218"/>
            </a:xfrm>
            <a:custGeom>
              <a:avLst/>
              <a:gdLst/>
              <a:ahLst/>
              <a:cxnLst/>
              <a:rect l="l" t="t" r="r" b="b"/>
              <a:pathLst>
                <a:path w="2471293" h="5300218">
                  <a:moveTo>
                    <a:pt x="0" y="0"/>
                  </a:moveTo>
                  <a:lnTo>
                    <a:pt x="2471293" y="5300218"/>
                  </a:lnTo>
                  <a:lnTo>
                    <a:pt x="2471293" y="0"/>
                  </a:lnTo>
                  <a:close/>
                </a:path>
              </a:pathLst>
            </a:custGeom>
            <a:solidFill>
              <a:srgbClr val="52AE32"/>
            </a:solidFill>
          </p:spPr>
        </p:sp>
      </p:grpSp>
    </p:spTree>
    <p:extLst>
      <p:ext uri="{BB962C8B-B14F-4D97-AF65-F5344CB8AC3E}">
        <p14:creationId xmlns:p14="http://schemas.microsoft.com/office/powerpoint/2010/main" val="39568573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500189"/>
            <a:ext cx="5048250" cy="4243090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0250" y="1500189"/>
            <a:ext cx="5048250" cy="4243090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ECB49-CA9D-416A-8B9A-E761A036227F}" type="datetimeFigureOut">
              <a:rPr lang="es-ES" smtClean="0"/>
              <a:t>06/10/2025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6451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2891" y="4131470"/>
            <a:ext cx="9715500" cy="1276945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891" y="2725045"/>
            <a:ext cx="9715500" cy="1406425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1486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14297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14457" indent="0">
              <a:buNone/>
              <a:defRPr sz="1750">
                <a:solidFill>
                  <a:schemeClr val="tx1">
                    <a:tint val="75000"/>
                  </a:schemeClr>
                </a:solidFill>
              </a:defRPr>
            </a:lvl4pPr>
            <a:lvl5pPr marL="2285943" indent="0">
              <a:buNone/>
              <a:defRPr sz="1750">
                <a:solidFill>
                  <a:schemeClr val="tx1">
                    <a:tint val="75000"/>
                  </a:schemeClr>
                </a:solidFill>
              </a:defRPr>
            </a:lvl5pPr>
            <a:lvl6pPr marL="2857429" indent="0">
              <a:buNone/>
              <a:defRPr sz="1750">
                <a:solidFill>
                  <a:schemeClr val="tx1">
                    <a:tint val="75000"/>
                  </a:schemeClr>
                </a:solidFill>
              </a:defRPr>
            </a:lvl6pPr>
            <a:lvl7pPr marL="3428915" indent="0">
              <a:buNone/>
              <a:defRPr sz="1750">
                <a:solidFill>
                  <a:schemeClr val="tx1">
                    <a:tint val="75000"/>
                  </a:schemeClr>
                </a:solidFill>
              </a:defRPr>
            </a:lvl7pPr>
            <a:lvl8pPr marL="4000400" indent="0">
              <a:buNone/>
              <a:defRPr sz="1750">
                <a:solidFill>
                  <a:schemeClr val="tx1">
                    <a:tint val="75000"/>
                  </a:schemeClr>
                </a:solidFill>
              </a:defRPr>
            </a:lvl8pPr>
            <a:lvl9pPr marL="4571886" indent="0">
              <a:buNone/>
              <a:defRPr sz="17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ECB49-CA9D-416A-8B9A-E761A036227F}" type="datetimeFigureOut">
              <a:rPr lang="es-ES" smtClean="0"/>
              <a:t>06/10/2025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17398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1439168"/>
            <a:ext cx="5050235" cy="599777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1486" indent="0">
              <a:buNone/>
              <a:defRPr sz="2500" b="1"/>
            </a:lvl2pPr>
            <a:lvl3pPr marL="1142972" indent="0">
              <a:buNone/>
              <a:defRPr sz="2250" b="1"/>
            </a:lvl3pPr>
            <a:lvl4pPr marL="1714457" indent="0">
              <a:buNone/>
              <a:defRPr sz="2000" b="1"/>
            </a:lvl4pPr>
            <a:lvl5pPr marL="2285943" indent="0">
              <a:buNone/>
              <a:defRPr sz="2000" b="1"/>
            </a:lvl5pPr>
            <a:lvl6pPr marL="2857429" indent="0">
              <a:buNone/>
              <a:defRPr sz="2000" b="1"/>
            </a:lvl6pPr>
            <a:lvl7pPr marL="3428915" indent="0">
              <a:buNone/>
              <a:defRPr sz="2000" b="1"/>
            </a:lvl7pPr>
            <a:lvl8pPr marL="4000400" indent="0">
              <a:buNone/>
              <a:defRPr sz="2000" b="1"/>
            </a:lvl8pPr>
            <a:lvl9pPr marL="4571886" indent="0">
              <a:buNone/>
              <a:defRPr sz="20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500" y="2038945"/>
            <a:ext cx="5050235" cy="3704333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5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06283" y="1439168"/>
            <a:ext cx="5052218" cy="599777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1486" indent="0">
              <a:buNone/>
              <a:defRPr sz="2500" b="1"/>
            </a:lvl2pPr>
            <a:lvl3pPr marL="1142972" indent="0">
              <a:buNone/>
              <a:defRPr sz="2250" b="1"/>
            </a:lvl3pPr>
            <a:lvl4pPr marL="1714457" indent="0">
              <a:buNone/>
              <a:defRPr sz="2000" b="1"/>
            </a:lvl4pPr>
            <a:lvl5pPr marL="2285943" indent="0">
              <a:buNone/>
              <a:defRPr sz="2000" b="1"/>
            </a:lvl5pPr>
            <a:lvl6pPr marL="2857429" indent="0">
              <a:buNone/>
              <a:defRPr sz="2000" b="1"/>
            </a:lvl6pPr>
            <a:lvl7pPr marL="3428915" indent="0">
              <a:buNone/>
              <a:defRPr sz="2000" b="1"/>
            </a:lvl7pPr>
            <a:lvl8pPr marL="4000400" indent="0">
              <a:buNone/>
              <a:defRPr sz="2000" b="1"/>
            </a:lvl8pPr>
            <a:lvl9pPr marL="4571886" indent="0">
              <a:buNone/>
              <a:defRPr sz="20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283" y="2038945"/>
            <a:ext cx="5052218" cy="3704333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5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ECB49-CA9D-416A-8B9A-E761A036227F}" type="datetimeFigureOut">
              <a:rPr lang="es-ES" smtClean="0"/>
              <a:t>06/10/2025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23895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2922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ECB49-CA9D-416A-8B9A-E761A036227F}" type="datetimeFigureOut">
              <a:rPr lang="es-ES" smtClean="0"/>
              <a:t>06/10/2025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18015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 y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8588" y="250149"/>
            <a:ext cx="6164632" cy="1521439"/>
          </a:xfrm>
        </p:spPr>
        <p:txBody>
          <a:bodyPr anchor="b">
            <a:noAutofit/>
          </a:bodyPr>
          <a:lstStyle>
            <a:lvl1pPr algn="r">
              <a:defRPr sz="4125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59968" y="2543355"/>
            <a:ext cx="8498440" cy="4314646"/>
          </a:xfrm>
        </p:spPr>
        <p:txBody>
          <a:bodyPr/>
          <a:lstStyle>
            <a:lvl1pPr marL="0" indent="0">
              <a:buNone/>
              <a:defRPr sz="4000"/>
            </a:lvl1pPr>
            <a:lvl2pPr marL="571486" indent="0">
              <a:buNone/>
              <a:defRPr sz="3500"/>
            </a:lvl2pPr>
            <a:lvl3pPr marL="1142972" indent="0">
              <a:buNone/>
              <a:defRPr sz="3000"/>
            </a:lvl3pPr>
            <a:lvl4pPr marL="1714457" indent="0">
              <a:buNone/>
              <a:defRPr sz="2500"/>
            </a:lvl4pPr>
            <a:lvl5pPr marL="2285943" indent="0">
              <a:buNone/>
              <a:defRPr sz="2500"/>
            </a:lvl5pPr>
            <a:lvl6pPr marL="2857429" indent="0">
              <a:buNone/>
              <a:defRPr sz="2500"/>
            </a:lvl6pPr>
            <a:lvl7pPr marL="3428915" indent="0">
              <a:buNone/>
              <a:defRPr sz="2500"/>
            </a:lvl7pPr>
            <a:lvl8pPr marL="4000400" indent="0">
              <a:buNone/>
              <a:defRPr sz="2500"/>
            </a:lvl8pPr>
            <a:lvl9pPr marL="4571886" indent="0">
              <a:buNone/>
              <a:defRPr sz="2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71462" y="2007401"/>
            <a:ext cx="7561757" cy="383589"/>
          </a:xfrm>
        </p:spPr>
        <p:txBody>
          <a:bodyPr/>
          <a:lstStyle>
            <a:lvl1pPr marL="0" indent="0" algn="r">
              <a:buNone/>
              <a:defRPr sz="1750"/>
            </a:lvl1pPr>
            <a:lvl2pPr marL="571486" indent="0">
              <a:buNone/>
              <a:defRPr sz="1500"/>
            </a:lvl2pPr>
            <a:lvl3pPr marL="1142972" indent="0">
              <a:buNone/>
              <a:defRPr sz="1250"/>
            </a:lvl3pPr>
            <a:lvl4pPr marL="1714457" indent="0">
              <a:buNone/>
              <a:defRPr sz="1125"/>
            </a:lvl4pPr>
            <a:lvl5pPr marL="2285943" indent="0">
              <a:buNone/>
              <a:defRPr sz="1125"/>
            </a:lvl5pPr>
            <a:lvl6pPr marL="2857429" indent="0">
              <a:buNone/>
              <a:defRPr sz="1125"/>
            </a:lvl6pPr>
            <a:lvl7pPr marL="3428915" indent="0">
              <a:buNone/>
              <a:defRPr sz="1125"/>
            </a:lvl7pPr>
            <a:lvl8pPr marL="4000400" indent="0">
              <a:buNone/>
              <a:defRPr sz="1125"/>
            </a:lvl8pPr>
            <a:lvl9pPr marL="4571886" indent="0">
              <a:buNone/>
              <a:defRPr sz="112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98F15CDD-33F2-AA3A-13E8-FA0836B547BE}"/>
              </a:ext>
            </a:extLst>
          </p:cNvPr>
          <p:cNvSpPr/>
          <p:nvPr/>
        </p:nvSpPr>
        <p:spPr>
          <a:xfrm>
            <a:off x="603124" y="368990"/>
            <a:ext cx="1756870" cy="1521440"/>
          </a:xfrm>
          <a:custGeom>
            <a:avLst/>
            <a:gdLst/>
            <a:ahLst/>
            <a:cxnLst/>
            <a:rect l="l" t="t" r="r" b="b"/>
            <a:pathLst>
              <a:path w="1405496" h="1217152">
                <a:moveTo>
                  <a:pt x="0" y="0"/>
                </a:moveTo>
                <a:lnTo>
                  <a:pt x="1405496" y="0"/>
                </a:lnTo>
                <a:lnTo>
                  <a:pt x="1405496" y="1217153"/>
                </a:lnTo>
                <a:lnTo>
                  <a:pt x="0" y="12171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6">
            <a:extLst>
              <a:ext uri="{FF2B5EF4-FFF2-40B4-BE49-F238E27FC236}">
                <a16:creationId xmlns:a16="http://schemas.microsoft.com/office/drawing/2014/main" id="{95986939-9078-72E8-4381-DCC58AF27C70}"/>
              </a:ext>
            </a:extLst>
          </p:cNvPr>
          <p:cNvGrpSpPr>
            <a:grpSpLocks noChangeAspect="1"/>
          </p:cNvGrpSpPr>
          <p:nvPr/>
        </p:nvGrpSpPr>
        <p:grpSpPr>
          <a:xfrm>
            <a:off x="2974336" y="-122464"/>
            <a:ext cx="2794214" cy="1397125"/>
            <a:chOff x="0" y="0"/>
            <a:chExt cx="3725621" cy="1862836"/>
          </a:xfrm>
        </p:grpSpPr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40FC8330-CA0C-2DE1-7A78-8957E58EC79D}"/>
                </a:ext>
              </a:extLst>
            </p:cNvPr>
            <p:cNvSpPr/>
            <p:nvPr/>
          </p:nvSpPr>
          <p:spPr>
            <a:xfrm>
              <a:off x="0" y="0"/>
              <a:ext cx="3725672" cy="1862836"/>
            </a:xfrm>
            <a:custGeom>
              <a:avLst/>
              <a:gdLst/>
              <a:ahLst/>
              <a:cxnLst/>
              <a:rect l="l" t="t" r="r" b="b"/>
              <a:pathLst>
                <a:path w="3725672" h="1862836">
                  <a:moveTo>
                    <a:pt x="0" y="0"/>
                  </a:moveTo>
                  <a:cubicBezTo>
                    <a:pt x="0" y="1028827"/>
                    <a:pt x="834009" y="1862836"/>
                    <a:pt x="1862836" y="1862836"/>
                  </a:cubicBezTo>
                  <a:cubicBezTo>
                    <a:pt x="2891663" y="1862836"/>
                    <a:pt x="3725672" y="1028827"/>
                    <a:pt x="372567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6A0093BA-CC74-DC35-F577-65330804507C}"/>
              </a:ext>
            </a:extLst>
          </p:cNvPr>
          <p:cNvSpPr/>
          <p:nvPr/>
        </p:nvSpPr>
        <p:spPr>
          <a:xfrm>
            <a:off x="452438" y="3965679"/>
            <a:ext cx="1849497" cy="2892355"/>
          </a:xfrm>
          <a:custGeom>
            <a:avLst/>
            <a:gdLst/>
            <a:ahLst/>
            <a:cxnLst/>
            <a:rect l="l" t="t" r="r" b="b"/>
            <a:pathLst>
              <a:path w="3461385" h="5413121">
                <a:moveTo>
                  <a:pt x="0" y="5413121"/>
                </a:moveTo>
                <a:lnTo>
                  <a:pt x="3461385" y="5413121"/>
                </a:lnTo>
                <a:lnTo>
                  <a:pt x="3461385" y="0"/>
                </a:lnTo>
                <a:lnTo>
                  <a:pt x="0" y="0"/>
                </a:lnTo>
                <a:close/>
              </a:path>
            </a:pathLst>
          </a:custGeom>
          <a:solidFill>
            <a:srgbClr val="2084C7"/>
          </a:solidFill>
        </p:spPr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3815E721-A066-53F8-ECE3-DF3A2C04CC34}"/>
              </a:ext>
            </a:extLst>
          </p:cNvPr>
          <p:cNvSpPr/>
          <p:nvPr/>
        </p:nvSpPr>
        <p:spPr>
          <a:xfrm>
            <a:off x="10858435" y="1810614"/>
            <a:ext cx="1333542" cy="5047403"/>
          </a:xfrm>
          <a:custGeom>
            <a:avLst/>
            <a:gdLst/>
            <a:ahLst/>
            <a:cxnLst/>
            <a:rect l="l" t="t" r="r" b="b"/>
            <a:pathLst>
              <a:path w="2028063" h="7676134">
                <a:moveTo>
                  <a:pt x="2008124" y="0"/>
                </a:moveTo>
                <a:lnTo>
                  <a:pt x="0" y="4306570"/>
                </a:lnTo>
                <a:lnTo>
                  <a:pt x="1571371" y="7676134"/>
                </a:lnTo>
                <a:lnTo>
                  <a:pt x="2028063" y="7676134"/>
                </a:lnTo>
                <a:lnTo>
                  <a:pt x="2028063" y="42799"/>
                </a:lnTo>
                <a:lnTo>
                  <a:pt x="2008124" y="0"/>
                </a:lnTo>
                <a:close/>
              </a:path>
            </a:pathLst>
          </a:custGeom>
          <a:solidFill>
            <a:srgbClr val="FDC20B"/>
          </a:solidFill>
        </p:spPr>
      </p:sp>
    </p:spTree>
    <p:extLst>
      <p:ext uri="{BB962C8B-B14F-4D97-AF65-F5344CB8AC3E}">
        <p14:creationId xmlns:p14="http://schemas.microsoft.com/office/powerpoint/2010/main" val="23078358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59968" y="1428751"/>
            <a:ext cx="9829651" cy="5429250"/>
          </a:xfrm>
        </p:spPr>
        <p:txBody>
          <a:bodyPr/>
          <a:lstStyle>
            <a:lvl1pPr marL="0" indent="0">
              <a:buNone/>
              <a:defRPr sz="4000"/>
            </a:lvl1pPr>
            <a:lvl2pPr marL="571486" indent="0">
              <a:buNone/>
              <a:defRPr sz="3500"/>
            </a:lvl2pPr>
            <a:lvl3pPr marL="1142972" indent="0">
              <a:buNone/>
              <a:defRPr sz="3000"/>
            </a:lvl3pPr>
            <a:lvl4pPr marL="1714457" indent="0">
              <a:buNone/>
              <a:defRPr sz="2500"/>
            </a:lvl4pPr>
            <a:lvl5pPr marL="2285943" indent="0">
              <a:buNone/>
              <a:defRPr sz="2500"/>
            </a:lvl5pPr>
            <a:lvl6pPr marL="2857429" indent="0">
              <a:buNone/>
              <a:defRPr sz="2500"/>
            </a:lvl6pPr>
            <a:lvl7pPr marL="3428915" indent="0">
              <a:buNone/>
              <a:defRPr sz="2500"/>
            </a:lvl7pPr>
            <a:lvl8pPr marL="4000400" indent="0">
              <a:buNone/>
              <a:defRPr sz="2500"/>
            </a:lvl8pPr>
            <a:lvl9pPr marL="4571886" indent="0">
              <a:buNone/>
              <a:defRPr sz="2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grpSp>
        <p:nvGrpSpPr>
          <p:cNvPr id="17" name="Group 2">
            <a:extLst>
              <a:ext uri="{FF2B5EF4-FFF2-40B4-BE49-F238E27FC236}">
                <a16:creationId xmlns:a16="http://schemas.microsoft.com/office/drawing/2014/main" id="{362F0D28-DCB6-F184-9C8B-82B35DF4A0E0}"/>
              </a:ext>
            </a:extLst>
          </p:cNvPr>
          <p:cNvGrpSpPr/>
          <p:nvPr/>
        </p:nvGrpSpPr>
        <p:grpSpPr>
          <a:xfrm>
            <a:off x="2382" y="2057408"/>
            <a:ext cx="2253327" cy="4832985"/>
            <a:chOff x="0" y="0"/>
            <a:chExt cx="2403550" cy="5155184"/>
          </a:xfrm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6DBC8E7F-8D43-5196-7DB4-D094106A17F7}"/>
                </a:ext>
              </a:extLst>
            </p:cNvPr>
            <p:cNvSpPr/>
            <p:nvPr/>
          </p:nvSpPr>
          <p:spPr>
            <a:xfrm>
              <a:off x="0" y="0"/>
              <a:ext cx="2403602" cy="5155184"/>
            </a:xfrm>
            <a:custGeom>
              <a:avLst/>
              <a:gdLst/>
              <a:ahLst/>
              <a:cxnLst/>
              <a:rect l="l" t="t" r="r" b="b"/>
              <a:pathLst>
                <a:path w="2403602" h="5155184">
                  <a:moveTo>
                    <a:pt x="0" y="5155184"/>
                  </a:moveTo>
                  <a:lnTo>
                    <a:pt x="2403602" y="51551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0A80"/>
            </a:solidFill>
          </p:spPr>
        </p:sp>
      </p:grpSp>
      <p:sp>
        <p:nvSpPr>
          <p:cNvPr id="19" name="Freeform 4">
            <a:extLst>
              <a:ext uri="{FF2B5EF4-FFF2-40B4-BE49-F238E27FC236}">
                <a16:creationId xmlns:a16="http://schemas.microsoft.com/office/drawing/2014/main" id="{6F6F889E-72CB-74C2-AFD8-A31E6FF85780}"/>
              </a:ext>
            </a:extLst>
          </p:cNvPr>
          <p:cNvSpPr/>
          <p:nvPr/>
        </p:nvSpPr>
        <p:spPr>
          <a:xfrm>
            <a:off x="452438" y="265443"/>
            <a:ext cx="2446713" cy="870751"/>
          </a:xfrm>
          <a:custGeom>
            <a:avLst/>
            <a:gdLst/>
            <a:ahLst/>
            <a:cxnLst/>
            <a:rect l="l" t="t" r="r" b="b"/>
            <a:pathLst>
              <a:path w="1957370" h="696601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468" b="-468"/>
            </a:stretch>
          </a:blipFill>
        </p:spPr>
      </p:sp>
      <p:grpSp>
        <p:nvGrpSpPr>
          <p:cNvPr id="20" name="Group 7">
            <a:extLst>
              <a:ext uri="{FF2B5EF4-FFF2-40B4-BE49-F238E27FC236}">
                <a16:creationId xmlns:a16="http://schemas.microsoft.com/office/drawing/2014/main" id="{28F605B3-5AF2-99BC-4CD8-110EB8E2C81B}"/>
              </a:ext>
            </a:extLst>
          </p:cNvPr>
          <p:cNvGrpSpPr/>
          <p:nvPr/>
        </p:nvGrpSpPr>
        <p:grpSpPr>
          <a:xfrm>
            <a:off x="8112464" y="0"/>
            <a:ext cx="2286000" cy="1112527"/>
            <a:chOff x="0" y="0"/>
            <a:chExt cx="2880969" cy="1402080"/>
          </a:xfrm>
        </p:grpSpPr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B91FC9C6-DD4D-702E-50E1-ADDA58F0729F}"/>
                </a:ext>
              </a:extLst>
            </p:cNvPr>
            <p:cNvSpPr/>
            <p:nvPr/>
          </p:nvSpPr>
          <p:spPr>
            <a:xfrm>
              <a:off x="0" y="0"/>
              <a:ext cx="2880995" cy="1402080"/>
            </a:xfrm>
            <a:custGeom>
              <a:avLst/>
              <a:gdLst/>
              <a:ahLst/>
              <a:cxnLst/>
              <a:rect l="l" t="t" r="r" b="b"/>
              <a:pathLst>
                <a:path w="2880995" h="1402080">
                  <a:moveTo>
                    <a:pt x="0" y="0"/>
                  </a:moveTo>
                  <a:cubicBezTo>
                    <a:pt x="0" y="774446"/>
                    <a:pt x="644906" y="1402080"/>
                    <a:pt x="1440434" y="1402080"/>
                  </a:cubicBezTo>
                  <a:cubicBezTo>
                    <a:pt x="2235962" y="1402080"/>
                    <a:pt x="2880995" y="774446"/>
                    <a:pt x="288099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</p:spTree>
    <p:extLst>
      <p:ext uri="{BB962C8B-B14F-4D97-AF65-F5344CB8AC3E}">
        <p14:creationId xmlns:p14="http://schemas.microsoft.com/office/powerpoint/2010/main" val="232161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0360" y="4500562"/>
            <a:ext cx="6858000" cy="531317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40360" y="574477"/>
            <a:ext cx="6858000" cy="3857625"/>
          </a:xfrm>
        </p:spPr>
        <p:txBody>
          <a:bodyPr/>
          <a:lstStyle>
            <a:lvl1pPr marL="0" indent="0">
              <a:buNone/>
              <a:defRPr sz="4000"/>
            </a:lvl1pPr>
            <a:lvl2pPr marL="571486" indent="0">
              <a:buNone/>
              <a:defRPr sz="3500"/>
            </a:lvl2pPr>
            <a:lvl3pPr marL="1142972" indent="0">
              <a:buNone/>
              <a:defRPr sz="3000"/>
            </a:lvl3pPr>
            <a:lvl4pPr marL="1714457" indent="0">
              <a:buNone/>
              <a:defRPr sz="2500"/>
            </a:lvl4pPr>
            <a:lvl5pPr marL="2285943" indent="0">
              <a:buNone/>
              <a:defRPr sz="2500"/>
            </a:lvl5pPr>
            <a:lvl6pPr marL="2857429" indent="0">
              <a:buNone/>
              <a:defRPr sz="2500"/>
            </a:lvl6pPr>
            <a:lvl7pPr marL="3428915" indent="0">
              <a:buNone/>
              <a:defRPr sz="2500"/>
            </a:lvl7pPr>
            <a:lvl8pPr marL="4000400" indent="0">
              <a:buNone/>
              <a:defRPr sz="2500"/>
            </a:lvl8pPr>
            <a:lvl9pPr marL="4571886" indent="0">
              <a:buNone/>
              <a:defRPr sz="25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40360" y="5031879"/>
            <a:ext cx="6858000" cy="754558"/>
          </a:xfrm>
        </p:spPr>
        <p:txBody>
          <a:bodyPr/>
          <a:lstStyle>
            <a:lvl1pPr marL="0" indent="0">
              <a:buNone/>
              <a:defRPr sz="1750"/>
            </a:lvl1pPr>
            <a:lvl2pPr marL="571486" indent="0">
              <a:buNone/>
              <a:defRPr sz="1500"/>
            </a:lvl2pPr>
            <a:lvl3pPr marL="1142972" indent="0">
              <a:buNone/>
              <a:defRPr sz="1250"/>
            </a:lvl3pPr>
            <a:lvl4pPr marL="1714457" indent="0">
              <a:buNone/>
              <a:defRPr sz="1125"/>
            </a:lvl4pPr>
            <a:lvl5pPr marL="2285943" indent="0">
              <a:buNone/>
              <a:defRPr sz="1125"/>
            </a:lvl5pPr>
            <a:lvl6pPr marL="2857429" indent="0">
              <a:buNone/>
              <a:defRPr sz="1125"/>
            </a:lvl6pPr>
            <a:lvl7pPr marL="3428915" indent="0">
              <a:buNone/>
              <a:defRPr sz="1125"/>
            </a:lvl7pPr>
            <a:lvl8pPr marL="4000400" indent="0">
              <a:buNone/>
              <a:defRPr sz="1125"/>
            </a:lvl8pPr>
            <a:lvl9pPr marL="4571886" indent="0">
              <a:buNone/>
              <a:defRPr sz="112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ECB49-CA9D-416A-8B9A-E761A036227F}" type="datetimeFigureOut">
              <a:rPr lang="es-ES" smtClean="0"/>
              <a:t>06/10/2025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1930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ECB49-CA9D-416A-8B9A-E761A036227F}" type="datetimeFigureOut">
              <a:rPr lang="es-ES" smtClean="0"/>
              <a:t>06/10/2025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86963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86750" y="257473"/>
            <a:ext cx="2571750" cy="548580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257473"/>
            <a:ext cx="7524750" cy="548580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ECB49-CA9D-416A-8B9A-E761A036227F}" type="datetimeFigureOut">
              <a:rPr lang="es-ES" smtClean="0"/>
              <a:t>06/10/2025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16778-34E0-43C7-8C9E-2B414577B0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6666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500" y="257473"/>
            <a:ext cx="10287000" cy="1071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1500189"/>
            <a:ext cx="10287000" cy="4243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77"/>
              </a:defRPr>
            </a:lvl1pPr>
          </a:lstStyle>
          <a:p>
            <a:fld id="{989ECB49-CA9D-416A-8B9A-E761A036227F}" type="datetimeFigureOut">
              <a:rPr lang="es-ES" smtClean="0"/>
              <a:t>06/10/2025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77"/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77"/>
              </a:defRPr>
            </a:lvl1pPr>
          </a:lstStyle>
          <a:p>
            <a:fld id="{10616778-34E0-43C7-8C9E-2B414577B0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9913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txStyles>
    <p:titleStyle>
      <a:lvl1pPr algn="ctr" defTabSz="1142972" rtl="0" eaLnBrk="1" latinLnBrk="0" hangingPunct="1">
        <a:spcBef>
          <a:spcPct val="0"/>
        </a:spcBef>
        <a:buNone/>
        <a:defRPr sz="5500" b="1" kern="1200">
          <a:solidFill>
            <a:schemeClr val="tx1"/>
          </a:solidFill>
          <a:latin typeface="PT Serif" panose="020A0603040505020204" pitchFamily="18" charset="77"/>
          <a:ea typeface="+mj-ea"/>
          <a:cs typeface="+mj-cs"/>
        </a:defRPr>
      </a:lvl1pPr>
    </p:titleStyle>
    <p:bodyStyle>
      <a:lvl1pPr marL="428615" indent="-428615" algn="l" defTabSz="1142972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PT Sans" panose="020B0503020203020204" pitchFamily="34" charset="77"/>
          <a:ea typeface="+mn-ea"/>
          <a:cs typeface="+mn-cs"/>
        </a:defRPr>
      </a:lvl1pPr>
      <a:lvl2pPr marL="928664" indent="-357178" algn="l" defTabSz="1142972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PT Sans" panose="020B0503020203020204" pitchFamily="34" charset="77"/>
          <a:ea typeface="+mn-ea"/>
          <a:cs typeface="+mn-cs"/>
        </a:defRPr>
      </a:lvl2pPr>
      <a:lvl3pPr marL="1428714" indent="-285743" algn="l" defTabSz="1142972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PT Sans" panose="020B0503020203020204" pitchFamily="34" charset="77"/>
          <a:ea typeface="+mn-ea"/>
          <a:cs typeface="+mn-cs"/>
        </a:defRPr>
      </a:lvl3pPr>
      <a:lvl4pPr marL="2000200" indent="-285743" algn="l" defTabSz="1142972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PT Sans" panose="020B0503020203020204" pitchFamily="34" charset="77"/>
          <a:ea typeface="+mn-ea"/>
          <a:cs typeface="+mn-cs"/>
        </a:defRPr>
      </a:lvl4pPr>
      <a:lvl5pPr marL="2571685" indent="-285743" algn="l" defTabSz="1142972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PT Sans" panose="020B0503020203020204" pitchFamily="34" charset="77"/>
          <a:ea typeface="+mn-ea"/>
          <a:cs typeface="+mn-cs"/>
        </a:defRPr>
      </a:lvl5pPr>
      <a:lvl6pPr marL="3143171" indent="-285743" algn="l" defTabSz="1142972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14657" indent="-285743" algn="l" defTabSz="1142972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86143" indent="-285743" algn="l" defTabSz="1142972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57628" indent="-285743" algn="l" defTabSz="1142972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571486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714457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4pPr>
      <a:lvl5pPr marL="2285943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5pPr>
      <a:lvl6pPr marL="2857429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6pPr>
      <a:lvl7pPr marL="3428915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7pPr>
      <a:lvl8pPr marL="4000400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8pPr>
      <a:lvl9pPr marL="4571886" algn="l" defTabSz="1142972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-scm.com/downloads/win" TargetMode="Externa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046426-0BC8-74F5-2B38-23643463A1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Preparar </a:t>
            </a:r>
            <a:r>
              <a:rPr lang="es-ES" dirty="0" err="1" smtClean="0"/>
              <a:t>Git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769957-BD48-1413-6E79-E49D93C66E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2500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Crea un repositorio privado</a:t>
            </a:r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178677"/>
            <a:ext cx="7829979" cy="410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51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Invita colaboradores para que sea accesible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991" y="2190337"/>
            <a:ext cx="9431066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926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400" dirty="0">
                <a:hlinkClick r:id="rId2"/>
              </a:rPr>
              <a:t>https://</a:t>
            </a:r>
            <a:r>
              <a:rPr lang="es-ES" sz="2400" dirty="0" smtClean="0">
                <a:hlinkClick r:id="rId2"/>
              </a:rPr>
              <a:t>git-scm.com/downloads/win</a:t>
            </a:r>
            <a:endParaRPr lang="es-ES" sz="2400" dirty="0" smtClean="0"/>
          </a:p>
          <a:p>
            <a:r>
              <a:rPr lang="es-ES" sz="2400" dirty="0" smtClean="0"/>
              <a:t>Si esta correctamente instalado te tiene que funcionar el comando </a:t>
            </a:r>
            <a:r>
              <a:rPr lang="es-ES" sz="2400" dirty="0" err="1" smtClean="0"/>
              <a:t>git</a:t>
            </a:r>
            <a:endParaRPr lang="es-ES" sz="2400" dirty="0" smtClean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Instala </a:t>
            </a:r>
            <a:r>
              <a:rPr lang="es-ES" dirty="0" err="1" smtClean="0"/>
              <a:t>git</a:t>
            </a:r>
            <a:r>
              <a:rPr lang="es-ES" dirty="0" smtClean="0"/>
              <a:t> </a:t>
            </a:r>
            <a:r>
              <a:rPr lang="es-ES" dirty="0" err="1" smtClean="0"/>
              <a:t>bash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987" y="4171016"/>
            <a:ext cx="10431331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703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400" dirty="0" smtClean="0"/>
              <a:t>Cuando el repositorio no tiene nada hay que crearlo por primera vez</a:t>
            </a:r>
          </a:p>
          <a:p>
            <a:r>
              <a:rPr lang="es-ES" sz="2400" dirty="0" smtClean="0"/>
              <a:t>Sigue los pasos que explica </a:t>
            </a:r>
            <a:r>
              <a:rPr lang="es-ES" sz="2400" dirty="0" err="1" smtClean="0"/>
              <a:t>github</a:t>
            </a:r>
            <a:endParaRPr lang="es-ES" sz="2400" dirty="0" smtClean="0"/>
          </a:p>
          <a:p>
            <a:endParaRPr lang="es-E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Inicializa tu repositorio en el equipo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3" y="4410740"/>
            <a:ext cx="10944634" cy="193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202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1333463" y="2428875"/>
            <a:ext cx="6709526" cy="3314404"/>
          </a:xfrm>
        </p:spPr>
        <p:txBody>
          <a:bodyPr>
            <a:normAutofit/>
          </a:bodyPr>
          <a:lstStyle/>
          <a:p>
            <a:r>
              <a:rPr lang="es-ES" sz="2000" dirty="0" smtClean="0"/>
              <a:t>Cómo vamos a tener varios proyectos recomiendo crear un directorio donde meteremos todo lo relacionado con GIT.</a:t>
            </a:r>
          </a:p>
          <a:p>
            <a:r>
              <a:rPr lang="es-ES" sz="2000" dirty="0" smtClean="0"/>
              <a:t>Abre ese directorio desde la terminal.</a:t>
            </a:r>
          </a:p>
          <a:p>
            <a:r>
              <a:rPr lang="es-ES" sz="2000" dirty="0" smtClean="0"/>
              <a:t>El comando echo es de Linux, en Windows no va a funcionar.</a:t>
            </a:r>
          </a:p>
          <a:p>
            <a:pPr lvl="1"/>
            <a:r>
              <a:rPr lang="es-ES" sz="1500" dirty="0" err="1" smtClean="0"/>
              <a:t>Basicamente</a:t>
            </a:r>
            <a:r>
              <a:rPr lang="es-ES" sz="1500" dirty="0" smtClean="0"/>
              <a:t> crea un archivo md, así que lo creamos a mano.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Prepara un directorio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5797" y="2771192"/>
            <a:ext cx="3589993" cy="359589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922" y="4693680"/>
            <a:ext cx="5730530" cy="216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276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 smtClean="0"/>
              <a:t>Modificamos el .md para que tenga contenido</a:t>
            </a:r>
          </a:p>
          <a:p>
            <a:endParaRPr lang="es-ES" sz="2000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Edita el md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38" y="3537251"/>
            <a:ext cx="10002646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7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" dirty="0" smtClean="0"/>
              <a:t>Con </a:t>
            </a:r>
            <a:r>
              <a:rPr lang="es-ES" dirty="0" err="1" smtClean="0"/>
              <a:t>ls</a:t>
            </a:r>
            <a:r>
              <a:rPr lang="es-ES" dirty="0" smtClean="0"/>
              <a:t> vemos el contenido que hay en la carpeta</a:t>
            </a:r>
          </a:p>
          <a:p>
            <a:r>
              <a:rPr lang="es-ES" dirty="0" smtClean="0"/>
              <a:t>Con el comando </a:t>
            </a:r>
            <a:r>
              <a:rPr lang="es-ES" dirty="0" err="1" smtClean="0"/>
              <a:t>git</a:t>
            </a:r>
            <a:r>
              <a:rPr lang="es-ES" dirty="0" smtClean="0"/>
              <a:t> </a:t>
            </a:r>
            <a:r>
              <a:rPr lang="es-ES" dirty="0" err="1" smtClean="0"/>
              <a:t>init</a:t>
            </a:r>
            <a:r>
              <a:rPr lang="es-ES" dirty="0" smtClean="0"/>
              <a:t> se esta creando un repositorio de </a:t>
            </a:r>
            <a:r>
              <a:rPr lang="es-ES" dirty="0" err="1" smtClean="0"/>
              <a:t>git</a:t>
            </a:r>
            <a:r>
              <a:rPr lang="es-ES" dirty="0" smtClean="0"/>
              <a:t> en esa carpeta.</a:t>
            </a:r>
          </a:p>
          <a:p>
            <a:r>
              <a:rPr lang="es-ES" dirty="0" err="1" smtClean="0"/>
              <a:t>Git</a:t>
            </a:r>
            <a:r>
              <a:rPr lang="es-ES" dirty="0" smtClean="0"/>
              <a:t> status vemos cómo existe un archivo con modificaciones que no está actualizado.</a:t>
            </a:r>
          </a:p>
          <a:p>
            <a:endParaRPr lang="es-E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Algunos comandos útiles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12726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861023" y="952162"/>
            <a:ext cx="9364646" cy="1905000"/>
          </a:xfrm>
        </p:spPr>
        <p:txBody>
          <a:bodyPr>
            <a:normAutofit/>
          </a:bodyPr>
          <a:lstStyle/>
          <a:p>
            <a:r>
              <a:rPr lang="es-ES" sz="2000" dirty="0" smtClean="0">
                <a:solidFill>
                  <a:srgbClr val="FF0000"/>
                </a:solidFill>
              </a:rPr>
              <a:t>Ojo esta captura tiene un error, debería de haber creado en </a:t>
            </a:r>
            <a:r>
              <a:rPr lang="es-ES" sz="2000" dirty="0" err="1" smtClean="0">
                <a:solidFill>
                  <a:srgbClr val="FF0000"/>
                </a:solidFill>
              </a:rPr>
              <a:t>GitProjects</a:t>
            </a:r>
            <a:r>
              <a:rPr lang="es-ES" sz="2000" dirty="0" smtClean="0">
                <a:solidFill>
                  <a:srgbClr val="FF0000"/>
                </a:solidFill>
              </a:rPr>
              <a:t> una carpeta de </a:t>
            </a:r>
            <a:r>
              <a:rPr lang="es-ES" sz="2000" dirty="0" smtClean="0">
                <a:solidFill>
                  <a:srgbClr val="FF0000"/>
                </a:solidFill>
              </a:rPr>
              <a:t>AD</a:t>
            </a:r>
          </a:p>
          <a:p>
            <a:pPr lvl="1"/>
            <a:r>
              <a:rPr lang="es-ES" sz="1500" dirty="0" smtClean="0">
                <a:solidFill>
                  <a:srgbClr val="FF0000"/>
                </a:solidFill>
              </a:rPr>
              <a:t>Así dentro de </a:t>
            </a:r>
            <a:r>
              <a:rPr lang="es-ES" sz="1500" dirty="0" err="1" smtClean="0">
                <a:solidFill>
                  <a:srgbClr val="FF0000"/>
                </a:solidFill>
              </a:rPr>
              <a:t>gitProjects</a:t>
            </a:r>
            <a:r>
              <a:rPr lang="es-ES" sz="1500" dirty="0" smtClean="0">
                <a:solidFill>
                  <a:srgbClr val="FF0000"/>
                </a:solidFill>
              </a:rPr>
              <a:t>, tengo AD,PDM… Una carpeta para cada asignatura.</a:t>
            </a:r>
            <a:endParaRPr lang="es-ES" sz="1500" dirty="0" smtClean="0">
              <a:solidFill>
                <a:srgbClr val="FF0000"/>
              </a:solidFill>
            </a:endParaRPr>
          </a:p>
          <a:p>
            <a:r>
              <a:rPr lang="es-ES" sz="2000" dirty="0" smtClean="0"/>
              <a:t>Para tener bien separado cada uno de los </a:t>
            </a:r>
            <a:r>
              <a:rPr lang="es-ES" sz="2000" dirty="0" err="1" smtClean="0"/>
              <a:t>github</a:t>
            </a:r>
            <a:r>
              <a:rPr lang="es-ES" sz="2000" dirty="0" smtClean="0"/>
              <a:t> de los diferentes módulos.</a:t>
            </a:r>
            <a:endParaRPr lang="es-ES" sz="20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480" y="2293282"/>
            <a:ext cx="6521436" cy="400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019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Subimos cambios en repositorio local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622" y="2285740"/>
            <a:ext cx="8440328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609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Con </a:t>
            </a:r>
            <a:r>
              <a:rPr lang="es-ES" dirty="0" err="1" smtClean="0"/>
              <a:t>git</a:t>
            </a:r>
            <a:r>
              <a:rPr lang="es-ES" dirty="0" smtClean="0"/>
              <a:t> </a:t>
            </a:r>
            <a:r>
              <a:rPr lang="es-ES" dirty="0" err="1" smtClean="0"/>
              <a:t>remote</a:t>
            </a:r>
            <a:r>
              <a:rPr lang="es-ES" dirty="0" smtClean="0"/>
              <a:t> te sincronizas al online</a:t>
            </a:r>
          </a:p>
          <a:p>
            <a:r>
              <a:rPr lang="es-ES" dirty="0" smtClean="0"/>
              <a:t>Con </a:t>
            </a:r>
            <a:r>
              <a:rPr lang="es-ES" dirty="0" err="1" smtClean="0"/>
              <a:t>git</a:t>
            </a:r>
            <a:r>
              <a:rPr lang="es-ES" dirty="0" smtClean="0"/>
              <a:t> </a:t>
            </a:r>
            <a:r>
              <a:rPr lang="es-ES" dirty="0" err="1" smtClean="0"/>
              <a:t>push</a:t>
            </a:r>
            <a:r>
              <a:rPr lang="es-ES" dirty="0" smtClean="0"/>
              <a:t> subes los cambios</a:t>
            </a:r>
            <a:endParaRPr lang="es-E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Publica los cambios en </a:t>
            </a:r>
            <a:r>
              <a:rPr lang="es-ES" dirty="0" err="1" smtClean="0"/>
              <a:t>github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7389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1314412" y="2027659"/>
            <a:ext cx="9364646" cy="3314404"/>
          </a:xfrm>
        </p:spPr>
        <p:txBody>
          <a:bodyPr/>
          <a:lstStyle/>
          <a:p>
            <a:r>
              <a:rPr lang="es-ES" dirty="0" smtClean="0"/>
              <a:t>Es normal con mi primer </a:t>
            </a:r>
            <a:r>
              <a:rPr lang="es-ES" dirty="0" err="1" smtClean="0"/>
              <a:t>push</a:t>
            </a:r>
            <a:endParaRPr lang="es-E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Esto pasa por no haber iniciado sesión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331" y="2653993"/>
            <a:ext cx="6804864" cy="406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093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Es decir aunque has iniciado sesión de </a:t>
            </a:r>
            <a:r>
              <a:rPr lang="es-ES" dirty="0" err="1" smtClean="0"/>
              <a:t>github</a:t>
            </a:r>
            <a:r>
              <a:rPr lang="es-ES" dirty="0" smtClean="0"/>
              <a:t> en google, tu </a:t>
            </a:r>
            <a:r>
              <a:rPr lang="es-ES" dirty="0" err="1" smtClean="0"/>
              <a:t>github</a:t>
            </a:r>
            <a:r>
              <a:rPr lang="es-ES" dirty="0" smtClean="0"/>
              <a:t> local no tiene la sesión iniciada.</a:t>
            </a:r>
            <a:endParaRPr lang="es-E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Explicación sesión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6721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He optado por iniciar sesión desde el browser, porque ya he entrado a </a:t>
            </a:r>
            <a:r>
              <a:rPr lang="es-ES" dirty="0" err="1" smtClean="0"/>
              <a:t>github</a:t>
            </a:r>
            <a:r>
              <a:rPr lang="es-ES" dirty="0" smtClean="0"/>
              <a:t> desde ahí</a:t>
            </a:r>
            <a:endParaRPr lang="es-E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Inicia sesión con el browser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53257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Lo autorizo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960" y="917985"/>
            <a:ext cx="5170672" cy="555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680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Recargamos y veremos que se ha modificado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480" y="2285740"/>
            <a:ext cx="8645679" cy="417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177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Aunque el </a:t>
            </a:r>
            <a:r>
              <a:rPr lang="es-ES" dirty="0" err="1" smtClean="0"/>
              <a:t>push</a:t>
            </a:r>
            <a:r>
              <a:rPr lang="es-ES" dirty="0" smtClean="0"/>
              <a:t> ha sido ahora mismo, el </a:t>
            </a:r>
            <a:r>
              <a:rPr lang="es-ES" dirty="0" err="1" smtClean="0"/>
              <a:t>commit</a:t>
            </a:r>
            <a:r>
              <a:rPr lang="es-ES" dirty="0" smtClean="0"/>
              <a:t> que sale es de hace 4 minutos porque se fija en la hora a la que se ha realizado el </a:t>
            </a:r>
            <a:r>
              <a:rPr lang="es-ES" dirty="0" err="1" smtClean="0"/>
              <a:t>commit</a:t>
            </a:r>
            <a:r>
              <a:rPr lang="es-ES" dirty="0" smtClean="0"/>
              <a:t>, no el </a:t>
            </a:r>
            <a:r>
              <a:rPr lang="es-ES" dirty="0" err="1" smtClean="0"/>
              <a:t>push</a:t>
            </a:r>
            <a:endParaRPr lang="es-E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Info</a:t>
            </a:r>
            <a:r>
              <a:rPr lang="es-ES" dirty="0" smtClean="0"/>
              <a:t> sobre el </a:t>
            </a:r>
            <a:r>
              <a:rPr lang="es-ES" dirty="0" err="1" smtClean="0"/>
              <a:t>push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0036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 smtClean="0"/>
              <a:t>Ahora vamos a empezar a meter ahí los proyectos o entregas.</a:t>
            </a:r>
          </a:p>
          <a:p>
            <a:r>
              <a:rPr lang="es-ES" dirty="0" smtClean="0"/>
              <a:t>Voy a crear el directorio Ejercicio_0</a:t>
            </a:r>
          </a:p>
          <a:p>
            <a:r>
              <a:rPr lang="es-ES" dirty="0" smtClean="0"/>
              <a:t>Voy a meter ahí el proyecto de Android </a:t>
            </a:r>
            <a:r>
              <a:rPr lang="es-ES" dirty="0" err="1" smtClean="0"/>
              <a:t>studio</a:t>
            </a:r>
            <a:endParaRPr lang="es-E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Editamos un poco el proyecto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74414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267759" y="916603"/>
            <a:ext cx="9364645" cy="1184875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Crea un proyecto </a:t>
            </a:r>
            <a:r>
              <a:rPr lang="es-ES" dirty="0" err="1" smtClean="0"/>
              <a:t>an</a:t>
            </a:r>
            <a:r>
              <a:rPr lang="es-ES" dirty="0" smtClean="0"/>
              <a:t> Android Studio y enlaza con el directorio de </a:t>
            </a:r>
            <a:r>
              <a:rPr lang="es-ES" dirty="0" err="1" smtClean="0"/>
              <a:t>git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322" y="2073954"/>
            <a:ext cx="3163077" cy="188310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75" y="3614684"/>
            <a:ext cx="9526329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0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Dentro de ejercicio 0 he creado la carpeta </a:t>
            </a:r>
            <a:r>
              <a:rPr lang="es-ES" b="1" dirty="0" smtClean="0"/>
              <a:t>AD0 donde va a estar el código </a:t>
            </a:r>
            <a:r>
              <a:rPr lang="es-ES" dirty="0" smtClean="0"/>
              <a:t>de </a:t>
            </a:r>
            <a:r>
              <a:rPr lang="es-ES" dirty="0" err="1" smtClean="0"/>
              <a:t>AndroidStudio</a:t>
            </a:r>
            <a:r>
              <a:rPr lang="es-ES" dirty="0" smtClean="0"/>
              <a:t>, así tengo separado el código de la carpeta principal por si quiero incluir aclaraciones.</a:t>
            </a:r>
            <a:endParaRPr lang="es-E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Separación de código y documentación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888" y="4915776"/>
            <a:ext cx="3550687" cy="166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72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848271" y="2459964"/>
            <a:ext cx="7997149" cy="3884852"/>
          </a:xfrm>
        </p:spPr>
        <p:txBody>
          <a:bodyPr>
            <a:normAutofit fontScale="92500" lnSpcReduction="10000"/>
          </a:bodyPr>
          <a:lstStyle/>
          <a:p>
            <a:r>
              <a:rPr lang="es-ES" dirty="0" smtClean="0"/>
              <a:t>Me pregunta si quiero añadir los archivos</a:t>
            </a:r>
          </a:p>
          <a:p>
            <a:r>
              <a:rPr lang="es-ES" dirty="0" smtClean="0"/>
              <a:t>Claro que quiero, porque quiero sincronizarlos con </a:t>
            </a:r>
            <a:r>
              <a:rPr lang="es-ES" dirty="0" err="1" smtClean="0"/>
              <a:t>github</a:t>
            </a:r>
            <a:r>
              <a:rPr lang="es-ES" dirty="0" smtClean="0"/>
              <a:t>.</a:t>
            </a:r>
          </a:p>
          <a:p>
            <a:r>
              <a:rPr lang="es-ES" dirty="0" smtClean="0"/>
              <a:t>Pregunta varias veces voy a decir a todos que si y que no vuelva a preguntar.</a:t>
            </a:r>
            <a:endParaRPr lang="es-E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Dale en todos los casos a </a:t>
            </a:r>
            <a:r>
              <a:rPr lang="es-ES" dirty="0" err="1" smtClean="0"/>
              <a:t>add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6745" y="1100865"/>
            <a:ext cx="3425255" cy="484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98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Si hacemos </a:t>
            </a:r>
            <a:r>
              <a:rPr lang="es-ES" dirty="0" err="1" smtClean="0"/>
              <a:t>git</a:t>
            </a:r>
            <a:r>
              <a:rPr lang="es-ES" dirty="0" smtClean="0"/>
              <a:t> status vamos a ver que ha identificado y añadido muchos cambios</a:t>
            </a:r>
            <a:endParaRPr lang="es-E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Pueba</a:t>
            </a:r>
            <a:r>
              <a:rPr lang="es-ES" dirty="0" smtClean="0"/>
              <a:t> </a:t>
            </a:r>
            <a:r>
              <a:rPr lang="es-ES" dirty="0" err="1" smtClean="0"/>
              <a:t>gi</a:t>
            </a:r>
            <a:r>
              <a:rPr lang="es-ES" dirty="0" err="1" smtClean="0"/>
              <a:t>t</a:t>
            </a:r>
            <a:r>
              <a:rPr lang="es-ES" dirty="0" smtClean="0"/>
              <a:t> status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576" y="3738855"/>
            <a:ext cx="7139967" cy="279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545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También hay archivos no incluidos, estos salen en rojo</a:t>
            </a:r>
            <a:endParaRPr lang="es-E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Resultados de </a:t>
            </a:r>
            <a:r>
              <a:rPr lang="es-ES" dirty="0" err="1" smtClean="0"/>
              <a:t>git</a:t>
            </a:r>
            <a:r>
              <a:rPr lang="es-ES" dirty="0" smtClean="0"/>
              <a:t> status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908" y="3900394"/>
            <a:ext cx="7983064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436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ES" dirty="0" smtClean="0"/>
              <a:t>.idea tiene metadatos de Android Studio, no me interesa que se sincronicen.</a:t>
            </a:r>
          </a:p>
          <a:p>
            <a:r>
              <a:rPr lang="es-ES" dirty="0" smtClean="0"/>
              <a:t>Voy crear un archivo </a:t>
            </a:r>
            <a:r>
              <a:rPr lang="es-ES" dirty="0" err="1" smtClean="0"/>
              <a:t>gitignore</a:t>
            </a:r>
            <a:r>
              <a:rPr lang="es-ES" dirty="0" smtClean="0"/>
              <a:t> para que sus cambios nunca sean detectados y no se suban.</a:t>
            </a:r>
            <a:endParaRPr lang="es-E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Añade excepciones que no </a:t>
            </a:r>
            <a:r>
              <a:rPr lang="es-ES" dirty="0" err="1" smtClean="0"/>
              <a:t>quereis</a:t>
            </a:r>
            <a:r>
              <a:rPr lang="es-ES" dirty="0" smtClean="0"/>
              <a:t> que se suban al repositorio online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578" y="5743279"/>
            <a:ext cx="1991003" cy="48584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608" y="5128831"/>
            <a:ext cx="4067743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34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 smtClean="0"/>
              <a:t>Después </a:t>
            </a:r>
            <a:r>
              <a:rPr lang="es-ES" dirty="0" smtClean="0"/>
              <a:t>de editar el </a:t>
            </a:r>
            <a:r>
              <a:rPr lang="es-ES" dirty="0" err="1" smtClean="0"/>
              <a:t>git</a:t>
            </a:r>
            <a:r>
              <a:rPr lang="es-ES" dirty="0" smtClean="0"/>
              <a:t> ignore vemos como ignora el .idea y por otro lado me propone subir el .</a:t>
            </a:r>
            <a:r>
              <a:rPr lang="es-ES" dirty="0" err="1" smtClean="0"/>
              <a:t>gitignore</a:t>
            </a:r>
            <a:endParaRPr lang="es-ES" dirty="0" smtClean="0"/>
          </a:p>
          <a:p>
            <a:r>
              <a:rPr lang="es-ES" dirty="0" smtClean="0"/>
              <a:t>Con </a:t>
            </a:r>
            <a:r>
              <a:rPr lang="es-ES" dirty="0" err="1" smtClean="0"/>
              <a:t>git</a:t>
            </a:r>
            <a:r>
              <a:rPr lang="es-ES" dirty="0" smtClean="0"/>
              <a:t> </a:t>
            </a:r>
            <a:r>
              <a:rPr lang="es-ES" dirty="0" err="1" smtClean="0"/>
              <a:t>add</a:t>
            </a:r>
            <a:r>
              <a:rPr lang="es-ES" dirty="0" smtClean="0"/>
              <a:t> añado todos los cambios.</a:t>
            </a:r>
          </a:p>
          <a:p>
            <a:r>
              <a:rPr lang="es-ES" dirty="0" smtClean="0"/>
              <a:t>Después </a:t>
            </a:r>
            <a:r>
              <a:rPr lang="es-ES" dirty="0" smtClean="0"/>
              <a:t>ya vemos que no hay nada en rojo.</a:t>
            </a:r>
            <a:endParaRPr lang="es-E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Resultado de </a:t>
            </a:r>
            <a:r>
              <a:rPr lang="es-ES" dirty="0" err="1" smtClean="0"/>
              <a:t>gitignore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160" y="5088426"/>
            <a:ext cx="8225417" cy="159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4951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commit</a:t>
            </a:r>
            <a:r>
              <a:rPr lang="es-ES" dirty="0"/>
              <a:t> -m "Se ha creado proyecto"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Haz </a:t>
            </a:r>
            <a:r>
              <a:rPr lang="es-ES" dirty="0" err="1" smtClean="0"/>
              <a:t>commit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070" y="3260314"/>
            <a:ext cx="6411220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442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Comprobamos que el proyecto se ha subido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463" y="2304653"/>
            <a:ext cx="8202170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5381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Cada uno con su respectivo archivo .</a:t>
            </a:r>
            <a:r>
              <a:rPr lang="es-ES" dirty="0" err="1" smtClean="0"/>
              <a:t>git</a:t>
            </a:r>
            <a:r>
              <a:rPr lang="es-ES" dirty="0" smtClean="0"/>
              <a:t> oculto.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314412" y="1100865"/>
            <a:ext cx="10031612" cy="1184875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Resultado final esperado en </a:t>
            </a:r>
            <a:r>
              <a:rPr lang="es-ES" dirty="0" err="1" smtClean="0"/>
              <a:t>GitProjects</a:t>
            </a:r>
            <a:r>
              <a:rPr lang="es-ES" dirty="0" smtClean="0"/>
              <a:t> 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786" y="3343275"/>
            <a:ext cx="5734850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9971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717643" y="2410214"/>
            <a:ext cx="5991068" cy="3314404"/>
          </a:xfrm>
        </p:spPr>
        <p:txBody>
          <a:bodyPr>
            <a:normAutofit fontScale="92500" lnSpcReduction="10000"/>
          </a:bodyPr>
          <a:lstStyle/>
          <a:p>
            <a:r>
              <a:rPr lang="es-ES" dirty="0" smtClean="0"/>
              <a:t>El archivo .</a:t>
            </a:r>
            <a:r>
              <a:rPr lang="es-ES" dirty="0" err="1" smtClean="0"/>
              <a:t>git</a:t>
            </a:r>
            <a:r>
              <a:rPr lang="es-ES" dirty="0" smtClean="0"/>
              <a:t> oculto tiene información del repositorio, nos indica que ahí tenemos un sistema de </a:t>
            </a:r>
            <a:r>
              <a:rPr lang="es-ES" dirty="0" err="1" smtClean="0"/>
              <a:t>git</a:t>
            </a:r>
            <a:r>
              <a:rPr lang="es-ES" dirty="0" smtClean="0"/>
              <a:t> configurado</a:t>
            </a:r>
          </a:p>
          <a:p>
            <a:r>
              <a:rPr lang="es-ES" dirty="0" smtClean="0"/>
              <a:t>No hay que tocarlo</a:t>
            </a:r>
            <a:endParaRPr lang="es-E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Directorio sincronizado con repositorio por dentro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711" y="2155371"/>
            <a:ext cx="5137806" cy="294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7667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57" y="2775847"/>
            <a:ext cx="5744377" cy="222916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677" y="1175424"/>
            <a:ext cx="5001323" cy="543000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886" y="234823"/>
            <a:ext cx="4902671" cy="2194052"/>
          </a:xfrm>
          <a:prstGeom prst="rect">
            <a:avLst/>
          </a:prstGeom>
        </p:spPr>
      </p:pic>
      <p:cxnSp>
        <p:nvCxnSpPr>
          <p:cNvPr id="8" name="Conector recto de flecha 7"/>
          <p:cNvCxnSpPr/>
          <p:nvPr/>
        </p:nvCxnSpPr>
        <p:spPr>
          <a:xfrm>
            <a:off x="1389882" y="1566722"/>
            <a:ext cx="2715587" cy="140041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/>
          <p:cNvCxnSpPr/>
          <p:nvPr/>
        </p:nvCxnSpPr>
        <p:spPr>
          <a:xfrm flipV="1">
            <a:off x="5990589" y="1436914"/>
            <a:ext cx="5178154" cy="290182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779636"/>
      </p:ext>
    </p:extLst>
  </p:cSld>
  <p:clrMapOvr>
    <a:masterClrMapping/>
  </p:clrMapOvr>
</p:sld>
</file>

<file path=ppt/theme/theme1.xml><?xml version="1.0" encoding="utf-8"?>
<a:theme xmlns:a="http://schemas.openxmlformats.org/drawingml/2006/main" name="TxurdiTema 2025">
  <a:themeElements>
    <a:clrScheme name="CIFP Txurdinaga LHII">
      <a:dk1>
        <a:srgbClr val="000000"/>
      </a:dk1>
      <a:lt1>
        <a:srgbClr val="FFFFFF"/>
      </a:lt1>
      <a:dk2>
        <a:srgbClr val="AF206F"/>
      </a:dk2>
      <a:lt2>
        <a:srgbClr val="FEFFFF"/>
      </a:lt2>
      <a:accent1>
        <a:srgbClr val="31996E"/>
      </a:accent1>
      <a:accent2>
        <a:srgbClr val="DD5B2C"/>
      </a:accent2>
      <a:accent3>
        <a:srgbClr val="397FB7"/>
      </a:accent3>
      <a:accent4>
        <a:srgbClr val="62266A"/>
      </a:accent4>
      <a:accent5>
        <a:srgbClr val="C6D422"/>
      </a:accent5>
      <a:accent6>
        <a:srgbClr val="CE1137"/>
      </a:accent6>
      <a:hlink>
        <a:srgbClr val="0D4B87"/>
      </a:hlink>
      <a:folHlink>
        <a:srgbClr val="62266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xurdiTema 2025" id="{41173EAD-D5B1-D843-B695-8D2A031B0930}" vid="{5AA1EEC0-9508-9543-926E-5B073F2573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TxurdiTema 2025</Template>
  <TotalTime>77</TotalTime>
  <Words>640</Words>
  <Application>Microsoft Office PowerPoint</Application>
  <PresentationFormat>Panorámica</PresentationFormat>
  <Paragraphs>67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5" baseType="lpstr">
      <vt:lpstr>Arial</vt:lpstr>
      <vt:lpstr>Calibri</vt:lpstr>
      <vt:lpstr>PT Sans</vt:lpstr>
      <vt:lpstr>PT Serif</vt:lpstr>
      <vt:lpstr>TxurdiTema 2025</vt:lpstr>
      <vt:lpstr>Preparar Git</vt:lpstr>
      <vt:lpstr>Crea un repositorio privado</vt:lpstr>
      <vt:lpstr>Invita colaboradores para que sea accesible</vt:lpstr>
      <vt:lpstr>Instala git bash</vt:lpstr>
      <vt:lpstr>Inicializa tu repositorio en el equipo</vt:lpstr>
      <vt:lpstr>Prepara un directorio</vt:lpstr>
      <vt:lpstr>Edita el md</vt:lpstr>
      <vt:lpstr>Algunos comandos útiles</vt:lpstr>
      <vt:lpstr>Presentación de PowerPoint</vt:lpstr>
      <vt:lpstr>Subimos cambios en repositorio local</vt:lpstr>
      <vt:lpstr>Publica los cambios en github</vt:lpstr>
      <vt:lpstr>Esto pasa por no haber iniciado sesión</vt:lpstr>
      <vt:lpstr>Explicación sesión </vt:lpstr>
      <vt:lpstr>Inicia sesión con el browser</vt:lpstr>
      <vt:lpstr>Lo autorizo</vt:lpstr>
      <vt:lpstr>Recargamos y veremos que se ha modificado</vt:lpstr>
      <vt:lpstr>Info sobre el push</vt:lpstr>
      <vt:lpstr>Editamos un poco el proyecto</vt:lpstr>
      <vt:lpstr>Crea un proyecto an Android Studio y enlaza con el directorio de git</vt:lpstr>
      <vt:lpstr>Separación de código y documentación</vt:lpstr>
      <vt:lpstr>Dale en todos los casos a add</vt:lpstr>
      <vt:lpstr>Pueba git status</vt:lpstr>
      <vt:lpstr>Resultados de git status</vt:lpstr>
      <vt:lpstr>Añade excepciones que no quereis que se suban al repositorio online</vt:lpstr>
      <vt:lpstr>Resultado de gitignore</vt:lpstr>
      <vt:lpstr>Haz commit</vt:lpstr>
      <vt:lpstr>Comprobamos que el proyecto se ha subido</vt:lpstr>
      <vt:lpstr>Resultado final esperado en GitProjects </vt:lpstr>
      <vt:lpstr>Directorio sincronizado con repositorio por dentro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Preparar Git</dc:title>
  <dc:creator>ander duran</dc:creator>
  <cp:lastModifiedBy>Ander Duran Albiz</cp:lastModifiedBy>
  <cp:revision>13</cp:revision>
  <dcterms:created xsi:type="dcterms:W3CDTF">2025-09-07T14:34:57Z</dcterms:created>
  <dcterms:modified xsi:type="dcterms:W3CDTF">2025-10-06T17:10:18Z</dcterms:modified>
</cp:coreProperties>
</file>
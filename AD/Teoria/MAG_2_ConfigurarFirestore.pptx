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PT Serif"/>
      <p:regular r:id="rId26"/>
      <p:bold r:id="rId27"/>
      <p:italic r:id="rId28"/>
      <p:boldItalic r:id="rId29"/>
    </p:embeddedFont>
    <p:embeddedFont>
      <p:font typeface="PT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lT+QuEuco9VnZrUjMbWCleOqv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TSerif-regular.fntdata"/><Relationship Id="rId25" Type="http://schemas.openxmlformats.org/officeDocument/2006/relationships/slide" Target="slides/slide20.xml"/><Relationship Id="rId28" Type="http://schemas.openxmlformats.org/officeDocument/2006/relationships/font" Target="fonts/PTSerif-italic.fntdata"/><Relationship Id="rId27" Type="http://schemas.openxmlformats.org/officeDocument/2006/relationships/font" Target="fonts/PTSerif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TSerif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-bold.fntdata"/><Relationship Id="rId30" Type="http://schemas.openxmlformats.org/officeDocument/2006/relationships/font" Target="fonts/PTSans-regular.fntdata"/><Relationship Id="rId11" Type="http://schemas.openxmlformats.org/officeDocument/2006/relationships/slide" Target="slides/slide6.xml"/><Relationship Id="rId33" Type="http://schemas.openxmlformats.org/officeDocument/2006/relationships/font" Target="fonts/PTSans-boldItalic.fntdata"/><Relationship Id="rId10" Type="http://schemas.openxmlformats.org/officeDocument/2006/relationships/slide" Target="slides/slide5.xml"/><Relationship Id="rId32" Type="http://schemas.openxmlformats.org/officeDocument/2006/relationships/font" Target="fonts/PT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/>
          <p:nvPr/>
        </p:nvSpPr>
        <p:spPr>
          <a:xfrm>
            <a:off x="8226077" y="5626595"/>
            <a:ext cx="2978847" cy="1261193"/>
          </a:xfrm>
          <a:custGeom>
            <a:rect b="b" l="l" r="r" t="t"/>
            <a:pathLst>
              <a:path extrusionOk="0" h="1549908" w="3660775">
                <a:moveTo>
                  <a:pt x="0" y="1549908"/>
                </a:moveTo>
                <a:lnTo>
                  <a:pt x="3660775" y="1549908"/>
                </a:lnTo>
                <a:lnTo>
                  <a:pt x="3660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3" name="Google Shape;13;p22"/>
          <p:cNvSpPr txBox="1"/>
          <p:nvPr>
            <p:ph type="ctrTitle"/>
          </p:nvPr>
        </p:nvSpPr>
        <p:spPr>
          <a:xfrm>
            <a:off x="857250" y="1997275"/>
            <a:ext cx="9715500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" type="subTitle"/>
          </p:nvPr>
        </p:nvSpPr>
        <p:spPr>
          <a:xfrm>
            <a:off x="1714500" y="3643312"/>
            <a:ext cx="8001000" cy="164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" name="Google Shape;15;p22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/>
          <p:nvPr/>
        </p:nvSpPr>
        <p:spPr>
          <a:xfrm>
            <a:off x="0" y="2148649"/>
            <a:ext cx="1080135" cy="4632430"/>
          </a:xfrm>
          <a:custGeom>
            <a:rect b="b" l="l" r="r" t="t"/>
            <a:pathLst>
              <a:path extrusionOk="0" h="5692902" w="1327404">
                <a:moveTo>
                  <a:pt x="0" y="0"/>
                </a:moveTo>
                <a:lnTo>
                  <a:pt x="0" y="5692902"/>
                </a:lnTo>
                <a:lnTo>
                  <a:pt x="1327404" y="2846578"/>
                </a:lnTo>
                <a:close/>
              </a:path>
            </a:pathLst>
          </a:custGeom>
          <a:solidFill>
            <a:srgbClr val="1C9F6F"/>
          </a:solidFill>
          <a:ln>
            <a:noFill/>
          </a:ln>
        </p:spPr>
      </p:sp>
      <p:sp>
        <p:nvSpPr>
          <p:cNvPr id="18" name="Google Shape;18;p22"/>
          <p:cNvSpPr/>
          <p:nvPr/>
        </p:nvSpPr>
        <p:spPr>
          <a:xfrm>
            <a:off x="10954869" y="1"/>
            <a:ext cx="1237113" cy="2474225"/>
          </a:xfrm>
          <a:custGeom>
            <a:rect b="b" l="l" r="r" t="t"/>
            <a:pathLst>
              <a:path extrusionOk="0" h="3040634" w="1520317">
                <a:moveTo>
                  <a:pt x="1520317" y="0"/>
                </a:moveTo>
                <a:cubicBezTo>
                  <a:pt x="680720" y="0"/>
                  <a:pt x="0" y="680720"/>
                  <a:pt x="0" y="1520317"/>
                </a:cubicBezTo>
                <a:cubicBezTo>
                  <a:pt x="0" y="2359914"/>
                  <a:pt x="680720" y="3040634"/>
                  <a:pt x="1520317" y="3040634"/>
                </a:cubicBezTo>
                <a:lnTo>
                  <a:pt x="15203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" name="Google Shape;19;p22"/>
          <p:cNvPicPr preferRelativeResize="0"/>
          <p:nvPr/>
        </p:nvPicPr>
        <p:blipFill rotWithShape="1">
          <a:blip r:embed="rId2">
            <a:alphaModFix/>
          </a:blip>
          <a:srcRect b="28983" l="0" r="0" t="28136"/>
          <a:stretch/>
        </p:blipFill>
        <p:spPr>
          <a:xfrm>
            <a:off x="571500" y="0"/>
            <a:ext cx="3744493" cy="1605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rculo cambio de sección 2">
  <p:cSld name="Círculo cambio de sección 2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23"/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22" name="Google Shape;22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23"/>
          <p:cNvSpPr/>
          <p:nvPr/>
        </p:nvSpPr>
        <p:spPr>
          <a:xfrm>
            <a:off x="3449195" y="990361"/>
            <a:ext cx="4912610" cy="4912610"/>
          </a:xfrm>
          <a:custGeom>
            <a:rect b="b" l="l" r="r" t="t"/>
            <a:pathLst>
              <a:path extrusionOk="0" h="3930088" w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" name="Google Shape;27;p23"/>
          <p:cNvSpPr txBox="1"/>
          <p:nvPr>
            <p:ph type="ctr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2">
  <p:cSld name="Título y contenido 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1333463" y="2428875"/>
            <a:ext cx="936464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2" name="Google Shape;32;p24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/>
          <p:nvPr/>
        </p:nvSpPr>
        <p:spPr>
          <a:xfrm>
            <a:off x="-47625" y="1607444"/>
            <a:ext cx="2448532" cy="5250577"/>
          </a:xfrm>
          <a:custGeom>
            <a:rect b="b" l="l" r="r" t="t"/>
            <a:pathLst>
              <a:path extrusionOk="0" h="5830443" w="2718943">
                <a:moveTo>
                  <a:pt x="0" y="5830443"/>
                </a:moveTo>
                <a:lnTo>
                  <a:pt x="2718943" y="5830443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34" name="Google Shape;34;p24"/>
          <p:cNvSpPr/>
          <p:nvPr/>
        </p:nvSpPr>
        <p:spPr>
          <a:xfrm>
            <a:off x="1314412" y="-18837"/>
            <a:ext cx="1924090" cy="1083153"/>
          </a:xfrm>
          <a:custGeom>
            <a:rect b="b" l="l" r="r" t="t"/>
            <a:pathLst>
              <a:path extrusionOk="0" h="1654937" w="2939796">
                <a:moveTo>
                  <a:pt x="11557" y="0"/>
                </a:moveTo>
                <a:cubicBezTo>
                  <a:pt x="3937" y="60706"/>
                  <a:pt x="0" y="122428"/>
                  <a:pt x="0" y="185166"/>
                </a:cubicBezTo>
                <a:cubicBezTo>
                  <a:pt x="0" y="996823"/>
                  <a:pt x="658114" y="1654937"/>
                  <a:pt x="1469898" y="1654937"/>
                </a:cubicBezTo>
                <a:cubicBezTo>
                  <a:pt x="2281682" y="1654937"/>
                  <a:pt x="2939796" y="996823"/>
                  <a:pt x="2939796" y="185166"/>
                </a:cubicBezTo>
                <a:cubicBezTo>
                  <a:pt x="2939796" y="122428"/>
                  <a:pt x="2935859" y="60706"/>
                  <a:pt x="292823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4"/>
          <p:cNvSpPr/>
          <p:nvPr/>
        </p:nvSpPr>
        <p:spPr>
          <a:xfrm>
            <a:off x="11294745" y="1308497"/>
            <a:ext cx="897256" cy="5549503"/>
          </a:xfrm>
          <a:custGeom>
            <a:rect b="b" l="l" r="r" t="t"/>
            <a:pathLst>
              <a:path extrusionOk="0" h="5919470" w="957072">
                <a:moveTo>
                  <a:pt x="0" y="5919470"/>
                </a:moveTo>
                <a:lnTo>
                  <a:pt x="957072" y="5919470"/>
                </a:lnTo>
                <a:lnTo>
                  <a:pt x="957072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</p:sp>
      <p:sp>
        <p:nvSpPr>
          <p:cNvPr id="36" name="Google Shape;36;p24"/>
          <p:cNvSpPr/>
          <p:nvPr/>
        </p:nvSpPr>
        <p:spPr>
          <a:xfrm>
            <a:off x="8272745" y="86978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1">
  <p:cSld name="Título y contenido 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1333463" y="2428875"/>
            <a:ext cx="936464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1" name="Google Shape;41;p25"/>
          <p:cNvSpPr/>
          <p:nvPr/>
        </p:nvSpPr>
        <p:spPr>
          <a:xfrm>
            <a:off x="8619914" y="-19761"/>
            <a:ext cx="2078161" cy="1059585"/>
          </a:xfrm>
          <a:custGeom>
            <a:rect b="b" l="l" r="r" t="t"/>
            <a:pathLst>
              <a:path extrusionOk="0" h="1509395" w="2960370">
                <a:moveTo>
                  <a:pt x="254" y="0"/>
                </a:moveTo>
                <a:cubicBezTo>
                  <a:pt x="127" y="9652"/>
                  <a:pt x="0" y="19304"/>
                  <a:pt x="0" y="29083"/>
                </a:cubicBezTo>
                <a:cubicBezTo>
                  <a:pt x="0" y="846582"/>
                  <a:pt x="662686" y="1509395"/>
                  <a:pt x="1480185" y="1509395"/>
                </a:cubicBezTo>
                <a:cubicBezTo>
                  <a:pt x="2297684" y="1509395"/>
                  <a:pt x="2960370" y="846582"/>
                  <a:pt x="2960370" y="29083"/>
                </a:cubicBezTo>
                <a:cubicBezTo>
                  <a:pt x="2960370" y="19304"/>
                  <a:pt x="2960243" y="9652"/>
                  <a:pt x="296011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5"/>
          <p:cNvSpPr/>
          <p:nvPr/>
        </p:nvSpPr>
        <p:spPr>
          <a:xfrm>
            <a:off x="9525" y="1286651"/>
            <a:ext cx="728025" cy="4284700"/>
          </a:xfrm>
          <a:custGeom>
            <a:rect b="b" l="l" r="r" t="t"/>
            <a:pathLst>
              <a:path extrusionOk="0" h="6103620" w="1037082">
                <a:moveTo>
                  <a:pt x="0" y="6103620"/>
                </a:moveTo>
                <a:lnTo>
                  <a:pt x="1037082" y="6103620"/>
                </a:lnTo>
                <a:lnTo>
                  <a:pt x="10370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</p:sp>
      <p:sp>
        <p:nvSpPr>
          <p:cNvPr id="43" name="Google Shape;43;p25"/>
          <p:cNvSpPr/>
          <p:nvPr/>
        </p:nvSpPr>
        <p:spPr>
          <a:xfrm>
            <a:off x="10992551" y="2428875"/>
            <a:ext cx="1247075" cy="4444997"/>
          </a:xfrm>
          <a:custGeom>
            <a:rect b="b" l="l" r="r" t="t"/>
            <a:pathLst>
              <a:path extrusionOk="0" h="6331966" w="1776476">
                <a:moveTo>
                  <a:pt x="0" y="3809619"/>
                </a:moveTo>
                <a:lnTo>
                  <a:pt x="1176274" y="6331966"/>
                </a:lnTo>
                <a:lnTo>
                  <a:pt x="1776476" y="6331966"/>
                </a:lnTo>
                <a:lnTo>
                  <a:pt x="1776476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44" name="Google Shape;44;p25"/>
          <p:cNvSpPr/>
          <p:nvPr/>
        </p:nvSpPr>
        <p:spPr>
          <a:xfrm>
            <a:off x="1314412" y="208477"/>
            <a:ext cx="2105316" cy="749253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45" name="Google Shape;45;p25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4">
  <p:cSld name="Título y contenido 4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1424203" y="2428875"/>
            <a:ext cx="927390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0" name="Google Shape;50;p26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/>
          <p:nvPr/>
        </p:nvSpPr>
        <p:spPr>
          <a:xfrm>
            <a:off x="-47625" y="2162865"/>
            <a:ext cx="1340893" cy="4695177"/>
          </a:xfrm>
          <a:custGeom>
            <a:rect b="b" l="l" r="r" t="t"/>
            <a:pathLst>
              <a:path extrusionOk="0" h="5811266" w="1659636">
                <a:moveTo>
                  <a:pt x="0" y="0"/>
                </a:moveTo>
                <a:lnTo>
                  <a:pt x="0" y="5748528"/>
                </a:lnTo>
                <a:lnTo>
                  <a:pt x="29210" y="5811266"/>
                </a:lnTo>
                <a:lnTo>
                  <a:pt x="1659636" y="2314956"/>
                </a:lnTo>
                <a:lnTo>
                  <a:pt x="580263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52" name="Google Shape;52;p26"/>
          <p:cNvSpPr/>
          <p:nvPr/>
        </p:nvSpPr>
        <p:spPr>
          <a:xfrm>
            <a:off x="1280130" y="184927"/>
            <a:ext cx="2108594" cy="750419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53" name="Google Shape;53;p26"/>
          <p:cNvSpPr/>
          <p:nvPr/>
        </p:nvSpPr>
        <p:spPr>
          <a:xfrm>
            <a:off x="7655686" y="5529097"/>
            <a:ext cx="2657980" cy="1328886"/>
          </a:xfrm>
          <a:custGeom>
            <a:rect b="b" l="l" r="r" t="t"/>
            <a:pathLst>
              <a:path extrusionOk="0" h="1644777" w="3289808">
                <a:moveTo>
                  <a:pt x="1644904" y="0"/>
                </a:moveTo>
                <a:cubicBezTo>
                  <a:pt x="736473" y="0"/>
                  <a:pt x="0" y="736346"/>
                  <a:pt x="0" y="1644777"/>
                </a:cubicBezTo>
                <a:lnTo>
                  <a:pt x="3289808" y="1644777"/>
                </a:lnTo>
                <a:cubicBezTo>
                  <a:pt x="3289808" y="736346"/>
                  <a:pt x="2553335" y="0"/>
                  <a:pt x="1644904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6"/>
          <p:cNvSpPr/>
          <p:nvPr/>
        </p:nvSpPr>
        <p:spPr>
          <a:xfrm>
            <a:off x="10195312" y="0"/>
            <a:ext cx="1996665" cy="4282279"/>
          </a:xfrm>
          <a:custGeom>
            <a:rect b="b" l="l" r="r" t="t"/>
            <a:pathLst>
              <a:path extrusionOk="0" h="5300218" w="2471293">
                <a:moveTo>
                  <a:pt x="0" y="0"/>
                </a:moveTo>
                <a:lnTo>
                  <a:pt x="2471293" y="5300218"/>
                </a:lnTo>
                <a:lnTo>
                  <a:pt x="2471293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3">
  <p:cSld name="Título y contenido 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1424203" y="2428875"/>
            <a:ext cx="927390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9" name="Google Shape;59;p27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/>
          <p:nvPr/>
        </p:nvSpPr>
        <p:spPr>
          <a:xfrm>
            <a:off x="0" y="3328304"/>
            <a:ext cx="1424203" cy="2407585"/>
          </a:xfrm>
          <a:custGeom>
            <a:rect b="b" l="l" r="r" t="t"/>
            <a:pathLst>
              <a:path extrusionOk="0" h="3359912" w="1987550">
                <a:moveTo>
                  <a:pt x="0" y="3359912"/>
                </a:moveTo>
                <a:lnTo>
                  <a:pt x="1987550" y="3359912"/>
                </a:lnTo>
                <a:lnTo>
                  <a:pt x="198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61" name="Google Shape;61;p27"/>
          <p:cNvSpPr/>
          <p:nvPr/>
        </p:nvSpPr>
        <p:spPr>
          <a:xfrm>
            <a:off x="10681771" y="930187"/>
            <a:ext cx="1510231" cy="5371197"/>
          </a:xfrm>
          <a:custGeom>
            <a:rect b="b" l="l" r="r" t="t"/>
            <a:pathLst>
              <a:path extrusionOk="0" h="6215126" w="1747520">
                <a:moveTo>
                  <a:pt x="1154938" y="0"/>
                </a:moveTo>
                <a:lnTo>
                  <a:pt x="0" y="2476881"/>
                </a:lnTo>
                <a:lnTo>
                  <a:pt x="1743202" y="6215126"/>
                </a:lnTo>
                <a:lnTo>
                  <a:pt x="1745869" y="6215126"/>
                </a:lnTo>
                <a:lnTo>
                  <a:pt x="1747520" y="6211570"/>
                </a:lnTo>
                <a:lnTo>
                  <a:pt x="1747520" y="0"/>
                </a:lnTo>
                <a:close/>
              </a:path>
            </a:pathLst>
          </a:custGeom>
          <a:solidFill>
            <a:srgbClr val="EB5D12"/>
          </a:solidFill>
          <a:ln>
            <a:noFill/>
          </a:ln>
        </p:spPr>
      </p:sp>
      <p:sp>
        <p:nvSpPr>
          <p:cNvPr id="62" name="Google Shape;62;p27"/>
          <p:cNvSpPr/>
          <p:nvPr/>
        </p:nvSpPr>
        <p:spPr>
          <a:xfrm>
            <a:off x="1314412" y="-18837"/>
            <a:ext cx="1924090" cy="1083153"/>
          </a:xfrm>
          <a:custGeom>
            <a:rect b="b" l="l" r="r" t="t"/>
            <a:pathLst>
              <a:path extrusionOk="0" h="1654937" w="2939796">
                <a:moveTo>
                  <a:pt x="11557" y="0"/>
                </a:moveTo>
                <a:cubicBezTo>
                  <a:pt x="3937" y="60706"/>
                  <a:pt x="0" y="122428"/>
                  <a:pt x="0" y="185166"/>
                </a:cubicBezTo>
                <a:cubicBezTo>
                  <a:pt x="0" y="996823"/>
                  <a:pt x="658114" y="1654937"/>
                  <a:pt x="1469898" y="1654937"/>
                </a:cubicBezTo>
                <a:cubicBezTo>
                  <a:pt x="2281682" y="1654937"/>
                  <a:pt x="2939796" y="996823"/>
                  <a:pt x="2939796" y="185166"/>
                </a:cubicBezTo>
                <a:cubicBezTo>
                  <a:pt x="2939796" y="122428"/>
                  <a:pt x="2935859" y="60706"/>
                  <a:pt x="292823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7"/>
          <p:cNvSpPr/>
          <p:nvPr/>
        </p:nvSpPr>
        <p:spPr>
          <a:xfrm>
            <a:off x="8272745" y="86978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rculo cambio de sección 1">
  <p:cSld name="Círculo cambio de sección 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28"/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66" name="Google Shape;6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28"/>
          <p:cNvSpPr/>
          <p:nvPr/>
        </p:nvSpPr>
        <p:spPr>
          <a:xfrm>
            <a:off x="3449195" y="990361"/>
            <a:ext cx="4912610" cy="4912610"/>
          </a:xfrm>
          <a:custGeom>
            <a:rect b="b" l="l" r="r" t="t"/>
            <a:pathLst>
              <a:path extrusionOk="0" h="3930088" w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" name="Google Shape;71;p28"/>
          <p:cNvSpPr txBox="1"/>
          <p:nvPr>
            <p:ph type="ctr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logotipo">
  <p:cSld name="Solo logotipo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idx="1" type="body"/>
          </p:nvPr>
        </p:nvSpPr>
        <p:spPr>
          <a:xfrm>
            <a:off x="238125" y="1143000"/>
            <a:ext cx="11430000" cy="5506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2"/>
          <p:cNvSpPr/>
          <p:nvPr/>
        </p:nvSpPr>
        <p:spPr>
          <a:xfrm>
            <a:off x="1314412" y="208477"/>
            <a:ext cx="2105316" cy="749253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2">
  <p:cSld name="Título 2"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0"/>
          <p:cNvSpPr txBox="1"/>
          <p:nvPr>
            <p:ph type="ctrTitle"/>
          </p:nvPr>
        </p:nvSpPr>
        <p:spPr>
          <a:xfrm>
            <a:off x="1525873" y="3238112"/>
            <a:ext cx="9332628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T Serif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1" type="ftr"/>
          </p:nvPr>
        </p:nvSpPr>
        <p:spPr>
          <a:xfrm>
            <a:off x="4263154" y="5689404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/>
          <p:nvPr/>
        </p:nvSpPr>
        <p:spPr>
          <a:xfrm>
            <a:off x="0" y="1668380"/>
            <a:ext cx="2410515" cy="5168990"/>
          </a:xfrm>
          <a:custGeom>
            <a:rect b="b" l="l" r="r" t="t"/>
            <a:pathLst>
              <a:path extrusionOk="0" h="7287895" w="3398647">
                <a:moveTo>
                  <a:pt x="0" y="7287895"/>
                </a:moveTo>
                <a:lnTo>
                  <a:pt x="3398647" y="7287895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79" name="Google Shape;79;p30"/>
          <p:cNvSpPr/>
          <p:nvPr/>
        </p:nvSpPr>
        <p:spPr>
          <a:xfrm>
            <a:off x="2132026" y="-8094"/>
            <a:ext cx="2606429" cy="1467242"/>
          </a:xfrm>
          <a:custGeom>
            <a:rect b="b" l="l" r="r" t="t"/>
            <a:pathLst>
              <a:path extrusionOk="0" h="2068703" w="3674872">
                <a:moveTo>
                  <a:pt x="14478" y="0"/>
                </a:moveTo>
                <a:cubicBezTo>
                  <a:pt x="4953" y="75819"/>
                  <a:pt x="0" y="153035"/>
                  <a:pt x="0" y="231394"/>
                </a:cubicBezTo>
                <a:cubicBezTo>
                  <a:pt x="0" y="1245997"/>
                  <a:pt x="822579" y="2068703"/>
                  <a:pt x="1837309" y="2068703"/>
                </a:cubicBezTo>
                <a:cubicBezTo>
                  <a:pt x="2852039" y="2068703"/>
                  <a:pt x="3674872" y="1245997"/>
                  <a:pt x="3674872" y="231394"/>
                </a:cubicBezTo>
                <a:cubicBezTo>
                  <a:pt x="3674872" y="153035"/>
                  <a:pt x="3669919" y="75819"/>
                  <a:pt x="3660394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0"/>
          <p:cNvSpPr/>
          <p:nvPr/>
        </p:nvSpPr>
        <p:spPr>
          <a:xfrm>
            <a:off x="10858500" y="4213367"/>
            <a:ext cx="848514" cy="5247986"/>
          </a:xfrm>
          <a:custGeom>
            <a:rect b="b" l="l" r="r" t="t"/>
            <a:pathLst>
              <a:path extrusionOk="0" h="7399274" w="1196340">
                <a:moveTo>
                  <a:pt x="0" y="7399274"/>
                </a:moveTo>
                <a:lnTo>
                  <a:pt x="1196340" y="7399274"/>
                </a:lnTo>
                <a:lnTo>
                  <a:pt x="1196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30"/>
          <p:cNvPicPr preferRelativeResize="0"/>
          <p:nvPr/>
        </p:nvPicPr>
        <p:blipFill rotWithShape="1">
          <a:blip r:embed="rId2">
            <a:alphaModFix/>
          </a:blip>
          <a:srcRect b="28562" l="0" r="0" t="31269"/>
          <a:stretch/>
        </p:blipFill>
        <p:spPr>
          <a:xfrm>
            <a:off x="7323929" y="78142"/>
            <a:ext cx="3958828" cy="159023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0"/>
          <p:cNvSpPr txBox="1"/>
          <p:nvPr>
            <p:ph idx="12" type="sldNum"/>
          </p:nvPr>
        </p:nvSpPr>
        <p:spPr>
          <a:xfrm>
            <a:off x="10858500" y="6159799"/>
            <a:ext cx="848514" cy="269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3">
  <p:cSld name="Título 3">
    <p:bg>
      <p:bgPr>
        <a:solidFill>
          <a:schemeClr val="accent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3"/>
          <p:cNvSpPr/>
          <p:nvPr/>
        </p:nvSpPr>
        <p:spPr>
          <a:xfrm>
            <a:off x="-47624" y="1410005"/>
            <a:ext cx="1555911" cy="5448014"/>
          </a:xfrm>
          <a:custGeom>
            <a:rect b="b" l="l" r="r" t="t"/>
            <a:pathLst>
              <a:path extrusionOk="0" h="7264019" w="2074545">
                <a:moveTo>
                  <a:pt x="0" y="0"/>
                </a:moveTo>
                <a:lnTo>
                  <a:pt x="0" y="7185660"/>
                </a:lnTo>
                <a:lnTo>
                  <a:pt x="36576" y="7264019"/>
                </a:lnTo>
                <a:lnTo>
                  <a:pt x="2074545" y="2893568"/>
                </a:lnTo>
                <a:lnTo>
                  <a:pt x="725297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85" name="Google Shape;85;p33"/>
          <p:cNvSpPr/>
          <p:nvPr/>
        </p:nvSpPr>
        <p:spPr>
          <a:xfrm>
            <a:off x="8547614" y="5315992"/>
            <a:ext cx="3084192" cy="1541998"/>
          </a:xfrm>
          <a:custGeom>
            <a:rect b="b" l="l" r="r" t="t"/>
            <a:pathLst>
              <a:path extrusionOk="0" h="2056003" w="4112260">
                <a:moveTo>
                  <a:pt x="2056130" y="0"/>
                </a:moveTo>
                <a:cubicBezTo>
                  <a:pt x="920623" y="0"/>
                  <a:pt x="0" y="920496"/>
                  <a:pt x="0" y="2056003"/>
                </a:cubicBezTo>
                <a:lnTo>
                  <a:pt x="4112260" y="2056003"/>
                </a:lnTo>
                <a:cubicBezTo>
                  <a:pt x="4112260" y="920496"/>
                  <a:pt x="3191637" y="0"/>
                  <a:pt x="205613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3"/>
          <p:cNvSpPr/>
          <p:nvPr/>
        </p:nvSpPr>
        <p:spPr>
          <a:xfrm>
            <a:off x="9869736" y="0"/>
            <a:ext cx="2316863" cy="4969003"/>
          </a:xfrm>
          <a:custGeom>
            <a:rect b="b" l="l" r="r" t="t"/>
            <a:pathLst>
              <a:path extrusionOk="0" h="6625336" w="3089148">
                <a:moveTo>
                  <a:pt x="0" y="0"/>
                </a:moveTo>
                <a:lnTo>
                  <a:pt x="3089148" y="6625336"/>
                </a:lnTo>
                <a:lnTo>
                  <a:pt x="3089148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  <p:pic>
        <p:nvPicPr>
          <p:cNvPr id="87" name="Google Shape;87;p33"/>
          <p:cNvPicPr preferRelativeResize="0"/>
          <p:nvPr/>
        </p:nvPicPr>
        <p:blipFill rotWithShape="1">
          <a:blip r:embed="rId2">
            <a:alphaModFix/>
          </a:blip>
          <a:srcRect b="28562" l="0" r="0" t="31269"/>
          <a:stretch/>
        </p:blipFill>
        <p:spPr>
          <a:xfrm>
            <a:off x="940654" y="32530"/>
            <a:ext cx="4009349" cy="161053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3"/>
          <p:cNvSpPr txBox="1"/>
          <p:nvPr>
            <p:ph type="ctrTitle"/>
          </p:nvPr>
        </p:nvSpPr>
        <p:spPr>
          <a:xfrm>
            <a:off x="1809750" y="1997275"/>
            <a:ext cx="8763000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PT Serif"/>
              <a:buNone/>
              <a:defRPr sz="675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" type="subTitle"/>
          </p:nvPr>
        </p:nvSpPr>
        <p:spPr>
          <a:xfrm>
            <a:off x="2498912" y="3643312"/>
            <a:ext cx="7216588" cy="164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1013"/>
              </a:spcBef>
              <a:spcAft>
                <a:spcPts val="0"/>
              </a:spcAft>
              <a:buClr>
                <a:schemeClr val="dk1"/>
              </a:buClr>
              <a:buSzPts val="5063"/>
              <a:buNone/>
              <a:defRPr sz="5063">
                <a:solidFill>
                  <a:schemeClr val="dk1"/>
                </a:solidFill>
              </a:defRPr>
            </a:lvl1pPr>
            <a:lvl2pPr lvl="1" algn="ctr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circular y contenido 1">
  <p:cSld name="Título circular y contenido 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/>
          <p:nvPr/>
        </p:nvSpPr>
        <p:spPr>
          <a:xfrm>
            <a:off x="571500" y="1114722"/>
            <a:ext cx="3982998" cy="3982998"/>
          </a:xfrm>
          <a:custGeom>
            <a:rect b="b" l="l" r="r" t="t"/>
            <a:pathLst>
              <a:path extrusionOk="0" h="4248531" w="4248531">
                <a:moveTo>
                  <a:pt x="0" y="0"/>
                </a:moveTo>
                <a:lnTo>
                  <a:pt x="4248531" y="0"/>
                </a:lnTo>
                <a:lnTo>
                  <a:pt x="4248531" y="4248531"/>
                </a:lnTo>
                <a:lnTo>
                  <a:pt x="0" y="4248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1" l="0" r="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4"/>
          <p:cNvSpPr txBox="1"/>
          <p:nvPr>
            <p:ph idx="1" type="body"/>
          </p:nvPr>
        </p:nvSpPr>
        <p:spPr>
          <a:xfrm>
            <a:off x="4468813" y="928688"/>
            <a:ext cx="6389688" cy="4814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indent="-450850" lvl="1" marL="914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–"/>
              <a:defRPr sz="3500"/>
            </a:lvl2pPr>
            <a:lvl3pPr indent="-4191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38735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indent="-38735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indent="-38735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indent="-38735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indent="-38735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indent="-38735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/>
        </p:txBody>
      </p:sp>
      <p:sp>
        <p:nvSpPr>
          <p:cNvPr id="93" name="Google Shape;93;p34"/>
          <p:cNvSpPr txBox="1"/>
          <p:nvPr>
            <p:ph type="ctrTitle"/>
          </p:nvPr>
        </p:nvSpPr>
        <p:spPr>
          <a:xfrm>
            <a:off x="1166812" y="2039572"/>
            <a:ext cx="2786063" cy="203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circular y contenido 2">
  <p:cSld name="Título circular y contenido 2">
    <p:bg>
      <p:bgPr>
        <a:solidFill>
          <a:srgbClr val="F4F8C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/>
          <p:nvPr/>
        </p:nvSpPr>
        <p:spPr>
          <a:xfrm>
            <a:off x="-190500" y="-1269479"/>
            <a:ext cx="12412170" cy="9396958"/>
          </a:xfrm>
          <a:custGeom>
            <a:rect b="b" l="l" r="r" t="t"/>
            <a:pathLst>
              <a:path extrusionOk="0" h="7614975" w="10058400">
                <a:moveTo>
                  <a:pt x="0" y="0"/>
                </a:moveTo>
                <a:lnTo>
                  <a:pt x="10058400" y="0"/>
                </a:lnTo>
                <a:lnTo>
                  <a:pt x="10058400" y="7614975"/>
                </a:lnTo>
                <a:lnTo>
                  <a:pt x="0" y="7614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8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35"/>
          <p:cNvSpPr/>
          <p:nvPr/>
        </p:nvSpPr>
        <p:spPr>
          <a:xfrm>
            <a:off x="571500" y="1114722"/>
            <a:ext cx="3308071" cy="3308071"/>
          </a:xfrm>
          <a:custGeom>
            <a:rect b="b" l="l" r="r" t="t"/>
            <a:pathLst>
              <a:path extrusionOk="0" h="4248531" w="4248531">
                <a:moveTo>
                  <a:pt x="0" y="0"/>
                </a:moveTo>
                <a:lnTo>
                  <a:pt x="4248531" y="0"/>
                </a:lnTo>
                <a:lnTo>
                  <a:pt x="4248531" y="4248531"/>
                </a:lnTo>
                <a:lnTo>
                  <a:pt x="0" y="4248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5"/>
          <p:cNvSpPr txBox="1"/>
          <p:nvPr>
            <p:ph idx="1" type="body"/>
          </p:nvPr>
        </p:nvSpPr>
        <p:spPr>
          <a:xfrm>
            <a:off x="4468813" y="928688"/>
            <a:ext cx="6389688" cy="4814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indent="-450850" lvl="1" marL="914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–"/>
              <a:defRPr sz="3500"/>
            </a:lvl2pPr>
            <a:lvl3pPr indent="-4191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38735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indent="-38735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indent="-38735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indent="-38735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indent="-38735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indent="-38735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/>
        </p:txBody>
      </p:sp>
      <p:sp>
        <p:nvSpPr>
          <p:cNvPr id="98" name="Google Shape;98;p35"/>
          <p:cNvSpPr txBox="1"/>
          <p:nvPr>
            <p:ph type="ctrTitle"/>
          </p:nvPr>
        </p:nvSpPr>
        <p:spPr>
          <a:xfrm>
            <a:off x="832504" y="1752573"/>
            <a:ext cx="2786063" cy="203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rculo cambio de sección 3">
  <p:cSld name="Círculo cambio de sección 3">
    <p:bg>
      <p:bgPr>
        <a:solidFill>
          <a:srgbClr val="FEC20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36"/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101" name="Google Shape;101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36"/>
          <p:cNvSpPr/>
          <p:nvPr/>
        </p:nvSpPr>
        <p:spPr>
          <a:xfrm>
            <a:off x="3449195" y="990361"/>
            <a:ext cx="4912610" cy="4912610"/>
          </a:xfrm>
          <a:custGeom>
            <a:rect b="b" l="l" r="r" t="t"/>
            <a:pathLst>
              <a:path extrusionOk="0" h="3930088" w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6"/>
          <p:cNvSpPr txBox="1"/>
          <p:nvPr>
            <p:ph type="ctr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subtitulo y contenido">
  <p:cSld name="Título subtitulo y contenido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7"/>
          <p:cNvSpPr txBox="1"/>
          <p:nvPr>
            <p:ph type="title"/>
          </p:nvPr>
        </p:nvSpPr>
        <p:spPr>
          <a:xfrm>
            <a:off x="4775253" y="141140"/>
            <a:ext cx="6083246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7"/>
          <p:cNvSpPr txBox="1"/>
          <p:nvPr>
            <p:ph idx="1" type="body"/>
          </p:nvPr>
        </p:nvSpPr>
        <p:spPr>
          <a:xfrm>
            <a:off x="571500" y="2190431"/>
            <a:ext cx="10126609" cy="355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7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7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2" name="Google Shape;112;p37"/>
          <p:cNvSpPr/>
          <p:nvPr/>
        </p:nvSpPr>
        <p:spPr>
          <a:xfrm>
            <a:off x="754133" y="462879"/>
            <a:ext cx="1703499" cy="1475221"/>
          </a:xfrm>
          <a:custGeom>
            <a:rect b="b" l="l" r="r" t="t"/>
            <a:pathLst>
              <a:path extrusionOk="0" h="1217152" w="1405496">
                <a:moveTo>
                  <a:pt x="0" y="0"/>
                </a:moveTo>
                <a:lnTo>
                  <a:pt x="1405496" y="0"/>
                </a:lnTo>
                <a:lnTo>
                  <a:pt x="1405496" y="1217152"/>
                </a:lnTo>
                <a:lnTo>
                  <a:pt x="0" y="1217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65" r="-65" t="0"/>
            </a:stretch>
          </a:blipFill>
          <a:ln>
            <a:noFill/>
          </a:ln>
        </p:spPr>
      </p:sp>
      <p:sp>
        <p:nvSpPr>
          <p:cNvPr id="113" name="Google Shape;113;p37"/>
          <p:cNvSpPr/>
          <p:nvPr/>
        </p:nvSpPr>
        <p:spPr>
          <a:xfrm>
            <a:off x="2243477" y="-28623"/>
            <a:ext cx="2709393" cy="1354639"/>
          </a:xfrm>
          <a:custGeom>
            <a:rect b="b" l="l" r="r" t="t"/>
            <a:pathLst>
              <a:path extrusionOk="0" h="1490218" w="2980563">
                <a:moveTo>
                  <a:pt x="0" y="0"/>
                </a:moveTo>
                <a:cubicBezTo>
                  <a:pt x="0" y="823087"/>
                  <a:pt x="667258" y="1490218"/>
                  <a:pt x="1490218" y="1490218"/>
                </a:cubicBezTo>
                <a:cubicBezTo>
                  <a:pt x="2313178" y="1490218"/>
                  <a:pt x="2980563" y="823087"/>
                  <a:pt x="298056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7"/>
          <p:cNvSpPr/>
          <p:nvPr/>
        </p:nvSpPr>
        <p:spPr>
          <a:xfrm>
            <a:off x="10698109" y="1275787"/>
            <a:ext cx="1474817" cy="5582258"/>
          </a:xfrm>
          <a:custGeom>
            <a:rect b="b" l="l" r="r" t="t"/>
            <a:pathLst>
              <a:path extrusionOk="0" h="6140958" w="1622425">
                <a:moveTo>
                  <a:pt x="1606550" y="0"/>
                </a:moveTo>
                <a:lnTo>
                  <a:pt x="0" y="3445256"/>
                </a:lnTo>
                <a:lnTo>
                  <a:pt x="1257046" y="6140958"/>
                </a:lnTo>
                <a:lnTo>
                  <a:pt x="1622425" y="6140958"/>
                </a:lnTo>
                <a:lnTo>
                  <a:pt x="1622425" y="34290"/>
                </a:lnTo>
                <a:lnTo>
                  <a:pt x="1606550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115" name="Google Shape;115;p37"/>
          <p:cNvSpPr/>
          <p:nvPr/>
        </p:nvSpPr>
        <p:spPr>
          <a:xfrm>
            <a:off x="-506953" y="4887481"/>
            <a:ext cx="3941039" cy="3941039"/>
          </a:xfrm>
          <a:custGeom>
            <a:rect b="b" l="l" r="r" t="t"/>
            <a:pathLst>
              <a:path extrusionOk="0" h="7344537" w="7344537">
                <a:moveTo>
                  <a:pt x="0" y="0"/>
                </a:moveTo>
                <a:lnTo>
                  <a:pt x="7344537" y="0"/>
                </a:lnTo>
                <a:lnTo>
                  <a:pt x="7344537" y="7344537"/>
                </a:lnTo>
                <a:lnTo>
                  <a:pt x="0" y="73445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37"/>
          <p:cNvSpPr txBox="1"/>
          <p:nvPr>
            <p:ph idx="2" type="subTitle"/>
          </p:nvPr>
        </p:nvSpPr>
        <p:spPr>
          <a:xfrm>
            <a:off x="4738688" y="1326517"/>
            <a:ext cx="6083246" cy="577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1pPr>
            <a:lvl2pPr lvl="1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contenido">
  <p:cSld name="Solo contenido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8"/>
          <p:cNvSpPr txBox="1"/>
          <p:nvPr>
            <p:ph idx="1" type="body"/>
          </p:nvPr>
        </p:nvSpPr>
        <p:spPr>
          <a:xfrm>
            <a:off x="1333463" y="1188414"/>
            <a:ext cx="9364646" cy="4554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8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8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1" name="Google Shape;121;p38"/>
          <p:cNvSpPr/>
          <p:nvPr/>
        </p:nvSpPr>
        <p:spPr>
          <a:xfrm>
            <a:off x="-33338" y="3990833"/>
            <a:ext cx="1366801" cy="2310549"/>
          </a:xfrm>
          <a:custGeom>
            <a:rect b="b" l="l" r="r" t="t"/>
            <a:pathLst>
              <a:path extrusionOk="0" h="3359912" w="1987550">
                <a:moveTo>
                  <a:pt x="0" y="3359912"/>
                </a:moveTo>
                <a:lnTo>
                  <a:pt x="1987550" y="3359912"/>
                </a:lnTo>
                <a:lnTo>
                  <a:pt x="198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22" name="Google Shape;122;p38"/>
          <p:cNvSpPr/>
          <p:nvPr/>
        </p:nvSpPr>
        <p:spPr>
          <a:xfrm>
            <a:off x="650062" y="0"/>
            <a:ext cx="2294456" cy="1188413"/>
          </a:xfrm>
          <a:custGeom>
            <a:rect b="b" l="l" r="r" t="t"/>
            <a:pathLst>
              <a:path extrusionOk="0" h="1473200" w="2844292">
                <a:moveTo>
                  <a:pt x="889" y="0"/>
                </a:moveTo>
                <a:cubicBezTo>
                  <a:pt x="254" y="16891"/>
                  <a:pt x="0" y="33909"/>
                  <a:pt x="0" y="51054"/>
                </a:cubicBezTo>
                <a:cubicBezTo>
                  <a:pt x="0" y="836422"/>
                  <a:pt x="636778" y="1473200"/>
                  <a:pt x="1422146" y="1473200"/>
                </a:cubicBezTo>
                <a:cubicBezTo>
                  <a:pt x="2207514" y="1473200"/>
                  <a:pt x="2844292" y="836422"/>
                  <a:pt x="2844292" y="51054"/>
                </a:cubicBezTo>
                <a:cubicBezTo>
                  <a:pt x="2844292" y="34036"/>
                  <a:pt x="2844038" y="17018"/>
                  <a:pt x="284340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8"/>
          <p:cNvSpPr/>
          <p:nvPr/>
        </p:nvSpPr>
        <p:spPr>
          <a:xfrm>
            <a:off x="10829925" y="1817071"/>
            <a:ext cx="1409703" cy="5013667"/>
          </a:xfrm>
          <a:custGeom>
            <a:rect b="b" l="l" r="r" t="t"/>
            <a:pathLst>
              <a:path extrusionOk="0" h="6215126" w="1747520">
                <a:moveTo>
                  <a:pt x="1154938" y="0"/>
                </a:moveTo>
                <a:lnTo>
                  <a:pt x="0" y="2476881"/>
                </a:lnTo>
                <a:lnTo>
                  <a:pt x="1743202" y="6215126"/>
                </a:lnTo>
                <a:lnTo>
                  <a:pt x="1745869" y="6215126"/>
                </a:lnTo>
                <a:lnTo>
                  <a:pt x="1747520" y="6211570"/>
                </a:lnTo>
                <a:lnTo>
                  <a:pt x="1747520" y="0"/>
                </a:lnTo>
                <a:close/>
              </a:path>
            </a:pathLst>
          </a:custGeom>
          <a:solidFill>
            <a:srgbClr val="EB5D12"/>
          </a:solidFill>
          <a:ln>
            <a:noFill/>
          </a:ln>
        </p:spPr>
      </p:sp>
      <p:sp>
        <p:nvSpPr>
          <p:cNvPr id="124" name="Google Shape;124;p38"/>
          <p:cNvSpPr/>
          <p:nvPr/>
        </p:nvSpPr>
        <p:spPr>
          <a:xfrm>
            <a:off x="8602318" y="181990"/>
            <a:ext cx="2105316" cy="749253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lumnas con título">
  <p:cSld name="Dos columnas con título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9"/>
          <p:cNvSpPr txBox="1"/>
          <p:nvPr>
            <p:ph type="title"/>
          </p:nvPr>
        </p:nvSpPr>
        <p:spPr>
          <a:xfrm>
            <a:off x="577150" y="1163675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63"/>
              <a:buFont typeface="PT Sans"/>
              <a:buNone/>
              <a:defRPr sz="5063"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9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9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29" name="Google Shape;129;p39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30" name="Google Shape;130;p39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9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32" name="Google Shape;132;p39"/>
          <p:cNvSpPr txBox="1"/>
          <p:nvPr>
            <p:ph idx="1" type="body"/>
          </p:nvPr>
        </p:nvSpPr>
        <p:spPr>
          <a:xfrm>
            <a:off x="1666875" y="2571750"/>
            <a:ext cx="4572001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33" name="Google Shape;133;p39"/>
          <p:cNvSpPr txBox="1"/>
          <p:nvPr>
            <p:ph idx="2" type="body"/>
          </p:nvPr>
        </p:nvSpPr>
        <p:spPr>
          <a:xfrm>
            <a:off x="6314954" y="2574214"/>
            <a:ext cx="4572001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s columnas con título">
  <p:cSld name="Tres columnas con título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0"/>
          <p:cNvSpPr txBox="1"/>
          <p:nvPr>
            <p:ph type="title"/>
          </p:nvPr>
        </p:nvSpPr>
        <p:spPr>
          <a:xfrm>
            <a:off x="577150" y="1163675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63"/>
              <a:buFont typeface="PT Sans"/>
              <a:buNone/>
              <a:defRPr sz="5063"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0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0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38" name="Google Shape;138;p40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39" name="Google Shape;139;p40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0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41" name="Google Shape;141;p40"/>
          <p:cNvSpPr txBox="1"/>
          <p:nvPr>
            <p:ph idx="1" type="body"/>
          </p:nvPr>
        </p:nvSpPr>
        <p:spPr>
          <a:xfrm>
            <a:off x="1666875" y="2571750"/>
            <a:ext cx="2928938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42" name="Google Shape;142;p40"/>
          <p:cNvSpPr txBox="1"/>
          <p:nvPr>
            <p:ph idx="2" type="body"/>
          </p:nvPr>
        </p:nvSpPr>
        <p:spPr>
          <a:xfrm>
            <a:off x="4695391" y="2574214"/>
            <a:ext cx="2928938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43" name="Google Shape;143;p40"/>
          <p:cNvSpPr txBox="1"/>
          <p:nvPr>
            <p:ph idx="3" type="body"/>
          </p:nvPr>
        </p:nvSpPr>
        <p:spPr>
          <a:xfrm>
            <a:off x="7723907" y="2573373"/>
            <a:ext cx="2928938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lumnas">
  <p:cSld name="Dos columna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1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1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47" name="Google Shape;147;p41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48" name="Google Shape;148;p41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1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50" name="Google Shape;150;p41"/>
          <p:cNvSpPr txBox="1"/>
          <p:nvPr>
            <p:ph idx="1" type="body"/>
          </p:nvPr>
        </p:nvSpPr>
        <p:spPr>
          <a:xfrm>
            <a:off x="1873081" y="1350371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51" name="Google Shape;151;p41"/>
          <p:cNvSpPr txBox="1"/>
          <p:nvPr>
            <p:ph idx="2" type="body"/>
          </p:nvPr>
        </p:nvSpPr>
        <p:spPr>
          <a:xfrm>
            <a:off x="6409892" y="1356472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lumnas_2">
  <p:cSld name="Dos columnas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2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2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55" name="Google Shape;155;p42"/>
          <p:cNvSpPr txBox="1"/>
          <p:nvPr>
            <p:ph idx="1" type="body"/>
          </p:nvPr>
        </p:nvSpPr>
        <p:spPr>
          <a:xfrm>
            <a:off x="1873081" y="1350371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56" name="Google Shape;156;p42"/>
          <p:cNvSpPr txBox="1"/>
          <p:nvPr>
            <p:ph idx="2" type="body"/>
          </p:nvPr>
        </p:nvSpPr>
        <p:spPr>
          <a:xfrm>
            <a:off x="6409892" y="1356472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57" name="Google Shape;157;p42"/>
          <p:cNvSpPr/>
          <p:nvPr/>
        </p:nvSpPr>
        <p:spPr>
          <a:xfrm>
            <a:off x="-47625" y="2162865"/>
            <a:ext cx="1340893" cy="4695177"/>
          </a:xfrm>
          <a:custGeom>
            <a:rect b="b" l="l" r="r" t="t"/>
            <a:pathLst>
              <a:path extrusionOk="0" h="5811266" w="1659636">
                <a:moveTo>
                  <a:pt x="0" y="0"/>
                </a:moveTo>
                <a:lnTo>
                  <a:pt x="0" y="5748528"/>
                </a:lnTo>
                <a:lnTo>
                  <a:pt x="29210" y="5811266"/>
                </a:lnTo>
                <a:lnTo>
                  <a:pt x="1659636" y="2314956"/>
                </a:lnTo>
                <a:lnTo>
                  <a:pt x="580263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158" name="Google Shape;158;p42"/>
          <p:cNvSpPr/>
          <p:nvPr/>
        </p:nvSpPr>
        <p:spPr>
          <a:xfrm>
            <a:off x="10195312" y="0"/>
            <a:ext cx="1996665" cy="4282279"/>
          </a:xfrm>
          <a:custGeom>
            <a:rect b="b" l="l" r="r" t="t"/>
            <a:pathLst>
              <a:path extrusionOk="0" h="5300218" w="2471293">
                <a:moveTo>
                  <a:pt x="0" y="0"/>
                </a:moveTo>
                <a:lnTo>
                  <a:pt x="2471293" y="5300218"/>
                </a:lnTo>
                <a:lnTo>
                  <a:pt x="2471293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s columnas">
  <p:cSld name="Tres columna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3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3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62" name="Google Shape;162;p43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63" name="Google Shape;163;p43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3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65" name="Google Shape;165;p43"/>
          <p:cNvSpPr txBox="1"/>
          <p:nvPr>
            <p:ph idx="1" type="body"/>
          </p:nvPr>
        </p:nvSpPr>
        <p:spPr>
          <a:xfrm>
            <a:off x="1666875" y="1354849"/>
            <a:ext cx="2928938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66" name="Google Shape;166;p43"/>
          <p:cNvSpPr txBox="1"/>
          <p:nvPr>
            <p:ph idx="2" type="body"/>
          </p:nvPr>
        </p:nvSpPr>
        <p:spPr>
          <a:xfrm>
            <a:off x="4695391" y="1357313"/>
            <a:ext cx="2928938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67" name="Google Shape;167;p43"/>
          <p:cNvSpPr txBox="1"/>
          <p:nvPr>
            <p:ph idx="3" type="body"/>
          </p:nvPr>
        </p:nvSpPr>
        <p:spPr>
          <a:xfrm>
            <a:off x="7723907" y="1356472"/>
            <a:ext cx="2928938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tro elementos">
  <p:cSld name="Cuatro elemento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4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4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71" name="Google Shape;171;p44"/>
          <p:cNvSpPr txBox="1"/>
          <p:nvPr>
            <p:ph idx="1" type="body"/>
          </p:nvPr>
        </p:nvSpPr>
        <p:spPr>
          <a:xfrm>
            <a:off x="1648579" y="1354849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2" name="Google Shape;172;p44"/>
          <p:cNvSpPr txBox="1"/>
          <p:nvPr>
            <p:ph idx="2" type="body"/>
          </p:nvPr>
        </p:nvSpPr>
        <p:spPr>
          <a:xfrm>
            <a:off x="6479800" y="1354849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3" name="Google Shape;173;p44"/>
          <p:cNvSpPr txBox="1"/>
          <p:nvPr>
            <p:ph idx="3" type="body"/>
          </p:nvPr>
        </p:nvSpPr>
        <p:spPr>
          <a:xfrm>
            <a:off x="1648579" y="4070494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4" name="Google Shape;174;p44"/>
          <p:cNvSpPr txBox="1"/>
          <p:nvPr>
            <p:ph idx="4" type="body"/>
          </p:nvPr>
        </p:nvSpPr>
        <p:spPr>
          <a:xfrm>
            <a:off x="6479800" y="4070494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5" name="Google Shape;175;p44"/>
          <p:cNvSpPr/>
          <p:nvPr/>
        </p:nvSpPr>
        <p:spPr>
          <a:xfrm>
            <a:off x="-47625" y="2162865"/>
            <a:ext cx="1340893" cy="4695177"/>
          </a:xfrm>
          <a:custGeom>
            <a:rect b="b" l="l" r="r" t="t"/>
            <a:pathLst>
              <a:path extrusionOk="0" h="5811266" w="1659636">
                <a:moveTo>
                  <a:pt x="0" y="0"/>
                </a:moveTo>
                <a:lnTo>
                  <a:pt x="0" y="5748528"/>
                </a:lnTo>
                <a:lnTo>
                  <a:pt x="29210" y="5811266"/>
                </a:lnTo>
                <a:lnTo>
                  <a:pt x="1659636" y="2314956"/>
                </a:lnTo>
                <a:lnTo>
                  <a:pt x="580263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176" name="Google Shape;176;p44"/>
          <p:cNvSpPr/>
          <p:nvPr/>
        </p:nvSpPr>
        <p:spPr>
          <a:xfrm>
            <a:off x="10195312" y="0"/>
            <a:ext cx="1996665" cy="4282279"/>
          </a:xfrm>
          <a:custGeom>
            <a:rect b="b" l="l" r="r" t="t"/>
            <a:pathLst>
              <a:path extrusionOk="0" h="5300218" w="2471293">
                <a:moveTo>
                  <a:pt x="0" y="0"/>
                </a:moveTo>
                <a:lnTo>
                  <a:pt x="2471293" y="5300218"/>
                </a:lnTo>
                <a:lnTo>
                  <a:pt x="2471293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5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5"/>
          <p:cNvSpPr txBox="1"/>
          <p:nvPr>
            <p:ph idx="1" type="body"/>
          </p:nvPr>
        </p:nvSpPr>
        <p:spPr>
          <a:xfrm>
            <a:off x="571500" y="1500189"/>
            <a:ext cx="504825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  <a:defRPr sz="3500"/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387350" lvl="2" marL="1371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3pPr>
            <a:lvl4pPr indent="-371475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–"/>
              <a:defRPr sz="2250"/>
            </a:lvl4pPr>
            <a:lvl5pPr indent="-371475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»"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80" name="Google Shape;180;p45"/>
          <p:cNvSpPr txBox="1"/>
          <p:nvPr>
            <p:ph idx="2" type="body"/>
          </p:nvPr>
        </p:nvSpPr>
        <p:spPr>
          <a:xfrm>
            <a:off x="5810250" y="1500189"/>
            <a:ext cx="504825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  <a:defRPr sz="3500"/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387350" lvl="2" marL="1371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3pPr>
            <a:lvl4pPr indent="-371475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–"/>
              <a:defRPr sz="2250"/>
            </a:lvl4pPr>
            <a:lvl5pPr indent="-371475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»"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81" name="Google Shape;181;p45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5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5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6"/>
          <p:cNvSpPr txBox="1"/>
          <p:nvPr>
            <p:ph type="title"/>
          </p:nvPr>
        </p:nvSpPr>
        <p:spPr>
          <a:xfrm>
            <a:off x="902891" y="4131470"/>
            <a:ext cx="9715500" cy="1276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T Serif"/>
              <a:buNone/>
              <a:defRPr b="1" sz="5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6"/>
          <p:cNvSpPr txBox="1"/>
          <p:nvPr>
            <p:ph idx="1" type="body"/>
          </p:nvPr>
        </p:nvSpPr>
        <p:spPr>
          <a:xfrm>
            <a:off x="902891" y="2725045"/>
            <a:ext cx="9715500" cy="1406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rgbClr val="888888"/>
              </a:buClr>
              <a:buSzPts val="2250"/>
              <a:buNone/>
              <a:defRPr sz="22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7" name="Google Shape;187;p46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6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6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7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T Serif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7"/>
          <p:cNvSpPr txBox="1"/>
          <p:nvPr>
            <p:ph idx="1" type="body"/>
          </p:nvPr>
        </p:nvSpPr>
        <p:spPr>
          <a:xfrm>
            <a:off x="571500" y="1439168"/>
            <a:ext cx="5050235" cy="599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b="1" sz="225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193" name="Google Shape;193;p47"/>
          <p:cNvSpPr txBox="1"/>
          <p:nvPr>
            <p:ph idx="2" type="body"/>
          </p:nvPr>
        </p:nvSpPr>
        <p:spPr>
          <a:xfrm>
            <a:off x="571500" y="2038945"/>
            <a:ext cx="5050235" cy="3704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indent="-38735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2pPr>
            <a:lvl3pPr indent="-371475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4" name="Google Shape;194;p47"/>
          <p:cNvSpPr txBox="1"/>
          <p:nvPr>
            <p:ph idx="3" type="body"/>
          </p:nvPr>
        </p:nvSpPr>
        <p:spPr>
          <a:xfrm>
            <a:off x="5806283" y="1439168"/>
            <a:ext cx="5052218" cy="599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b="1" sz="225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195" name="Google Shape;195;p47"/>
          <p:cNvSpPr txBox="1"/>
          <p:nvPr>
            <p:ph idx="4" type="body"/>
          </p:nvPr>
        </p:nvSpPr>
        <p:spPr>
          <a:xfrm>
            <a:off x="5806283" y="2038945"/>
            <a:ext cx="5052218" cy="3704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indent="-38735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2pPr>
            <a:lvl3pPr indent="-371475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6" name="Google Shape;196;p47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7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7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9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9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9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 y subtítulo" type="picTx">
  <p:cSld name="PICTURE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0"/>
          <p:cNvSpPr txBox="1"/>
          <p:nvPr>
            <p:ph type="title"/>
          </p:nvPr>
        </p:nvSpPr>
        <p:spPr>
          <a:xfrm>
            <a:off x="5768588" y="250149"/>
            <a:ext cx="6164632" cy="15214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b="1"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0"/>
          <p:cNvSpPr/>
          <p:nvPr>
            <p:ph idx="2" type="pic"/>
          </p:nvPr>
        </p:nvSpPr>
        <p:spPr>
          <a:xfrm>
            <a:off x="2359968" y="2543355"/>
            <a:ext cx="8498440" cy="4314646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50"/>
          <p:cNvSpPr txBox="1"/>
          <p:nvPr>
            <p:ph idx="1" type="body"/>
          </p:nvPr>
        </p:nvSpPr>
        <p:spPr>
          <a:xfrm>
            <a:off x="4371462" y="2007401"/>
            <a:ext cx="7561757" cy="383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75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250"/>
              <a:buNone/>
              <a:defRPr sz="1250"/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9pPr>
          </a:lstStyle>
          <a:p/>
        </p:txBody>
      </p:sp>
      <p:sp>
        <p:nvSpPr>
          <p:cNvPr id="208" name="Google Shape;208;p50"/>
          <p:cNvSpPr/>
          <p:nvPr/>
        </p:nvSpPr>
        <p:spPr>
          <a:xfrm>
            <a:off x="603124" y="368990"/>
            <a:ext cx="1756870" cy="1521440"/>
          </a:xfrm>
          <a:custGeom>
            <a:rect b="b" l="l" r="r" t="t"/>
            <a:pathLst>
              <a:path extrusionOk="0" h="1217152" w="1405496">
                <a:moveTo>
                  <a:pt x="0" y="0"/>
                </a:moveTo>
                <a:lnTo>
                  <a:pt x="1405496" y="0"/>
                </a:lnTo>
                <a:lnTo>
                  <a:pt x="1405496" y="1217153"/>
                </a:lnTo>
                <a:lnTo>
                  <a:pt x="0" y="121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50"/>
          <p:cNvSpPr/>
          <p:nvPr/>
        </p:nvSpPr>
        <p:spPr>
          <a:xfrm>
            <a:off x="2974336" y="-122464"/>
            <a:ext cx="2794252" cy="1397125"/>
          </a:xfrm>
          <a:custGeom>
            <a:rect b="b" l="l" r="r" t="t"/>
            <a:pathLst>
              <a:path extrusionOk="0" h="1862836" w="3725672">
                <a:moveTo>
                  <a:pt x="0" y="0"/>
                </a:moveTo>
                <a:cubicBezTo>
                  <a:pt x="0" y="1028827"/>
                  <a:pt x="834009" y="1862836"/>
                  <a:pt x="1862836" y="1862836"/>
                </a:cubicBezTo>
                <a:cubicBezTo>
                  <a:pt x="2891663" y="1862836"/>
                  <a:pt x="3725672" y="1028827"/>
                  <a:pt x="3725672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0"/>
          <p:cNvSpPr/>
          <p:nvPr/>
        </p:nvSpPr>
        <p:spPr>
          <a:xfrm>
            <a:off x="452438" y="3965679"/>
            <a:ext cx="1849497" cy="2892355"/>
          </a:xfrm>
          <a:custGeom>
            <a:rect b="b" l="l" r="r" t="t"/>
            <a:pathLst>
              <a:path extrusionOk="0" h="5413121" w="3461385">
                <a:moveTo>
                  <a:pt x="0" y="5413121"/>
                </a:moveTo>
                <a:lnTo>
                  <a:pt x="3461385" y="5413121"/>
                </a:lnTo>
                <a:lnTo>
                  <a:pt x="3461385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</p:sp>
      <p:sp>
        <p:nvSpPr>
          <p:cNvPr id="211" name="Google Shape;211;p50"/>
          <p:cNvSpPr/>
          <p:nvPr/>
        </p:nvSpPr>
        <p:spPr>
          <a:xfrm>
            <a:off x="10858435" y="1810614"/>
            <a:ext cx="1333542" cy="5047403"/>
          </a:xfrm>
          <a:custGeom>
            <a:rect b="b" l="l" r="r" t="t"/>
            <a:pathLst>
              <a:path extrusionOk="0" h="7676134" w="2028063">
                <a:moveTo>
                  <a:pt x="2008124" y="0"/>
                </a:moveTo>
                <a:lnTo>
                  <a:pt x="0" y="4306570"/>
                </a:lnTo>
                <a:lnTo>
                  <a:pt x="1571371" y="7676134"/>
                </a:lnTo>
                <a:lnTo>
                  <a:pt x="2028063" y="7676134"/>
                </a:lnTo>
                <a:lnTo>
                  <a:pt x="2028063" y="42799"/>
                </a:lnTo>
                <a:lnTo>
                  <a:pt x="2008124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">
  <p:cSld name="Imagen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1"/>
          <p:cNvSpPr/>
          <p:nvPr>
            <p:ph idx="2" type="pic"/>
          </p:nvPr>
        </p:nvSpPr>
        <p:spPr>
          <a:xfrm>
            <a:off x="2359968" y="1428751"/>
            <a:ext cx="9829651" cy="542925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51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215" name="Google Shape;215;p51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216" name="Google Shape;216;p51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2"/>
          <p:cNvSpPr txBox="1"/>
          <p:nvPr>
            <p:ph type="title"/>
          </p:nvPr>
        </p:nvSpPr>
        <p:spPr>
          <a:xfrm>
            <a:off x="2240360" y="4500562"/>
            <a:ext cx="6858000" cy="5313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T Serif"/>
              <a:buNone/>
              <a:defRPr b="1" sz="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2"/>
          <p:cNvSpPr/>
          <p:nvPr>
            <p:ph idx="2" type="pic"/>
          </p:nvPr>
        </p:nvSpPr>
        <p:spPr>
          <a:xfrm>
            <a:off x="2240360" y="574477"/>
            <a:ext cx="6858000" cy="3857625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52"/>
          <p:cNvSpPr txBox="1"/>
          <p:nvPr>
            <p:ph idx="1" type="body"/>
          </p:nvPr>
        </p:nvSpPr>
        <p:spPr>
          <a:xfrm>
            <a:off x="2240360" y="5031879"/>
            <a:ext cx="6858000" cy="754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75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250"/>
              <a:buNone/>
              <a:defRPr sz="1250"/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9pPr>
          </a:lstStyle>
          <a:p/>
        </p:txBody>
      </p:sp>
      <p:sp>
        <p:nvSpPr>
          <p:cNvPr id="221" name="Google Shape;221;p52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2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2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3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53"/>
          <p:cNvSpPr txBox="1"/>
          <p:nvPr>
            <p:ph idx="1" type="body"/>
          </p:nvPr>
        </p:nvSpPr>
        <p:spPr>
          <a:xfrm rot="5400000">
            <a:off x="3593455" y="-1521766"/>
            <a:ext cx="4243090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53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3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3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4"/>
          <p:cNvSpPr txBox="1"/>
          <p:nvPr>
            <p:ph type="title"/>
          </p:nvPr>
        </p:nvSpPr>
        <p:spPr>
          <a:xfrm rot="5400000">
            <a:off x="6829723" y="1714501"/>
            <a:ext cx="5485805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54"/>
          <p:cNvSpPr txBox="1"/>
          <p:nvPr>
            <p:ph idx="1" type="body"/>
          </p:nvPr>
        </p:nvSpPr>
        <p:spPr>
          <a:xfrm rot="5400000">
            <a:off x="1590972" y="-761999"/>
            <a:ext cx="5485805" cy="7524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54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4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4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2">
  <p:cSld name="Título 2">
    <p:bg>
      <p:bgPr>
        <a:solidFill>
          <a:schemeClr val="dk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ctrTitle"/>
          </p:nvPr>
        </p:nvSpPr>
        <p:spPr>
          <a:xfrm>
            <a:off x="1525873" y="3238112"/>
            <a:ext cx="9332628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T Serif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11" type="ftr"/>
          </p:nvPr>
        </p:nvSpPr>
        <p:spPr>
          <a:xfrm>
            <a:off x="4263154" y="5689404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1"/>
          <p:cNvSpPr/>
          <p:nvPr/>
        </p:nvSpPr>
        <p:spPr>
          <a:xfrm>
            <a:off x="0" y="1668380"/>
            <a:ext cx="2410515" cy="5168990"/>
          </a:xfrm>
          <a:custGeom>
            <a:rect b="b" l="l" r="r" t="t"/>
            <a:pathLst>
              <a:path extrusionOk="0" h="7287895" w="3398647">
                <a:moveTo>
                  <a:pt x="0" y="7287895"/>
                </a:moveTo>
                <a:lnTo>
                  <a:pt x="3398647" y="7287895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246" name="Google Shape;246;p31"/>
          <p:cNvSpPr/>
          <p:nvPr/>
        </p:nvSpPr>
        <p:spPr>
          <a:xfrm>
            <a:off x="2132026" y="-8094"/>
            <a:ext cx="2606429" cy="1467242"/>
          </a:xfrm>
          <a:custGeom>
            <a:rect b="b" l="l" r="r" t="t"/>
            <a:pathLst>
              <a:path extrusionOk="0" h="2068703" w="3674872">
                <a:moveTo>
                  <a:pt x="14478" y="0"/>
                </a:moveTo>
                <a:cubicBezTo>
                  <a:pt x="4953" y="75819"/>
                  <a:pt x="0" y="153035"/>
                  <a:pt x="0" y="231394"/>
                </a:cubicBezTo>
                <a:cubicBezTo>
                  <a:pt x="0" y="1245997"/>
                  <a:pt x="822579" y="2068703"/>
                  <a:pt x="1837309" y="2068703"/>
                </a:cubicBezTo>
                <a:cubicBezTo>
                  <a:pt x="2852039" y="2068703"/>
                  <a:pt x="3674872" y="1245997"/>
                  <a:pt x="3674872" y="231394"/>
                </a:cubicBezTo>
                <a:cubicBezTo>
                  <a:pt x="3674872" y="153035"/>
                  <a:pt x="3669919" y="75819"/>
                  <a:pt x="3660394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10858500" y="4213367"/>
            <a:ext cx="848514" cy="5247986"/>
          </a:xfrm>
          <a:custGeom>
            <a:rect b="b" l="l" r="r" t="t"/>
            <a:pathLst>
              <a:path extrusionOk="0" h="7399274" w="1196340">
                <a:moveTo>
                  <a:pt x="0" y="7399274"/>
                </a:moveTo>
                <a:lnTo>
                  <a:pt x="1196340" y="7399274"/>
                </a:lnTo>
                <a:lnTo>
                  <a:pt x="1196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31"/>
          <p:cNvPicPr preferRelativeResize="0"/>
          <p:nvPr/>
        </p:nvPicPr>
        <p:blipFill rotWithShape="1">
          <a:blip r:embed="rId2">
            <a:alphaModFix/>
          </a:blip>
          <a:srcRect b="28562" l="0" r="0" t="31269"/>
          <a:stretch/>
        </p:blipFill>
        <p:spPr>
          <a:xfrm>
            <a:off x="7323929" y="78142"/>
            <a:ext cx="3958828" cy="159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/>
          <p:nvPr>
            <p:ph idx="12" type="sldNum"/>
          </p:nvPr>
        </p:nvSpPr>
        <p:spPr>
          <a:xfrm>
            <a:off x="10858500" y="6159799"/>
            <a:ext cx="848514" cy="269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T Serif"/>
              <a:buNone/>
              <a:defRPr b="1" i="0" sz="5500" u="none" cap="none" strike="noStrik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571500" y="1500189"/>
            <a:ext cx="1028700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450850" lvl="1" marL="9144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–"/>
              <a:defRPr b="0" i="0" sz="35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873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b="0" i="0" sz="25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873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»"/>
              <a:defRPr b="0" i="0" sz="25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873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73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73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735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PT Serif"/>
              <a:buNone/>
              <a:defRPr b="1" i="0" sz="5500" u="none" cap="none" strike="noStrike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571500" y="1500189"/>
            <a:ext cx="1028700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450850" lvl="1" marL="914400" marR="0" rtl="0" algn="l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Char char="–"/>
              <a:defRPr b="0" i="0" sz="3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873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–"/>
              <a:defRPr b="0" i="0" sz="2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873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»"/>
              <a:defRPr b="0" i="0" sz="25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873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73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73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735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9" name="Google Shape;239;p29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0" name="Google Shape;240;p29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500" u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500" u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500" u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500" u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500" u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500" u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500" u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500" u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500" u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irebase.google.com/docs/android/setup#available-librari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firebase.google.com/docs/firestore?hl=es-419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"/>
          <p:cNvSpPr txBox="1"/>
          <p:nvPr>
            <p:ph type="ctrTitle"/>
          </p:nvPr>
        </p:nvSpPr>
        <p:spPr>
          <a:xfrm>
            <a:off x="857250" y="1997275"/>
            <a:ext cx="9715500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T Serif"/>
              <a:buNone/>
            </a:pPr>
            <a:r>
              <a:rPr lang="es-ES"/>
              <a:t>Configurar Firestore en Android Studio</a:t>
            </a:r>
            <a:endParaRPr/>
          </a:p>
        </p:txBody>
      </p:sp>
      <p:sp>
        <p:nvSpPr>
          <p:cNvPr id="255" name="Google Shape;255;p1"/>
          <p:cNvSpPr txBox="1"/>
          <p:nvPr>
            <p:ph idx="1" type="subTitle"/>
          </p:nvPr>
        </p:nvSpPr>
        <p:spPr>
          <a:xfrm>
            <a:off x="1714500" y="3643312"/>
            <a:ext cx="8001000" cy="164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"/>
          <p:cNvSpPr txBox="1"/>
          <p:nvPr>
            <p:ph idx="4294967295" type="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T Sans"/>
              <a:buNone/>
            </a:pPr>
            <a:r>
              <a:rPr b="1" i="0" lang="es-ES" sz="4125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Pasos para conectar Firestore y Android Studio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4437" y="3881907"/>
            <a:ext cx="5438180" cy="240208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Agrega una App</a:t>
            </a:r>
            <a:endParaRPr/>
          </a:p>
        </p:txBody>
      </p:sp>
      <p:sp>
        <p:nvSpPr>
          <p:cNvPr id="267" name="Google Shape;267;p3"/>
          <p:cNvSpPr txBox="1"/>
          <p:nvPr/>
        </p:nvSpPr>
        <p:spPr>
          <a:xfrm>
            <a:off x="1910954" y="2285737"/>
            <a:ext cx="9125013" cy="130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625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- El primer paso que debemos realizar es registrar una app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25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- A partir de ahí deberemos de seguir unos pasos para que la app y Firestore estén conectados.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1. Registrar app</a:t>
            </a:r>
            <a:endParaRPr/>
          </a:p>
        </p:txBody>
      </p:sp>
      <p:pic>
        <p:nvPicPr>
          <p:cNvPr id="273" name="Google Shape;2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997" y="2182669"/>
            <a:ext cx="2786448" cy="1294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336" y="3666749"/>
            <a:ext cx="5144220" cy="1473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6053" y="1876332"/>
            <a:ext cx="4421532" cy="3749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2. Agregar archivo de configuración</a:t>
            </a:r>
            <a:endParaRPr/>
          </a:p>
        </p:txBody>
      </p:sp>
      <p:pic>
        <p:nvPicPr>
          <p:cNvPr id="281" name="Google Shape;2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3086" y="2011340"/>
            <a:ext cx="7063414" cy="4477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"/>
          <p:cNvSpPr txBox="1"/>
          <p:nvPr>
            <p:ph idx="4294967295" type="body"/>
          </p:nvPr>
        </p:nvSpPr>
        <p:spPr>
          <a:xfrm>
            <a:off x="1333461" y="2428872"/>
            <a:ext cx="9364650" cy="3314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13"/>
              <a:buChar char="•"/>
            </a:pPr>
            <a:r>
              <a:rPr b="1" lang="es-ES" sz="2813"/>
              <a:t>Archivos que hay que modificar</a:t>
            </a:r>
            <a:endParaRPr/>
          </a:p>
          <a:p>
            <a:pPr indent="-357178" lvl="1" marL="928664" rtl="0" algn="l"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316"/>
              <a:buChar char="–"/>
            </a:pPr>
            <a:r>
              <a:rPr lang="es-ES" sz="2316"/>
              <a:t>&lt;project&gt;/build.gradle.kts</a:t>
            </a:r>
            <a:endParaRPr sz="2316"/>
          </a:p>
          <a:p>
            <a:pPr indent="-357178" lvl="1" marL="928664" rtl="0" algn="l"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316"/>
              <a:buChar char="–"/>
            </a:pPr>
            <a:r>
              <a:rPr lang="es-ES" sz="2316"/>
              <a:t>&lt;project&gt;/&lt;app-module&gt;/build.gradle.kts</a:t>
            </a:r>
            <a:endParaRPr sz="2316"/>
          </a:p>
          <a:p>
            <a:pPr indent="-357178" lvl="1" marL="928664" rtl="0" algn="l"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316"/>
              <a:buChar char="–"/>
            </a:pPr>
            <a:r>
              <a:rPr lang="es-ES" sz="2316"/>
              <a:t>Directorio app-module puede ser app</a:t>
            </a:r>
            <a:endParaRPr/>
          </a:p>
          <a:p>
            <a:pPr indent="-428615" lvl="0" marL="428615" rtl="0" algn="l">
              <a:spcBef>
                <a:spcPts val="656"/>
              </a:spcBef>
              <a:spcAft>
                <a:spcPts val="0"/>
              </a:spcAft>
              <a:buClr>
                <a:schemeClr val="dk1"/>
              </a:buClr>
              <a:buSzPts val="2813"/>
              <a:buChar char="•"/>
            </a:pPr>
            <a:r>
              <a:rPr lang="es-ES" sz="2813"/>
              <a:t>Productos de Firebase que se puede agregar</a:t>
            </a:r>
            <a:endParaRPr/>
          </a:p>
          <a:p>
            <a:pPr indent="-357178" lvl="1" marL="928664" rtl="0" algn="l"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316"/>
              <a:buChar char="–"/>
            </a:pPr>
            <a:r>
              <a:rPr lang="es-ES" sz="2316" u="sng">
                <a:solidFill>
                  <a:schemeClr val="hlink"/>
                </a:solidFill>
                <a:hlinkClick r:id="rId3"/>
              </a:rPr>
              <a:t>https://firebase.google.com/docs/android/setup#available-libraries</a:t>
            </a:r>
            <a:endParaRPr sz="2316"/>
          </a:p>
          <a:p>
            <a:pPr indent="-242052" lvl="0" marL="428615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938"/>
              <a:buNone/>
            </a:pPr>
            <a:r>
              <a:t/>
            </a:r>
            <a:endParaRPr sz="2938"/>
          </a:p>
        </p:txBody>
      </p:sp>
      <p:sp>
        <p:nvSpPr>
          <p:cNvPr id="287" name="Google Shape;287;p6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3. Agregar SDK de Firebase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"/>
          <p:cNvSpPr txBox="1"/>
          <p:nvPr>
            <p:ph idx="4294967295" type="body"/>
          </p:nvPr>
        </p:nvSpPr>
        <p:spPr>
          <a:xfrm>
            <a:off x="1333461" y="2428872"/>
            <a:ext cx="9364650" cy="3314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56"/>
              <a:buChar char="•"/>
            </a:pPr>
            <a:r>
              <a:rPr lang="es-ES" sz="3656"/>
              <a:t>Gradle es un sistema de automatización de compilación </a:t>
            </a:r>
            <a:endParaRPr/>
          </a:p>
          <a:p>
            <a:pPr indent="-357178" lvl="1" marL="928664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81"/>
              <a:buChar char="–"/>
            </a:pPr>
            <a:r>
              <a:rPr lang="es-ES" sz="3281"/>
              <a:t>Descarga librerías</a:t>
            </a:r>
            <a:endParaRPr/>
          </a:p>
          <a:p>
            <a:pPr indent="-357178" lvl="1" marL="928664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81"/>
              <a:buChar char="–"/>
            </a:pPr>
            <a:r>
              <a:rPr lang="es-ES" sz="3281"/>
              <a:t>Compila</a:t>
            </a:r>
            <a:endParaRPr/>
          </a:p>
          <a:p>
            <a:pPr indent="-357178" lvl="1" marL="928664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81"/>
              <a:buChar char="–"/>
            </a:pPr>
            <a:r>
              <a:rPr lang="es-ES" sz="3281"/>
              <a:t>Empaqueta</a:t>
            </a:r>
            <a:endParaRPr/>
          </a:p>
          <a:p>
            <a:pPr indent="-357178" lvl="1" marL="928664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81"/>
              <a:buChar char="–"/>
            </a:pPr>
            <a:r>
              <a:rPr lang="es-ES" sz="3281"/>
              <a:t>Firma</a:t>
            </a:r>
            <a:endParaRPr/>
          </a:p>
        </p:txBody>
      </p:sp>
      <p:sp>
        <p:nvSpPr>
          <p:cNvPr id="293" name="Google Shape;293;p7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¿Que es Gradle?</a:t>
            </a:r>
            <a:endParaRPr/>
          </a:p>
        </p:txBody>
      </p:sp>
      <p:pic>
        <p:nvPicPr>
          <p:cNvPr id="294" name="Google Shape;2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3506" y="4239092"/>
            <a:ext cx="3393278" cy="1178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 txBox="1"/>
          <p:nvPr>
            <p:ph idx="4294967295" type="body"/>
          </p:nvPr>
        </p:nvSpPr>
        <p:spPr>
          <a:xfrm>
            <a:off x="1424200" y="2428872"/>
            <a:ext cx="9273902" cy="3314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s-ES"/>
              <a:t>La app de Android Studio será capaz de conectarse al servidor de Firestore</a:t>
            </a:r>
            <a:endParaRPr/>
          </a:p>
          <a:p>
            <a:pPr indent="-428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s-ES"/>
              <a:t>El archivo google-services.json tiene la información para acceder a la API</a:t>
            </a:r>
            <a:endParaRPr/>
          </a:p>
        </p:txBody>
      </p:sp>
      <p:sp>
        <p:nvSpPr>
          <p:cNvPr id="300" name="Google Shape;300;p8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¿Qué hemos hecho?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 txBox="1"/>
          <p:nvPr>
            <p:ph type="ctr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T Sans"/>
              <a:buNone/>
            </a:pPr>
            <a:r>
              <a:rPr lang="es-ES"/>
              <a:t>Practico:</a:t>
            </a:r>
            <a:br>
              <a:rPr lang="es-ES"/>
            </a:br>
            <a:r>
              <a:rPr lang="es-ES"/>
              <a:t>Crear Base de datos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"/>
          <p:cNvSpPr txBox="1"/>
          <p:nvPr>
            <p:ph idx="4294967295" type="body"/>
          </p:nvPr>
        </p:nvSpPr>
        <p:spPr>
          <a:xfrm>
            <a:off x="1424200" y="2428872"/>
            <a:ext cx="9273902" cy="3314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Char char="•"/>
            </a:pPr>
            <a:r>
              <a:rPr lang="es-ES" sz="3375"/>
              <a:t>Ve a compilación &gt; firestore database</a:t>
            </a:r>
            <a:endParaRPr sz="3375"/>
          </a:p>
          <a:p>
            <a:pPr indent="-428615" lvl="0" marL="428615" rtl="0" algn="l">
              <a:lnSpc>
                <a:spcPct val="80000"/>
              </a:lnSpc>
              <a:spcBef>
                <a:spcPts val="844"/>
              </a:spcBef>
              <a:spcAft>
                <a:spcPts val="0"/>
              </a:spcAft>
              <a:buClr>
                <a:schemeClr val="dk1"/>
              </a:buClr>
              <a:buSzPts val="3375"/>
              <a:buChar char="•"/>
            </a:pPr>
            <a:r>
              <a:rPr lang="es-ES" sz="3375"/>
              <a:t>Crear base de datos</a:t>
            </a:r>
            <a:endParaRPr/>
          </a:p>
          <a:p>
            <a:pPr indent="-428615" lvl="0" marL="428615" rtl="0" algn="l">
              <a:lnSpc>
                <a:spcPct val="80000"/>
              </a:lnSpc>
              <a:spcBef>
                <a:spcPts val="844"/>
              </a:spcBef>
              <a:spcAft>
                <a:spcPts val="0"/>
              </a:spcAft>
              <a:buClr>
                <a:schemeClr val="dk1"/>
              </a:buClr>
              <a:buSzPts val="3375"/>
              <a:buChar char="•"/>
            </a:pPr>
            <a:r>
              <a:rPr lang="es-ES" sz="3375"/>
              <a:t>Edición Estándar</a:t>
            </a:r>
            <a:endParaRPr/>
          </a:p>
          <a:p>
            <a:pPr indent="-428615" lvl="0" marL="428615" rtl="0" algn="l">
              <a:lnSpc>
                <a:spcPct val="80000"/>
              </a:lnSpc>
              <a:spcBef>
                <a:spcPts val="844"/>
              </a:spcBef>
              <a:spcAft>
                <a:spcPts val="0"/>
              </a:spcAft>
              <a:buClr>
                <a:schemeClr val="dk1"/>
              </a:buClr>
              <a:buSzPts val="3375"/>
              <a:buChar char="•"/>
            </a:pPr>
            <a:r>
              <a:rPr lang="es-ES" sz="3375"/>
              <a:t>Ubicación Europa</a:t>
            </a:r>
            <a:endParaRPr/>
          </a:p>
          <a:p>
            <a:pPr indent="-428615" lvl="0" marL="428615" rtl="0" algn="l">
              <a:lnSpc>
                <a:spcPct val="80000"/>
              </a:lnSpc>
              <a:spcBef>
                <a:spcPts val="844"/>
              </a:spcBef>
              <a:spcAft>
                <a:spcPts val="0"/>
              </a:spcAft>
              <a:buClr>
                <a:schemeClr val="dk1"/>
              </a:buClr>
              <a:buSzPts val="3375"/>
              <a:buChar char="•"/>
            </a:pPr>
            <a:r>
              <a:rPr lang="es-ES" sz="3375"/>
              <a:t>Modo de producción</a:t>
            </a:r>
            <a:endParaRPr/>
          </a:p>
          <a:p>
            <a:pPr indent="-357178" lvl="1" marL="928664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</a:pPr>
            <a:r>
              <a:rPr lang="es-ES" sz="3000"/>
              <a:t>Obligatorio proveer de permisos de acceso</a:t>
            </a:r>
            <a:endParaRPr/>
          </a:p>
        </p:txBody>
      </p:sp>
      <p:sp>
        <p:nvSpPr>
          <p:cNvPr id="311" name="Google Shape;311;p10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Crea DB</a:t>
            </a:r>
            <a:endParaRPr/>
          </a:p>
        </p:txBody>
      </p:sp>
      <p:sp>
        <p:nvSpPr>
          <p:cNvPr id="312" name="Google Shape;312;p10"/>
          <p:cNvSpPr txBox="1"/>
          <p:nvPr/>
        </p:nvSpPr>
        <p:spPr>
          <a:xfrm>
            <a:off x="868626" y="6290329"/>
            <a:ext cx="5060689" cy="564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4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sng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https://firebase.google.com/docs/firestore?hl=es-419</a:t>
            </a:r>
            <a:endParaRPr sz="160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3239" y="2372965"/>
            <a:ext cx="6055173" cy="3331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"/>
          <p:cNvSpPr txBox="1"/>
          <p:nvPr>
            <p:ph idx="4294967295" type="body"/>
          </p:nvPr>
        </p:nvSpPr>
        <p:spPr>
          <a:xfrm>
            <a:off x="5083390" y="2428872"/>
            <a:ext cx="5614721" cy="3314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s-ES" sz="3000"/>
              <a:t>Iniciar colección</a:t>
            </a:r>
            <a:endParaRPr/>
          </a:p>
          <a:p>
            <a:pPr indent="-428615" lvl="0" marL="428615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s-ES" sz="3000"/>
              <a:t>ID de la colección (nombre de la tabla)</a:t>
            </a:r>
            <a:endParaRPr/>
          </a:p>
          <a:p>
            <a:pPr indent="-428615" lvl="0" marL="428615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s-ES" sz="3000"/>
              <a:t>Un documento es como una fila en una DB transaccional</a:t>
            </a:r>
            <a:endParaRPr/>
          </a:p>
          <a:p>
            <a:pPr indent="-174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Agrega datos</a:t>
            </a:r>
            <a:endParaRPr/>
          </a:p>
        </p:txBody>
      </p:sp>
      <p:pic>
        <p:nvPicPr>
          <p:cNvPr id="324" name="Google Shape;3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443" y="2197663"/>
            <a:ext cx="3480126" cy="2987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0712" y="5357538"/>
            <a:ext cx="7048035" cy="1500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 txBox="1"/>
          <p:nvPr>
            <p:ph idx="1" type="body"/>
          </p:nvPr>
        </p:nvSpPr>
        <p:spPr>
          <a:xfrm>
            <a:off x="1424203" y="2428875"/>
            <a:ext cx="927390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4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 txBox="1"/>
          <p:nvPr>
            <p:ph type="title"/>
          </p:nvPr>
        </p:nvSpPr>
        <p:spPr>
          <a:xfrm>
            <a:off x="1405153" y="670557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Resultado esperado</a:t>
            </a:r>
            <a:endParaRPr/>
          </a:p>
        </p:txBody>
      </p:sp>
      <p:pic>
        <p:nvPicPr>
          <p:cNvPr id="332" name="Google Shape;3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105" y="1653938"/>
            <a:ext cx="10459910" cy="4715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"/>
          <p:cNvSpPr txBox="1"/>
          <p:nvPr>
            <p:ph type="title"/>
          </p:nvPr>
        </p:nvSpPr>
        <p:spPr>
          <a:xfrm>
            <a:off x="1405153" y="969211"/>
            <a:ext cx="92739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Ejemplo</a:t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5469176" y="1273336"/>
            <a:ext cx="3240300" cy="55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85725" spcFirstLastPara="1" rIns="85725" wrap="square" tIns="42850">
            <a:spAutoFit/>
          </a:bodyPr>
          <a:lstStyle/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/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{</a:t>
            </a:r>
            <a:endParaRPr/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ES" sz="1688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"nombre"</a:t>
            </a: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s-ES" sz="1688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"Ana"</a:t>
            </a: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ES" sz="1688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"ciudad"</a:t>
            </a: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s-ES" sz="1688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"Madrid"</a:t>
            </a:r>
            <a:endParaRPr sz="1688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},</a:t>
            </a:r>
            <a:endParaRPr/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{</a:t>
            </a:r>
            <a:endParaRPr/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ES" sz="1688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"nombre"</a:t>
            </a: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s-ES" sz="1688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"Carlos"</a:t>
            </a: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ES" sz="1688" u="none" cap="none" strike="noStrike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"ciudad"</a:t>
            </a: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s-ES" sz="1688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"Barcelona"</a:t>
            </a:r>
            <a:endParaRPr sz="1688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},</a:t>
            </a:r>
            <a:endParaRPr/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s-ES" sz="1688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"nombre"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688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"María"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s-ES" sz="1688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"ciudad"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688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"Sevilla"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s-ES" sz="1688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"ocupacion"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688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"Abogada"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s-ES" sz="1688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"hijo"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ES" sz="1688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"nombre"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688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"Mikel"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ES" sz="1688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"edad"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688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ES" sz="1688">
                <a:solidFill>
                  <a:srgbClr val="CD313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}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s-ES" sz="1688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9146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5671702" y="1508406"/>
            <a:ext cx="2835300" cy="877500"/>
          </a:xfrm>
          <a:prstGeom prst="rect">
            <a:avLst/>
          </a:prstGeom>
          <a:noFill/>
          <a:ln cap="flat" cmpd="sng" w="25400">
            <a:solidFill>
              <a:srgbClr val="CE11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2850" lIns="85725" spcFirstLastPara="1" rIns="85725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2433151" y="2096920"/>
            <a:ext cx="24591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85725" spcFirstLastPara="1" rIns="85725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Documento (objeto JSON)</a:t>
            </a:r>
            <a:endParaRPr/>
          </a:p>
        </p:txBody>
      </p:sp>
      <p:cxnSp>
        <p:nvCxnSpPr>
          <p:cNvPr id="341" name="Google Shape;341;p14"/>
          <p:cNvCxnSpPr/>
          <p:nvPr/>
        </p:nvCxnSpPr>
        <p:spPr>
          <a:xfrm>
            <a:off x="4991998" y="2270045"/>
            <a:ext cx="742500" cy="0"/>
          </a:xfrm>
          <a:prstGeom prst="straightConnector1">
            <a:avLst/>
          </a:prstGeom>
          <a:noFill/>
          <a:ln cap="flat" cmpd="sng" w="63475">
            <a:solidFill>
              <a:srgbClr val="CE1137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342" name="Google Shape;342;p14"/>
          <p:cNvCxnSpPr/>
          <p:nvPr/>
        </p:nvCxnSpPr>
        <p:spPr>
          <a:xfrm flipH="1">
            <a:off x="8750284" y="2088299"/>
            <a:ext cx="786300" cy="272100"/>
          </a:xfrm>
          <a:prstGeom prst="straightConnector1">
            <a:avLst/>
          </a:prstGeom>
          <a:noFill/>
          <a:ln cap="flat" cmpd="sng" w="63475">
            <a:solidFill>
              <a:srgbClr val="2D986C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343" name="Google Shape;343;p14"/>
          <p:cNvSpPr txBox="1"/>
          <p:nvPr/>
        </p:nvSpPr>
        <p:spPr>
          <a:xfrm>
            <a:off x="9434484" y="1750667"/>
            <a:ext cx="10194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85725" spcFirstLastPara="1" rIns="85725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8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Colección</a:t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5734583" y="4276195"/>
            <a:ext cx="2835300" cy="1086000"/>
          </a:xfrm>
          <a:prstGeom prst="rect">
            <a:avLst/>
          </a:prstGeom>
          <a:noFill/>
          <a:ln cap="flat" cmpd="sng" w="25400">
            <a:solidFill>
              <a:srgbClr val="CE11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2850" lIns="85725" spcFirstLastPara="1" rIns="85725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5545618" y="3209969"/>
            <a:ext cx="3024300" cy="2415600"/>
          </a:xfrm>
          <a:prstGeom prst="rect">
            <a:avLst/>
          </a:prstGeom>
          <a:noFill/>
          <a:ln cap="flat" cmpd="sng" w="25400">
            <a:solidFill>
              <a:srgbClr val="CE11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1" anchor="ctr" bIns="42850" lIns="85725" spcFirstLastPara="1" rIns="85725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14"/>
          <p:cNvCxnSpPr/>
          <p:nvPr/>
        </p:nvCxnSpPr>
        <p:spPr>
          <a:xfrm>
            <a:off x="8714275" y="1319021"/>
            <a:ext cx="24000" cy="51585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/>
          <p:nvPr>
            <p:ph type="title"/>
          </p:nvPr>
        </p:nvSpPr>
        <p:spPr>
          <a:xfrm>
            <a:off x="1323376" y="670559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T Serif"/>
              <a:buNone/>
            </a:pPr>
            <a:r>
              <a:rPr lang="es-ES"/>
              <a:t>Modifica las reglas</a:t>
            </a:r>
            <a:endParaRPr/>
          </a:p>
        </p:txBody>
      </p:sp>
      <p:pic>
        <p:nvPicPr>
          <p:cNvPr id="352" name="Google Shape;3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019" y="1631830"/>
            <a:ext cx="7973538" cy="440116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5"/>
          <p:cNvSpPr txBox="1"/>
          <p:nvPr/>
        </p:nvSpPr>
        <p:spPr>
          <a:xfrm>
            <a:off x="6275294" y="5479555"/>
            <a:ext cx="398057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Tiene que ser true</a:t>
            </a:r>
            <a:endParaRPr/>
          </a:p>
        </p:txBody>
      </p:sp>
      <p:cxnSp>
        <p:nvCxnSpPr>
          <p:cNvPr id="354" name="Google Shape;354;p15"/>
          <p:cNvCxnSpPr/>
          <p:nvPr/>
        </p:nvCxnSpPr>
        <p:spPr>
          <a:xfrm flipH="1">
            <a:off x="7525870" y="4634499"/>
            <a:ext cx="618564" cy="591671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 txBox="1"/>
          <p:nvPr>
            <p:ph idx="4294967295" type="title"/>
          </p:nvPr>
        </p:nvSpPr>
        <p:spPr>
          <a:xfrm>
            <a:off x="1525873" y="3238112"/>
            <a:ext cx="9332628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T Serif"/>
              <a:buNone/>
            </a:pPr>
            <a:r>
              <a:rPr b="1" i="0" lang="es-ES" sz="7500" u="none" cap="none" strike="noStrike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rPr>
              <a:t>Errores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"/>
          <p:cNvSpPr txBox="1"/>
          <p:nvPr>
            <p:ph idx="4294967295" type="body"/>
          </p:nvPr>
        </p:nvSpPr>
        <p:spPr>
          <a:xfrm>
            <a:off x="571500" y="1500189"/>
            <a:ext cx="1028700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7"/>
              <a:buChar char="•"/>
            </a:pPr>
            <a:r>
              <a:rPr lang="es-ES" sz="1688"/>
              <a:t>Caused by: org.gradle.api.GradleException: No matching client found for package name 'com.example.myapplication' in C:\Users\&lt;user&gt;\AndroidStudioProjects\MyApplication\app\google-services.json</a:t>
            </a:r>
            <a:endParaRPr/>
          </a:p>
          <a:p>
            <a:pPr indent="-281803" lvl="1" marL="928664" rtl="0" algn="l">
              <a:spcBef>
                <a:spcPts val="237"/>
              </a:spcBef>
              <a:spcAft>
                <a:spcPts val="0"/>
              </a:spcAft>
              <a:buClr>
                <a:schemeClr val="dk1"/>
              </a:buClr>
              <a:buSzPts val="1187"/>
              <a:buNone/>
            </a:pPr>
            <a:r>
              <a:t/>
            </a:r>
            <a:endParaRPr sz="1187"/>
          </a:p>
          <a:p>
            <a:pPr indent="-174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</p:txBody>
      </p:sp>
      <p:pic>
        <p:nvPicPr>
          <p:cNvPr id="365" name="Google Shape;3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553" y="2821843"/>
            <a:ext cx="5421077" cy="1848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7565" y="4055390"/>
            <a:ext cx="2259526" cy="1098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105" y="2590780"/>
            <a:ext cx="2134493" cy="87523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7"/>
          <p:cNvSpPr txBox="1"/>
          <p:nvPr/>
        </p:nvSpPr>
        <p:spPr>
          <a:xfrm>
            <a:off x="932329" y="5271247"/>
            <a:ext cx="105392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Mira el ApplicationId de tu build.gradle.kts y compáralo con el  nombre de paquete de Android que has puesto.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>
            <p:ph idx="4294967295" type="body"/>
          </p:nvPr>
        </p:nvSpPr>
        <p:spPr>
          <a:xfrm>
            <a:off x="571500" y="1500189"/>
            <a:ext cx="1028700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4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  <a:p>
            <a:pPr indent="-428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s-ES"/>
              <a:t>Cuidado con mayúsculas</a:t>
            </a:r>
            <a:endParaRPr/>
          </a:p>
          <a:p>
            <a:pPr indent="-428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s-ES"/>
              <a:t>También al mapear Firebase</a:t>
            </a:r>
            <a:endParaRPr/>
          </a:p>
          <a:p>
            <a:pPr indent="-174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</p:txBody>
      </p:sp>
      <p:pic>
        <p:nvPicPr>
          <p:cNvPr id="374" name="Google Shape;3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249" y="1487908"/>
            <a:ext cx="5090633" cy="52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18"/>
          <p:cNvCxnSpPr/>
          <p:nvPr/>
        </p:nvCxnSpPr>
        <p:spPr>
          <a:xfrm flipH="1" rot="10800000">
            <a:off x="6516944" y="1871202"/>
            <a:ext cx="73742" cy="387145"/>
          </a:xfrm>
          <a:prstGeom prst="straightConnector1">
            <a:avLst/>
          </a:prstGeom>
          <a:noFill/>
          <a:ln cap="flat" cmpd="sng" w="63475">
            <a:solidFill>
              <a:srgbClr val="CE1137"/>
            </a:solidFill>
            <a:prstDash val="solid"/>
            <a:miter lim="8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 txBox="1"/>
          <p:nvPr>
            <p:ph idx="1" type="body"/>
          </p:nvPr>
        </p:nvSpPr>
        <p:spPr>
          <a:xfrm>
            <a:off x="238125" y="1143000"/>
            <a:ext cx="11430000" cy="5506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b="1" lang="es-ES"/>
              <a:t>Ojo al permiso de acceso</a:t>
            </a:r>
            <a:endParaRPr/>
          </a:p>
          <a:p>
            <a:pPr indent="-428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s-ES"/>
              <a:t>Si tienes el acceso bloqueado por </a:t>
            </a:r>
            <a:r>
              <a:rPr b="1" lang="es-ES"/>
              <a:t>reglas</a:t>
            </a:r>
            <a:r>
              <a:rPr lang="es-ES"/>
              <a:t> no te dará error, te va a decir que no encuentra documentos.</a:t>
            </a:r>
            <a:endParaRPr/>
          </a:p>
          <a:p>
            <a:pPr indent="-174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  <a:p>
            <a:pPr indent="-174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  <a:p>
            <a:pPr indent="-428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s-ES"/>
              <a:t>Si borramos la base de datos tampoco nos avisa de que no existe.</a:t>
            </a:r>
            <a:endParaRPr/>
          </a:p>
        </p:txBody>
      </p:sp>
      <p:pic>
        <p:nvPicPr>
          <p:cNvPr id="381" name="Google Shape;3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6058" y="3142130"/>
            <a:ext cx="4505954" cy="2067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"/>
          <p:cNvSpPr txBox="1"/>
          <p:nvPr>
            <p:ph idx="1" type="body"/>
          </p:nvPr>
        </p:nvSpPr>
        <p:spPr>
          <a:xfrm>
            <a:off x="238125" y="1143000"/>
            <a:ext cx="11430000" cy="5506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s-ES"/>
              <a:t>Error en assert equals</a:t>
            </a:r>
            <a:endParaRPr/>
          </a:p>
          <a:p>
            <a:pPr indent="-174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  <a:p>
            <a:pPr indent="-174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  <a:p>
            <a:pPr indent="-174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  <a:p>
            <a:pPr indent="-174615" lvl="0" marL="428615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/>
          </a:p>
          <a:p>
            <a:pPr indent="-428615" lvl="0" marL="428615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 sz="2800"/>
              <a:t>No es un error, ya que en este caso se ha obtenido Mikel y he especificado que espero OK, claramente tengo que modificar Los assert para que pidan cosas con sentido.</a:t>
            </a:r>
            <a:endParaRPr/>
          </a:p>
        </p:txBody>
      </p:sp>
      <p:pic>
        <p:nvPicPr>
          <p:cNvPr id="387" name="Google Shape;3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5840" y="1753129"/>
            <a:ext cx="7487695" cy="281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xurdiTema 2025">
  <a:themeElements>
    <a:clrScheme name="CIFP Txurdinaga LHII">
      <a:dk1>
        <a:srgbClr val="000000"/>
      </a:dk1>
      <a:lt1>
        <a:srgbClr val="FFFFFF"/>
      </a:lt1>
      <a:dk2>
        <a:srgbClr val="AF206F"/>
      </a:dk2>
      <a:lt2>
        <a:srgbClr val="FEFFFF"/>
      </a:lt2>
      <a:accent1>
        <a:srgbClr val="31996E"/>
      </a:accent1>
      <a:accent2>
        <a:srgbClr val="DD5B2C"/>
      </a:accent2>
      <a:accent3>
        <a:srgbClr val="397FB7"/>
      </a:accent3>
      <a:accent4>
        <a:srgbClr val="62266A"/>
      </a:accent4>
      <a:accent5>
        <a:srgbClr val="C6D422"/>
      </a:accent5>
      <a:accent6>
        <a:srgbClr val="CE1137"/>
      </a:accent6>
      <a:hlink>
        <a:srgbClr val="0D4B87"/>
      </a:hlink>
      <a:folHlink>
        <a:srgbClr val="6226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xurdiTema 2025">
  <a:themeElements>
    <a:clrScheme name="CIFP Txurdinaga LHII">
      <a:dk1>
        <a:srgbClr val="000000"/>
      </a:dk1>
      <a:lt1>
        <a:srgbClr val="FFFFFF"/>
      </a:lt1>
      <a:dk2>
        <a:srgbClr val="AF206F"/>
      </a:dk2>
      <a:lt2>
        <a:srgbClr val="FEFFFF"/>
      </a:lt2>
      <a:accent1>
        <a:srgbClr val="31996E"/>
      </a:accent1>
      <a:accent2>
        <a:srgbClr val="DD5B2C"/>
      </a:accent2>
      <a:accent3>
        <a:srgbClr val="397FB7"/>
      </a:accent3>
      <a:accent4>
        <a:srgbClr val="62266A"/>
      </a:accent4>
      <a:accent5>
        <a:srgbClr val="C6D422"/>
      </a:accent5>
      <a:accent6>
        <a:srgbClr val="CE1137"/>
      </a:accent6>
      <a:hlink>
        <a:srgbClr val="0D4B87"/>
      </a:hlink>
      <a:folHlink>
        <a:srgbClr val="6226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2025-09-07T14:34:57Z</dcterms:created>
  <dc:creator>ander duran</dc:creator>
</cp:coreProperties>
</file>
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unknown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358" r:id="rId2"/>
    <p:sldId id="391" r:id="rId3"/>
    <p:sldId id="330" r:id="rId4"/>
    <p:sldId id="319" r:id="rId5"/>
    <p:sldId id="318" r:id="rId6"/>
    <p:sldId id="354" r:id="rId7"/>
    <p:sldId id="329" r:id="rId8"/>
    <p:sldId id="345" r:id="rId9"/>
    <p:sldId id="351" r:id="rId10"/>
    <p:sldId id="353" r:id="rId11"/>
    <p:sldId id="355" r:id="rId12"/>
    <p:sldId id="322" r:id="rId13"/>
    <p:sldId id="323" r:id="rId14"/>
    <p:sldId id="356" r:id="rId15"/>
    <p:sldId id="317" r:id="rId16"/>
    <p:sldId id="346" r:id="rId17"/>
    <p:sldId id="320" r:id="rId18"/>
    <p:sldId id="321" r:id="rId19"/>
    <p:sldId id="324" r:id="rId20"/>
    <p:sldId id="392" r:id="rId21"/>
    <p:sldId id="369" r:id="rId22"/>
    <p:sldId id="378" r:id="rId23"/>
    <p:sldId id="370" r:id="rId24"/>
    <p:sldId id="380" r:id="rId25"/>
    <p:sldId id="389" r:id="rId26"/>
    <p:sldId id="388" r:id="rId27"/>
    <p:sldId id="393" r:id="rId28"/>
    <p:sldId id="390" r:id="rId29"/>
    <p:sldId id="381" r:id="rId30"/>
  </p:sldIdLst>
  <p:sldSz cx="13004800" cy="73152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1137"/>
    <a:srgbClr val="2D98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69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70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s-ES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es-ES"/>
          </a:p>
        </p:txBody>
      </p:sp>
      <p:sp>
        <p:nvSpPr>
          <p:cNvPr id="3" name="Marcador de fecha 2"/>
          <p:cNvSpPr txBox="1">
            <a:spLocks noGrp="1"/>
          </p:cNvSpPr>
          <p:nvPr>
            <p:ph type="dt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s-ES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5171D7D1-C475-49F7-BFB2-23A75D12BCBC}" type="datetime1">
              <a:rPr lang="es-ES"/>
              <a:pPr lvl="0"/>
              <a:t>22/09/2025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099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5" name="Marcador de notas 4"/>
          <p:cNvSpPr txBox="1"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 txBox="1">
            <a:spLocks noGrp="1"/>
          </p:cNvSpPr>
          <p:nvPr>
            <p:ph type="ftr" sz="quarter" idx="4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s-ES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es-ES"/>
          </a:p>
        </p:txBody>
      </p:sp>
      <p:sp>
        <p:nvSpPr>
          <p:cNvPr id="7" name="Marcador de número de diapositiva 6"/>
          <p:cNvSpPr txBox="1">
            <a:spLocks noGrp="1"/>
          </p:cNvSpPr>
          <p:nvPr>
            <p:ph type="sldNum" sz="quarter" idx="5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s-ES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A74EB846-F7F7-4A8A-951B-971FF8915C87}" type="slidenum"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2504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lvl="0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s-ES" sz="1200" b="0" i="0" u="none" strike="noStrike" kern="1200" cap="none" spc="0" baseline="0">
        <a:solidFill>
          <a:srgbClr val="000000"/>
        </a:solidFill>
        <a:uFillTx/>
        <a:latin typeface="Calibri"/>
      </a:defRPr>
    </a:lvl1pPr>
    <a:lvl2pPr marL="457200" marR="0" lvl="1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s-ES" sz="1200" b="0" i="0" u="none" strike="noStrike" kern="1200" cap="none" spc="0" baseline="0">
        <a:solidFill>
          <a:srgbClr val="000000"/>
        </a:solidFill>
        <a:uFillTx/>
        <a:latin typeface="Calibri"/>
      </a:defRPr>
    </a:lvl2pPr>
    <a:lvl3pPr marL="914400" marR="0" lvl="2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s-ES" sz="1200" b="0" i="0" u="none" strike="noStrike" kern="1200" cap="none" spc="0" baseline="0">
        <a:solidFill>
          <a:srgbClr val="000000"/>
        </a:solidFill>
        <a:uFillTx/>
        <a:latin typeface="Calibri"/>
      </a:defRPr>
    </a:lvl3pPr>
    <a:lvl4pPr marL="1371600" marR="0" lvl="3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s-ES" sz="1200" b="0" i="0" u="none" strike="noStrike" kern="1200" cap="none" spc="0" baseline="0">
        <a:solidFill>
          <a:srgbClr val="000000"/>
        </a:solidFill>
        <a:uFillTx/>
        <a:latin typeface="Calibri"/>
      </a:defRPr>
    </a:lvl4pPr>
    <a:lvl5pPr marL="1828800" marR="0" lvl="4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s-ES" sz="1200" b="0" i="0" u="none" strike="noStrike" kern="1200" cap="none" spc="0" baseline="0">
        <a:solidFill>
          <a:srgbClr val="000000"/>
        </a:solidFill>
        <a:uFillTx/>
        <a:latin typeface="Calibri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ítul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7"/>
          <p:cNvSpPr/>
          <p:nvPr/>
        </p:nvSpPr>
        <p:spPr>
          <a:xfrm>
            <a:off x="8774481" y="6001700"/>
            <a:ext cx="3177439" cy="1345274"/>
          </a:xfrm>
          <a:custGeom>
            <a:avLst/>
            <a:gdLst>
              <a:gd name="f0" fmla="val w"/>
              <a:gd name="f1" fmla="val h"/>
              <a:gd name="f2" fmla="val 0"/>
              <a:gd name="f3" fmla="val 3660775"/>
              <a:gd name="f4" fmla="val 1549908"/>
              <a:gd name="f5" fmla="*/ f0 1 3660775"/>
              <a:gd name="f6" fmla="*/ f1 1 1549908"/>
              <a:gd name="f7" fmla="+- f4 0 f2"/>
              <a:gd name="f8" fmla="+- f3 0 f2"/>
              <a:gd name="f9" fmla="*/ f8 1 3660775"/>
              <a:gd name="f10" fmla="*/ f7 1 1549908"/>
              <a:gd name="f11" fmla="*/ f2 1 f9"/>
              <a:gd name="f12" fmla="*/ f3 1 f9"/>
              <a:gd name="f13" fmla="*/ f2 1 f10"/>
              <a:gd name="f14" fmla="*/ f4 1 f10"/>
              <a:gd name="f15" fmla="*/ f11 f5 1"/>
              <a:gd name="f16" fmla="*/ f12 f5 1"/>
              <a:gd name="f17" fmla="*/ f14 f6 1"/>
              <a:gd name="f18" fmla="*/ f13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5" t="f18" r="f16" b="f17"/>
            <a:pathLst>
              <a:path w="3660775" h="1549908">
                <a:moveTo>
                  <a:pt x="f2" y="f4"/>
                </a:moveTo>
                <a:lnTo>
                  <a:pt x="f3" y="f4"/>
                </a:lnTo>
                <a:lnTo>
                  <a:pt x="f3" y="f2"/>
                </a:lnTo>
                <a:lnTo>
                  <a:pt x="f2" y="f2"/>
                </a:lnTo>
                <a:close/>
              </a:path>
            </a:pathLst>
          </a:custGeom>
          <a:solidFill>
            <a:srgbClr val="D5D900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itle 1"/>
          <p:cNvSpPr txBox="1">
            <a:spLocks noGrp="1"/>
          </p:cNvSpPr>
          <p:nvPr>
            <p:ph type="ctrTitle"/>
          </p:nvPr>
        </p:nvSpPr>
        <p:spPr>
          <a:xfrm>
            <a:off x="914400" y="2130423"/>
            <a:ext cx="10363196" cy="147002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4" name="Subtitle 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396" cy="1752603"/>
          </a:xfrm>
        </p:spPr>
        <p:txBody>
          <a:bodyPr anchorCtr="1"/>
          <a:lstStyle>
            <a:lvl1pPr marL="0" indent="0" algn="ctr">
              <a:buNone/>
              <a:defRPr>
                <a:solidFill>
                  <a:srgbClr val="898989"/>
                </a:solidFill>
              </a:defRPr>
            </a:lvl1pPr>
          </a:lstStyle>
          <a:p>
            <a:pPr lvl="0"/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5" name="Date Placeholder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6F5B3FC-57E2-4AE2-81BD-2692C240B24F}" type="datetime1">
              <a:rPr lang="en-US"/>
              <a:pPr lvl="0"/>
              <a:t>9/22/2025</a:t>
            </a:fld>
            <a:endParaRPr lang="en-US"/>
          </a:p>
        </p:txBody>
      </p:sp>
      <p:sp>
        <p:nvSpPr>
          <p:cNvPr id="6" name="Footer Placeholder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Freeform 3"/>
          <p:cNvSpPr/>
          <p:nvPr/>
        </p:nvSpPr>
        <p:spPr>
          <a:xfrm>
            <a:off x="0" y="2291888"/>
            <a:ext cx="1152144" cy="4941262"/>
          </a:xfrm>
          <a:custGeom>
            <a:avLst/>
            <a:gdLst>
              <a:gd name="f0" fmla="val w"/>
              <a:gd name="f1" fmla="val h"/>
              <a:gd name="f2" fmla="val 0"/>
              <a:gd name="f3" fmla="val 1327404"/>
              <a:gd name="f4" fmla="val 5692902"/>
              <a:gd name="f5" fmla="val 2846578"/>
              <a:gd name="f6" fmla="*/ f0 1 1327404"/>
              <a:gd name="f7" fmla="*/ f1 1 5692902"/>
              <a:gd name="f8" fmla="+- f4 0 f2"/>
              <a:gd name="f9" fmla="+- f3 0 f2"/>
              <a:gd name="f10" fmla="*/ f9 1 1327404"/>
              <a:gd name="f11" fmla="*/ f8 1 5692902"/>
              <a:gd name="f12" fmla="*/ f2 1 f10"/>
              <a:gd name="f13" fmla="*/ f3 1 f10"/>
              <a:gd name="f14" fmla="*/ f2 1 f11"/>
              <a:gd name="f15" fmla="*/ f4 1 f11"/>
              <a:gd name="f16" fmla="*/ f12 f6 1"/>
              <a:gd name="f17" fmla="*/ f13 f6 1"/>
              <a:gd name="f18" fmla="*/ f15 f7 1"/>
              <a:gd name="f19" fmla="*/ f14 f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6" t="f19" r="f17" b="f18"/>
            <a:pathLst>
              <a:path w="1327404" h="5692902">
                <a:moveTo>
                  <a:pt x="f2" y="f2"/>
                </a:moveTo>
                <a:lnTo>
                  <a:pt x="f2" y="f4"/>
                </a:lnTo>
                <a:lnTo>
                  <a:pt x="f3" y="f5"/>
                </a:lnTo>
                <a:close/>
              </a:path>
            </a:pathLst>
          </a:custGeom>
          <a:solidFill>
            <a:srgbClr val="1C9F6F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Freeform 9"/>
          <p:cNvSpPr/>
          <p:nvPr/>
        </p:nvSpPr>
        <p:spPr>
          <a:xfrm>
            <a:off x="11685190" y="0"/>
            <a:ext cx="1319588" cy="2639168"/>
          </a:xfrm>
          <a:custGeom>
            <a:avLst/>
            <a:gdLst>
              <a:gd name="f0" fmla="val w"/>
              <a:gd name="f1" fmla="val h"/>
              <a:gd name="f2" fmla="val 0"/>
              <a:gd name="f3" fmla="val 1520317"/>
              <a:gd name="f4" fmla="val 3040634"/>
              <a:gd name="f5" fmla="val 680720"/>
              <a:gd name="f6" fmla="val 2359914"/>
              <a:gd name="f7" fmla="*/ f0 1 1520317"/>
              <a:gd name="f8" fmla="*/ f1 1 3040634"/>
              <a:gd name="f9" fmla="+- f4 0 f2"/>
              <a:gd name="f10" fmla="+- f3 0 f2"/>
              <a:gd name="f11" fmla="*/ f10 1 1520317"/>
              <a:gd name="f12" fmla="*/ f9 1 3040634"/>
              <a:gd name="f13" fmla="*/ f2 1 f11"/>
              <a:gd name="f14" fmla="*/ f3 1 f11"/>
              <a:gd name="f15" fmla="*/ f2 1 f12"/>
              <a:gd name="f16" fmla="*/ f4 1 f12"/>
              <a:gd name="f17" fmla="*/ f13 f7 1"/>
              <a:gd name="f18" fmla="*/ f14 f7 1"/>
              <a:gd name="f19" fmla="*/ f16 f8 1"/>
              <a:gd name="f20" fmla="*/ f15 f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7" t="f20" r="f18" b="f19"/>
            <a:pathLst>
              <a:path w="1520317" h="3040634">
                <a:moveTo>
                  <a:pt x="f3" y="f2"/>
                </a:moveTo>
                <a:cubicBezTo>
                  <a:pt x="f5" y="f2"/>
                  <a:pt x="f2" y="f5"/>
                  <a:pt x="f2" y="f3"/>
                </a:cubicBezTo>
                <a:cubicBezTo>
                  <a:pt x="f2" y="f6"/>
                  <a:pt x="f5" y="f4"/>
                  <a:pt x="f3" y="f4"/>
                </a:cubicBezTo>
                <a:lnTo>
                  <a:pt x="f3" y="f2"/>
                </a:lnTo>
                <a:close/>
              </a:path>
            </a:pathLst>
          </a:cu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9" name="Imagen 15"/>
          <p:cNvPicPr>
            <a:picLocks noChangeAspect="1"/>
          </p:cNvPicPr>
          <p:nvPr/>
        </p:nvPicPr>
        <p:blipFill>
          <a:blip r:embed="rId2"/>
          <a:srcRect t="28136" b="28983"/>
          <a:stretch>
            <a:fillRect/>
          </a:stretch>
        </p:blipFill>
        <p:spPr>
          <a:xfrm>
            <a:off x="609603" y="0"/>
            <a:ext cx="3994126" cy="1712698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82883859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2">
    <p:bg>
      <p:bgPr>
        <a:solidFill>
          <a:srgbClr val="AF206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1627595" y="3453981"/>
            <a:ext cx="9954798" cy="1470026"/>
          </a:xfrm>
        </p:spPr>
        <p:txBody>
          <a:bodyPr>
            <a:noAutofit/>
          </a:bodyPr>
          <a:lstStyle>
            <a:lvl1pPr>
              <a:defRPr sz="8000">
                <a:solidFill>
                  <a:srgbClr val="FFFFFF"/>
                </a:solidFill>
              </a:defRPr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Footer Placeholder 4"/>
          <p:cNvSpPr txBox="1">
            <a:spLocks noGrp="1"/>
          </p:cNvSpPr>
          <p:nvPr>
            <p:ph type="ftr" sz="quarter" idx="9"/>
          </p:nvPr>
        </p:nvSpPr>
        <p:spPr>
          <a:xfrm>
            <a:off x="4547366" y="6068699"/>
            <a:ext cx="3860797" cy="365129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4" name="Freeform 3"/>
          <p:cNvSpPr/>
          <p:nvPr/>
        </p:nvSpPr>
        <p:spPr>
          <a:xfrm>
            <a:off x="0" y="1779605"/>
            <a:ext cx="2571219" cy="5513585"/>
          </a:xfrm>
          <a:custGeom>
            <a:avLst/>
            <a:gdLst>
              <a:gd name="f0" fmla="val w"/>
              <a:gd name="f1" fmla="val h"/>
              <a:gd name="f2" fmla="val 0"/>
              <a:gd name="f3" fmla="val 3398647"/>
              <a:gd name="f4" fmla="val 7287895"/>
              <a:gd name="f5" fmla="*/ f0 1 3398647"/>
              <a:gd name="f6" fmla="*/ f1 1 7287895"/>
              <a:gd name="f7" fmla="+- f4 0 f2"/>
              <a:gd name="f8" fmla="+- f3 0 f2"/>
              <a:gd name="f9" fmla="*/ f8 1 3398647"/>
              <a:gd name="f10" fmla="*/ f7 1 7287895"/>
              <a:gd name="f11" fmla="*/ f2 1 f9"/>
              <a:gd name="f12" fmla="*/ f3 1 f9"/>
              <a:gd name="f13" fmla="*/ f2 1 f10"/>
              <a:gd name="f14" fmla="*/ f4 1 f10"/>
              <a:gd name="f15" fmla="*/ f11 f5 1"/>
              <a:gd name="f16" fmla="*/ f12 f5 1"/>
              <a:gd name="f17" fmla="*/ f14 f6 1"/>
              <a:gd name="f18" fmla="*/ f13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5" t="f18" r="f16" b="f17"/>
            <a:pathLst>
              <a:path w="3398647" h="7287895">
                <a:moveTo>
                  <a:pt x="f2" y="f4"/>
                </a:moveTo>
                <a:lnTo>
                  <a:pt x="f3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DC20B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Freeform 4"/>
          <p:cNvSpPr/>
          <p:nvPr/>
        </p:nvSpPr>
        <p:spPr>
          <a:xfrm>
            <a:off x="2274158" y="-8631"/>
            <a:ext cx="2780187" cy="1565059"/>
          </a:xfrm>
          <a:custGeom>
            <a:avLst/>
            <a:gdLst>
              <a:gd name="f0" fmla="val w"/>
              <a:gd name="f1" fmla="val h"/>
              <a:gd name="f2" fmla="val 0"/>
              <a:gd name="f3" fmla="val 3674872"/>
              <a:gd name="f4" fmla="val 2068703"/>
              <a:gd name="f5" fmla="val 14478"/>
              <a:gd name="f6" fmla="val 4953"/>
              <a:gd name="f7" fmla="val 75819"/>
              <a:gd name="f8" fmla="val 153035"/>
              <a:gd name="f9" fmla="val 231394"/>
              <a:gd name="f10" fmla="val 1245997"/>
              <a:gd name="f11" fmla="val 822579"/>
              <a:gd name="f12" fmla="val 1837309"/>
              <a:gd name="f13" fmla="val 2852039"/>
              <a:gd name="f14" fmla="val 3669919"/>
              <a:gd name="f15" fmla="val 3660394"/>
              <a:gd name="f16" fmla="*/ f0 1 3674872"/>
              <a:gd name="f17" fmla="*/ f1 1 2068703"/>
              <a:gd name="f18" fmla="+- f4 0 f2"/>
              <a:gd name="f19" fmla="+- f3 0 f2"/>
              <a:gd name="f20" fmla="*/ f19 1 3674872"/>
              <a:gd name="f21" fmla="*/ f18 1 2068703"/>
              <a:gd name="f22" fmla="*/ f2 1 f20"/>
              <a:gd name="f23" fmla="*/ f3 1 f20"/>
              <a:gd name="f24" fmla="*/ f2 1 f21"/>
              <a:gd name="f25" fmla="*/ f4 1 f21"/>
              <a:gd name="f26" fmla="*/ f22 f16 1"/>
              <a:gd name="f27" fmla="*/ f23 f16 1"/>
              <a:gd name="f28" fmla="*/ f25 f17 1"/>
              <a:gd name="f29" fmla="*/ f24 f1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26" t="f29" r="f27" b="f28"/>
            <a:pathLst>
              <a:path w="3674872" h="2068703">
                <a:moveTo>
                  <a:pt x="f5" y="f2"/>
                </a:moveTo>
                <a:cubicBezTo>
                  <a:pt x="f6" y="f7"/>
                  <a:pt x="f2" y="f8"/>
                  <a:pt x="f2" y="f9"/>
                </a:cubicBezTo>
                <a:cubicBezTo>
                  <a:pt x="f2" y="f10"/>
                  <a:pt x="f11" y="f4"/>
                  <a:pt x="f12" y="f4"/>
                </a:cubicBezTo>
                <a:cubicBezTo>
                  <a:pt x="f13" y="f4"/>
                  <a:pt x="f3" y="f10"/>
                  <a:pt x="f3" y="f9"/>
                </a:cubicBezTo>
                <a:cubicBezTo>
                  <a:pt x="f3" y="f8"/>
                  <a:pt x="f14" y="f7"/>
                  <a:pt x="f15" y="f2"/>
                </a:cubicBezTo>
                <a:close/>
              </a:path>
            </a:pathLst>
          </a:cu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sp>
        <p:nvSpPr>
          <p:cNvPr id="6" name="Freeform 18"/>
          <p:cNvSpPr/>
          <p:nvPr/>
        </p:nvSpPr>
        <p:spPr>
          <a:xfrm>
            <a:off x="11582403" y="4494257"/>
            <a:ext cx="905082" cy="5597856"/>
          </a:xfrm>
          <a:custGeom>
            <a:avLst/>
            <a:gdLst>
              <a:gd name="f0" fmla="val w"/>
              <a:gd name="f1" fmla="val h"/>
              <a:gd name="f2" fmla="val 0"/>
              <a:gd name="f3" fmla="val 1196340"/>
              <a:gd name="f4" fmla="val 7399274"/>
              <a:gd name="f5" fmla="*/ f0 1 1196340"/>
              <a:gd name="f6" fmla="*/ f1 1 7399274"/>
              <a:gd name="f7" fmla="+- f4 0 f2"/>
              <a:gd name="f8" fmla="+- f3 0 f2"/>
              <a:gd name="f9" fmla="*/ f8 1 1196340"/>
              <a:gd name="f10" fmla="*/ f7 1 7399274"/>
              <a:gd name="f11" fmla="*/ f2 1 f9"/>
              <a:gd name="f12" fmla="*/ f3 1 f9"/>
              <a:gd name="f13" fmla="*/ f2 1 f10"/>
              <a:gd name="f14" fmla="*/ f4 1 f10"/>
              <a:gd name="f15" fmla="*/ f11 f5 1"/>
              <a:gd name="f16" fmla="*/ f12 f5 1"/>
              <a:gd name="f17" fmla="*/ f14 f6 1"/>
              <a:gd name="f18" fmla="*/ f13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5" t="f18" r="f16" b="f17"/>
            <a:pathLst>
              <a:path w="1196340" h="7399274">
                <a:moveTo>
                  <a:pt x="f2" y="f4"/>
                </a:moveTo>
                <a:lnTo>
                  <a:pt x="f3" y="f4"/>
                </a:lnTo>
                <a:lnTo>
                  <a:pt x="f3" y="f2"/>
                </a:lnTo>
                <a:lnTo>
                  <a:pt x="f2" y="f2"/>
                </a:lnTo>
                <a:close/>
              </a:path>
            </a:pathLst>
          </a:custGeom>
          <a:solidFill>
            <a:srgbClr val="2084C7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pic>
        <p:nvPicPr>
          <p:cNvPr id="7" name="Imagen 30"/>
          <p:cNvPicPr>
            <a:picLocks noChangeAspect="1"/>
          </p:cNvPicPr>
          <p:nvPr/>
        </p:nvPicPr>
        <p:blipFill>
          <a:blip r:embed="rId2"/>
          <a:srcRect t="31269" b="28562"/>
          <a:stretch>
            <a:fillRect/>
          </a:stretch>
        </p:blipFill>
        <p:spPr>
          <a:xfrm>
            <a:off x="7812194" y="83347"/>
            <a:ext cx="4222754" cy="1696257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8" name="Slide Number Placeholder 5"/>
          <p:cNvSpPr txBox="1">
            <a:spLocks noGrp="1"/>
          </p:cNvSpPr>
          <p:nvPr>
            <p:ph type="sldNum" sz="quarter" idx="8"/>
          </p:nvPr>
        </p:nvSpPr>
        <p:spPr>
          <a:xfrm>
            <a:off x="11582403" y="6570448"/>
            <a:ext cx="905082" cy="287651"/>
          </a:xfrm>
        </p:spPr>
        <p:txBody>
          <a:bodyPr anchorCtr="1"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 lvl="0"/>
            <a:fld id="{4F628527-94D3-4EC2-AFE9-AF9AF4F68DB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452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3">
    <p:bg>
      <p:bgPr>
        <a:solidFill>
          <a:srgbClr val="C6D4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3"/>
          <p:cNvSpPr/>
          <p:nvPr/>
        </p:nvSpPr>
        <p:spPr>
          <a:xfrm>
            <a:off x="-50804" y="1504005"/>
            <a:ext cx="1659636" cy="5811213"/>
          </a:xfrm>
          <a:custGeom>
            <a:avLst/>
            <a:gdLst>
              <a:gd name="f0" fmla="val w"/>
              <a:gd name="f1" fmla="val h"/>
              <a:gd name="f2" fmla="val 0"/>
              <a:gd name="f3" fmla="val 2074545"/>
              <a:gd name="f4" fmla="val 7264019"/>
              <a:gd name="f5" fmla="val 7185660"/>
              <a:gd name="f6" fmla="val 36576"/>
              <a:gd name="f7" fmla="val 2893568"/>
              <a:gd name="f8" fmla="val 725297"/>
              <a:gd name="f9" fmla="*/ f0 1 2074545"/>
              <a:gd name="f10" fmla="*/ f1 1 7264019"/>
              <a:gd name="f11" fmla="+- f4 0 f2"/>
              <a:gd name="f12" fmla="+- f3 0 f2"/>
              <a:gd name="f13" fmla="*/ f12 1 2074545"/>
              <a:gd name="f14" fmla="*/ f11 1 7264019"/>
              <a:gd name="f15" fmla="*/ f2 1 f13"/>
              <a:gd name="f16" fmla="*/ f3 1 f13"/>
              <a:gd name="f17" fmla="*/ f2 1 f14"/>
              <a:gd name="f18" fmla="*/ f4 1 f14"/>
              <a:gd name="f19" fmla="*/ f15 f9 1"/>
              <a:gd name="f20" fmla="*/ f16 f9 1"/>
              <a:gd name="f21" fmla="*/ f18 f10 1"/>
              <a:gd name="f22" fmla="*/ f17 f1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9" t="f22" r="f20" b="f21"/>
            <a:pathLst>
              <a:path w="2074545" h="7264019">
                <a:moveTo>
                  <a:pt x="f2" y="f2"/>
                </a:moveTo>
                <a:lnTo>
                  <a:pt x="f2" y="f5"/>
                </a:lnTo>
                <a:lnTo>
                  <a:pt x="f6" y="f4"/>
                </a:lnTo>
                <a:lnTo>
                  <a:pt x="f3" y="f7"/>
                </a:lnTo>
                <a:lnTo>
                  <a:pt x="f8" y="f2"/>
                </a:lnTo>
                <a:close/>
              </a:path>
            </a:pathLst>
          </a:custGeom>
          <a:solidFill>
            <a:srgbClr val="64257E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Freeform 17"/>
          <p:cNvSpPr/>
          <p:nvPr/>
        </p:nvSpPr>
        <p:spPr>
          <a:xfrm>
            <a:off x="9117454" y="5670395"/>
            <a:ext cx="3289800" cy="1644795"/>
          </a:xfrm>
          <a:custGeom>
            <a:avLst/>
            <a:gdLst>
              <a:gd name="f0" fmla="val w"/>
              <a:gd name="f1" fmla="val h"/>
              <a:gd name="f2" fmla="val 0"/>
              <a:gd name="f3" fmla="val 4112260"/>
              <a:gd name="f4" fmla="val 2056003"/>
              <a:gd name="f5" fmla="val 2056130"/>
              <a:gd name="f6" fmla="val 920623"/>
              <a:gd name="f7" fmla="val 920496"/>
              <a:gd name="f8" fmla="val 3191637"/>
              <a:gd name="f9" fmla="*/ f0 1 4112260"/>
              <a:gd name="f10" fmla="*/ f1 1 2056003"/>
              <a:gd name="f11" fmla="+- f4 0 f2"/>
              <a:gd name="f12" fmla="+- f3 0 f2"/>
              <a:gd name="f13" fmla="*/ f12 1 4112260"/>
              <a:gd name="f14" fmla="*/ f11 1 2056003"/>
              <a:gd name="f15" fmla="*/ f2 1 f13"/>
              <a:gd name="f16" fmla="*/ f3 1 f13"/>
              <a:gd name="f17" fmla="*/ f2 1 f14"/>
              <a:gd name="f18" fmla="*/ f4 1 f14"/>
              <a:gd name="f19" fmla="*/ f15 f9 1"/>
              <a:gd name="f20" fmla="*/ f16 f9 1"/>
              <a:gd name="f21" fmla="*/ f18 f10 1"/>
              <a:gd name="f22" fmla="*/ f17 f1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9" t="f22" r="f20" b="f21"/>
            <a:pathLst>
              <a:path w="4112260" h="2056003">
                <a:moveTo>
                  <a:pt x="f5" y="f2"/>
                </a:moveTo>
                <a:cubicBezTo>
                  <a:pt x="f6" y="f2"/>
                  <a:pt x="f2" y="f7"/>
                  <a:pt x="f2" y="f4"/>
                </a:cubicBezTo>
                <a:lnTo>
                  <a:pt x="f3" y="f4"/>
                </a:lnTo>
                <a:cubicBezTo>
                  <a:pt x="f3" y="f7"/>
                  <a:pt x="f8" y="f2"/>
                  <a:pt x="f5" y="f2"/>
                </a:cubicBezTo>
                <a:close/>
              </a:path>
            </a:pathLst>
          </a:cu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Freeform 19"/>
          <p:cNvSpPr/>
          <p:nvPr/>
        </p:nvSpPr>
        <p:spPr>
          <a:xfrm>
            <a:off x="10527715" y="0"/>
            <a:ext cx="2471321" cy="5300264"/>
          </a:xfrm>
          <a:custGeom>
            <a:avLst/>
            <a:gdLst>
              <a:gd name="f0" fmla="val w"/>
              <a:gd name="f1" fmla="val h"/>
              <a:gd name="f2" fmla="val 0"/>
              <a:gd name="f3" fmla="val 3089148"/>
              <a:gd name="f4" fmla="val 6625336"/>
              <a:gd name="f5" fmla="*/ f0 1 3089148"/>
              <a:gd name="f6" fmla="*/ f1 1 6625336"/>
              <a:gd name="f7" fmla="+- f4 0 f2"/>
              <a:gd name="f8" fmla="+- f3 0 f2"/>
              <a:gd name="f9" fmla="*/ f8 1 3089148"/>
              <a:gd name="f10" fmla="*/ f7 1 6625336"/>
              <a:gd name="f11" fmla="*/ f2 1 f9"/>
              <a:gd name="f12" fmla="*/ f3 1 f9"/>
              <a:gd name="f13" fmla="*/ f2 1 f10"/>
              <a:gd name="f14" fmla="*/ f4 1 f10"/>
              <a:gd name="f15" fmla="*/ f11 f5 1"/>
              <a:gd name="f16" fmla="*/ f12 f5 1"/>
              <a:gd name="f17" fmla="*/ f14 f6 1"/>
              <a:gd name="f18" fmla="*/ f13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5" t="f18" r="f16" b="f17"/>
            <a:pathLst>
              <a:path w="3089148" h="6625336">
                <a:moveTo>
                  <a:pt x="f2" y="f2"/>
                </a:moveTo>
                <a:lnTo>
                  <a:pt x="f3" y="f4"/>
                </a:lnTo>
                <a:lnTo>
                  <a:pt x="f3" y="f2"/>
                </a:lnTo>
                <a:close/>
              </a:path>
            </a:pathLst>
          </a:custGeom>
          <a:solidFill>
            <a:srgbClr val="52AE3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pic>
        <p:nvPicPr>
          <p:cNvPr id="5" name="Imagen 31"/>
          <p:cNvPicPr>
            <a:picLocks noChangeAspect="1"/>
          </p:cNvPicPr>
          <p:nvPr/>
        </p:nvPicPr>
        <p:blipFill>
          <a:blip r:embed="rId2"/>
          <a:srcRect t="31269" b="28562"/>
          <a:stretch>
            <a:fillRect/>
          </a:stretch>
        </p:blipFill>
        <p:spPr>
          <a:xfrm>
            <a:off x="1003361" y="34701"/>
            <a:ext cx="4276639" cy="1717901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" name="Title 1"/>
          <p:cNvSpPr txBox="1">
            <a:spLocks noGrp="1"/>
          </p:cNvSpPr>
          <p:nvPr>
            <p:ph type="title"/>
          </p:nvPr>
        </p:nvSpPr>
        <p:spPr>
          <a:xfrm>
            <a:off x="1930398" y="2130423"/>
            <a:ext cx="9347197" cy="1470026"/>
          </a:xfrm>
        </p:spPr>
        <p:txBody>
          <a:bodyPr/>
          <a:lstStyle>
            <a:lvl1pPr>
              <a:defRPr sz="7200"/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7" name="Subtitle 2"/>
          <p:cNvSpPr txBox="1">
            <a:spLocks noGrp="1"/>
          </p:cNvSpPr>
          <p:nvPr>
            <p:ph type="subTitle" idx="4294967295"/>
          </p:nvPr>
        </p:nvSpPr>
        <p:spPr>
          <a:xfrm>
            <a:off x="2665503" y="3886200"/>
            <a:ext cx="7697693" cy="1752603"/>
          </a:xfrm>
        </p:spPr>
        <p:txBody>
          <a:bodyPr anchorCtr="1"/>
          <a:lstStyle>
            <a:lvl1pPr marL="0" indent="0" algn="ctr">
              <a:spcBef>
                <a:spcPts val="1300"/>
              </a:spcBef>
              <a:buNone/>
              <a:defRPr sz="5400"/>
            </a:lvl1pPr>
          </a:lstStyle>
          <a:p>
            <a:pPr lvl="0"/>
            <a:r>
              <a:rPr lang="es-ES"/>
              <a:t>Haga clic para modificar el estilo de subtítulo del patrón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847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circular y conteni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/>
          <p:cNvSpPr/>
          <p:nvPr/>
        </p:nvSpPr>
        <p:spPr>
          <a:xfrm>
            <a:off x="609603" y="1189040"/>
            <a:ext cx="4248531" cy="4248531"/>
          </a:xfrm>
          <a:custGeom>
            <a:avLst/>
            <a:gdLst>
              <a:gd name="f0" fmla="val w"/>
              <a:gd name="f1" fmla="val h"/>
              <a:gd name="f2" fmla="val 0"/>
              <a:gd name="f3" fmla="val 4248531"/>
              <a:gd name="f4" fmla="*/ f0 1 4248531"/>
              <a:gd name="f5" fmla="*/ f1 1 4248531"/>
              <a:gd name="f6" fmla="+- f3 0 f2"/>
              <a:gd name="f7" fmla="*/ f6 1 4248531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4248531" h="4248531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blipFill>
            <a:blip r:embed="rId2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Content Placeholder 2"/>
          <p:cNvSpPr txBox="1">
            <a:spLocks noGrp="1"/>
          </p:cNvSpPr>
          <p:nvPr>
            <p:ph idx="4294967295"/>
          </p:nvPr>
        </p:nvSpPr>
        <p:spPr>
          <a:xfrm>
            <a:off x="4766730" y="990596"/>
            <a:ext cx="6815663" cy="513556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Title 1"/>
          <p:cNvSpPr txBox="1">
            <a:spLocks noGrp="1"/>
          </p:cNvSpPr>
          <p:nvPr>
            <p:ph type="title"/>
          </p:nvPr>
        </p:nvSpPr>
        <p:spPr>
          <a:xfrm>
            <a:off x="1244598" y="2175540"/>
            <a:ext cx="2971800" cy="2167859"/>
          </a:xfrm>
        </p:spPr>
        <p:txBody>
          <a:bodyPr/>
          <a:lstStyle>
            <a:lvl1pPr>
              <a:defRPr sz="4400">
                <a:solidFill>
                  <a:srgbClr val="FFFFFF"/>
                </a:solidFill>
                <a:latin typeface="PT Sans" pitchFamily="34"/>
              </a:defRPr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826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circular y contenido 2">
    <p:bg>
      <p:bgPr>
        <a:solidFill>
          <a:srgbClr val="F5F8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4"/>
          <p:cNvSpPr/>
          <p:nvPr/>
        </p:nvSpPr>
        <p:spPr>
          <a:xfrm>
            <a:off x="-203197" y="-1354107"/>
            <a:ext cx="13239652" cy="10023424"/>
          </a:xfrm>
          <a:custGeom>
            <a:avLst/>
            <a:gdLst>
              <a:gd name="f0" fmla="val w"/>
              <a:gd name="f1" fmla="val h"/>
              <a:gd name="f2" fmla="val 0"/>
              <a:gd name="f3" fmla="val 10058400"/>
              <a:gd name="f4" fmla="val 7614975"/>
              <a:gd name="f5" fmla="*/ f0 1 10058400"/>
              <a:gd name="f6" fmla="*/ f1 1 7614975"/>
              <a:gd name="f7" fmla="+- f4 0 f2"/>
              <a:gd name="f8" fmla="+- f3 0 f2"/>
              <a:gd name="f9" fmla="*/ f8 1 10058400"/>
              <a:gd name="f10" fmla="*/ f7 1 7614975"/>
              <a:gd name="f11" fmla="*/ f2 1 f9"/>
              <a:gd name="f12" fmla="*/ f3 1 f9"/>
              <a:gd name="f13" fmla="*/ f2 1 f10"/>
              <a:gd name="f14" fmla="*/ f4 1 f10"/>
              <a:gd name="f15" fmla="*/ f11 f5 1"/>
              <a:gd name="f16" fmla="*/ f12 f5 1"/>
              <a:gd name="f17" fmla="*/ f14 f6 1"/>
              <a:gd name="f18" fmla="*/ f13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5" t="f18" r="f16" b="f17"/>
            <a:pathLst>
              <a:path w="10058400" h="7614975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2">
              <a:alphaModFix amt="8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Freeform 5"/>
          <p:cNvSpPr/>
          <p:nvPr/>
        </p:nvSpPr>
        <p:spPr>
          <a:xfrm>
            <a:off x="609603" y="1189040"/>
            <a:ext cx="3528605" cy="3528605"/>
          </a:xfrm>
          <a:custGeom>
            <a:avLst/>
            <a:gdLst>
              <a:gd name="f0" fmla="val w"/>
              <a:gd name="f1" fmla="val h"/>
              <a:gd name="f2" fmla="val 0"/>
              <a:gd name="f3" fmla="val 4248531"/>
              <a:gd name="f4" fmla="*/ f0 1 4248531"/>
              <a:gd name="f5" fmla="*/ f1 1 4248531"/>
              <a:gd name="f6" fmla="+- f3 0 f2"/>
              <a:gd name="f7" fmla="*/ f6 1 4248531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4248531" h="4248531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blipFill>
            <a:blip r:embed="rId4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Content Placeholder 2"/>
          <p:cNvSpPr txBox="1">
            <a:spLocks noGrp="1"/>
          </p:cNvSpPr>
          <p:nvPr>
            <p:ph idx="4294967295"/>
          </p:nvPr>
        </p:nvSpPr>
        <p:spPr>
          <a:xfrm>
            <a:off x="4766730" y="990596"/>
            <a:ext cx="6815663" cy="513556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Title 1"/>
          <p:cNvSpPr txBox="1">
            <a:spLocks noGrp="1"/>
          </p:cNvSpPr>
          <p:nvPr>
            <p:ph type="title"/>
          </p:nvPr>
        </p:nvSpPr>
        <p:spPr>
          <a:xfrm>
            <a:off x="888001" y="1869408"/>
            <a:ext cx="2971800" cy="2167859"/>
          </a:xfrm>
        </p:spPr>
        <p:txBody>
          <a:bodyPr/>
          <a:lstStyle>
            <a:lvl1pPr>
              <a:defRPr sz="4400">
                <a:solidFill>
                  <a:srgbClr val="FFFFFF"/>
                </a:solidFill>
                <a:latin typeface="PT Sans" pitchFamily="34"/>
              </a:defRPr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50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rculo cambio de sección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4"/>
          <p:cNvGrpSpPr/>
          <p:nvPr/>
        </p:nvGrpSpPr>
        <p:grpSpPr>
          <a:xfrm>
            <a:off x="0" y="-1981203"/>
            <a:ext cx="13004796" cy="11277606"/>
            <a:chOff x="0" y="-1981203"/>
            <a:chExt cx="13004796" cy="11277606"/>
          </a:xfrm>
        </p:grpSpPr>
        <p:pic>
          <p:nvPicPr>
            <p:cNvPr id="3" name="Imagen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-1981203"/>
              <a:ext cx="6502398" cy="5638803"/>
            </a:xfrm>
            <a:prstGeom prst="rect">
              <a:avLst/>
            </a:prstGeom>
            <a:noFill/>
            <a:ln cap="flat">
              <a:noFill/>
            </a:ln>
          </p:spPr>
        </p:pic>
        <p:pic>
          <p:nvPicPr>
            <p:cNvPr id="4" name="Imagen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02398" y="-1981203"/>
              <a:ext cx="6502398" cy="5638803"/>
            </a:xfrm>
            <a:prstGeom prst="rect">
              <a:avLst/>
            </a:prstGeom>
            <a:noFill/>
            <a:ln cap="flat">
              <a:noFill/>
            </a:ln>
          </p:spPr>
        </p:pic>
        <p:pic>
          <p:nvPicPr>
            <p:cNvPr id="5" name="Imagen 1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3657600"/>
              <a:ext cx="6502398" cy="5638803"/>
            </a:xfrm>
            <a:prstGeom prst="rect">
              <a:avLst/>
            </a:prstGeom>
            <a:noFill/>
            <a:ln cap="flat">
              <a:noFill/>
            </a:ln>
          </p:spPr>
        </p:pic>
        <p:pic>
          <p:nvPicPr>
            <p:cNvPr id="6" name="Imagen 1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02398" y="3657600"/>
              <a:ext cx="6502398" cy="5638803"/>
            </a:xfrm>
            <a:prstGeom prst="rect">
              <a:avLst/>
            </a:prstGeom>
            <a:noFill/>
            <a:ln cap="flat">
              <a:noFill/>
            </a:ln>
          </p:spPr>
        </p:pic>
      </p:grpSp>
      <p:sp>
        <p:nvSpPr>
          <p:cNvPr id="7" name="Freeform 5"/>
          <p:cNvSpPr/>
          <p:nvPr/>
        </p:nvSpPr>
        <p:spPr>
          <a:xfrm>
            <a:off x="3679143" y="1056388"/>
            <a:ext cx="5240115" cy="5240115"/>
          </a:xfrm>
          <a:custGeom>
            <a:avLst/>
            <a:gdLst>
              <a:gd name="f0" fmla="val w"/>
              <a:gd name="f1" fmla="val h"/>
              <a:gd name="f2" fmla="val 0"/>
              <a:gd name="f3" fmla="val 3930088"/>
              <a:gd name="f4" fmla="*/ f0 1 3930088"/>
              <a:gd name="f5" fmla="*/ f1 1 3930088"/>
              <a:gd name="f6" fmla="+- f3 0 f2"/>
              <a:gd name="f7" fmla="*/ f6 1 3930088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3930088" h="3930088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blipFill>
            <a:blip r:embed="rId3">
              <a:alphaModFix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Title 1"/>
          <p:cNvSpPr txBox="1">
            <a:spLocks noGrp="1"/>
          </p:cNvSpPr>
          <p:nvPr>
            <p:ph type="title"/>
          </p:nvPr>
        </p:nvSpPr>
        <p:spPr>
          <a:xfrm>
            <a:off x="4444998" y="2057400"/>
            <a:ext cx="3657600" cy="3352803"/>
          </a:xfrm>
        </p:spPr>
        <p:txBody>
          <a:bodyPr/>
          <a:lstStyle>
            <a:lvl1pPr>
              <a:defRPr sz="4400">
                <a:solidFill>
                  <a:srgbClr val="FFFFFF"/>
                </a:solidFill>
                <a:latin typeface="PT Sans" pitchFamily="34"/>
              </a:defRPr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17530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rculo cambio de sección 2">
    <p:bg>
      <p:bgPr>
        <a:solidFill>
          <a:srgbClr val="3199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4"/>
          <p:cNvGrpSpPr/>
          <p:nvPr/>
        </p:nvGrpSpPr>
        <p:grpSpPr>
          <a:xfrm>
            <a:off x="0" y="-1981203"/>
            <a:ext cx="13004796" cy="11277606"/>
            <a:chOff x="0" y="-1981203"/>
            <a:chExt cx="13004796" cy="11277606"/>
          </a:xfrm>
        </p:grpSpPr>
        <p:pic>
          <p:nvPicPr>
            <p:cNvPr id="3" name="Imagen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-1981203"/>
              <a:ext cx="6502398" cy="5638803"/>
            </a:xfrm>
            <a:prstGeom prst="rect">
              <a:avLst/>
            </a:prstGeom>
            <a:noFill/>
            <a:ln cap="flat">
              <a:noFill/>
            </a:ln>
          </p:spPr>
        </p:pic>
        <p:pic>
          <p:nvPicPr>
            <p:cNvPr id="4" name="Imagen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02398" y="-1981203"/>
              <a:ext cx="6502398" cy="5638803"/>
            </a:xfrm>
            <a:prstGeom prst="rect">
              <a:avLst/>
            </a:prstGeom>
            <a:noFill/>
            <a:ln cap="flat">
              <a:noFill/>
            </a:ln>
          </p:spPr>
        </p:pic>
        <p:pic>
          <p:nvPicPr>
            <p:cNvPr id="5" name="Imagen 1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3657600"/>
              <a:ext cx="6502398" cy="5638803"/>
            </a:xfrm>
            <a:prstGeom prst="rect">
              <a:avLst/>
            </a:prstGeom>
            <a:noFill/>
            <a:ln cap="flat">
              <a:noFill/>
            </a:ln>
          </p:spPr>
        </p:pic>
        <p:pic>
          <p:nvPicPr>
            <p:cNvPr id="6" name="Imagen 1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02398" y="3657600"/>
              <a:ext cx="6502398" cy="5638803"/>
            </a:xfrm>
            <a:prstGeom prst="rect">
              <a:avLst/>
            </a:prstGeom>
            <a:noFill/>
            <a:ln cap="flat">
              <a:noFill/>
            </a:ln>
          </p:spPr>
        </p:pic>
      </p:grpSp>
      <p:sp>
        <p:nvSpPr>
          <p:cNvPr id="7" name="Freeform 5"/>
          <p:cNvSpPr/>
          <p:nvPr/>
        </p:nvSpPr>
        <p:spPr>
          <a:xfrm>
            <a:off x="3679143" y="1056388"/>
            <a:ext cx="5240115" cy="5240115"/>
          </a:xfrm>
          <a:custGeom>
            <a:avLst/>
            <a:gdLst>
              <a:gd name="f0" fmla="val w"/>
              <a:gd name="f1" fmla="val h"/>
              <a:gd name="f2" fmla="val 0"/>
              <a:gd name="f3" fmla="val 3930088"/>
              <a:gd name="f4" fmla="*/ f0 1 3930088"/>
              <a:gd name="f5" fmla="*/ f1 1 3930088"/>
              <a:gd name="f6" fmla="+- f3 0 f2"/>
              <a:gd name="f7" fmla="*/ f6 1 3930088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3930088" h="3930088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blipFill>
            <a:blip r:embed="rId3">
              <a:alphaModFix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Title 1"/>
          <p:cNvSpPr txBox="1">
            <a:spLocks noGrp="1"/>
          </p:cNvSpPr>
          <p:nvPr>
            <p:ph type="title"/>
          </p:nvPr>
        </p:nvSpPr>
        <p:spPr>
          <a:xfrm>
            <a:off x="4444998" y="2057400"/>
            <a:ext cx="3657600" cy="3352803"/>
          </a:xfrm>
        </p:spPr>
        <p:txBody>
          <a:bodyPr/>
          <a:lstStyle>
            <a:lvl1pPr>
              <a:defRPr sz="4400">
                <a:solidFill>
                  <a:srgbClr val="FFFFFF"/>
                </a:solidFill>
                <a:latin typeface="PT Sans" pitchFamily="34"/>
              </a:defRPr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52395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rculo cambio de sección 3">
    <p:bg>
      <p:bgPr>
        <a:solidFill>
          <a:srgbClr val="FEC2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4"/>
          <p:cNvGrpSpPr/>
          <p:nvPr/>
        </p:nvGrpSpPr>
        <p:grpSpPr>
          <a:xfrm>
            <a:off x="0" y="-1981203"/>
            <a:ext cx="13004796" cy="11277606"/>
            <a:chOff x="0" y="-1981203"/>
            <a:chExt cx="13004796" cy="11277606"/>
          </a:xfrm>
        </p:grpSpPr>
        <p:pic>
          <p:nvPicPr>
            <p:cNvPr id="3" name="Imagen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-1981203"/>
              <a:ext cx="6502398" cy="5638803"/>
            </a:xfrm>
            <a:prstGeom prst="rect">
              <a:avLst/>
            </a:prstGeom>
            <a:noFill/>
            <a:ln cap="flat">
              <a:noFill/>
            </a:ln>
          </p:spPr>
        </p:pic>
        <p:pic>
          <p:nvPicPr>
            <p:cNvPr id="4" name="Imagen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02398" y="-1981203"/>
              <a:ext cx="6502398" cy="5638803"/>
            </a:xfrm>
            <a:prstGeom prst="rect">
              <a:avLst/>
            </a:prstGeom>
            <a:noFill/>
            <a:ln cap="flat">
              <a:noFill/>
            </a:ln>
          </p:spPr>
        </p:pic>
        <p:pic>
          <p:nvPicPr>
            <p:cNvPr id="5" name="Imagen 1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3657600"/>
              <a:ext cx="6502398" cy="5638803"/>
            </a:xfrm>
            <a:prstGeom prst="rect">
              <a:avLst/>
            </a:prstGeom>
            <a:noFill/>
            <a:ln cap="flat">
              <a:noFill/>
            </a:ln>
          </p:spPr>
        </p:pic>
        <p:pic>
          <p:nvPicPr>
            <p:cNvPr id="6" name="Imagen 1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02398" y="3657600"/>
              <a:ext cx="6502398" cy="5638803"/>
            </a:xfrm>
            <a:prstGeom prst="rect">
              <a:avLst/>
            </a:prstGeom>
            <a:noFill/>
            <a:ln cap="flat">
              <a:noFill/>
            </a:ln>
          </p:spPr>
        </p:pic>
      </p:grpSp>
      <p:sp>
        <p:nvSpPr>
          <p:cNvPr id="7" name="Freeform 5"/>
          <p:cNvSpPr/>
          <p:nvPr/>
        </p:nvSpPr>
        <p:spPr>
          <a:xfrm>
            <a:off x="3679143" y="1056388"/>
            <a:ext cx="5240115" cy="5240115"/>
          </a:xfrm>
          <a:custGeom>
            <a:avLst/>
            <a:gdLst>
              <a:gd name="f0" fmla="val w"/>
              <a:gd name="f1" fmla="val h"/>
              <a:gd name="f2" fmla="val 0"/>
              <a:gd name="f3" fmla="val 3930088"/>
              <a:gd name="f4" fmla="*/ f0 1 3930088"/>
              <a:gd name="f5" fmla="*/ f1 1 3930088"/>
              <a:gd name="f6" fmla="+- f3 0 f2"/>
              <a:gd name="f7" fmla="*/ f6 1 3930088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3930088" h="3930088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blipFill>
            <a:blip r:embed="rId3">
              <a:alphaModFix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Title 1"/>
          <p:cNvSpPr txBox="1">
            <a:spLocks noGrp="1"/>
          </p:cNvSpPr>
          <p:nvPr>
            <p:ph type="title"/>
          </p:nvPr>
        </p:nvSpPr>
        <p:spPr>
          <a:xfrm>
            <a:off x="4444998" y="2057400"/>
            <a:ext cx="3657600" cy="3352803"/>
          </a:xfrm>
        </p:spPr>
        <p:txBody>
          <a:bodyPr/>
          <a:lstStyle>
            <a:lvl1pPr>
              <a:defRPr sz="4400">
                <a:solidFill>
                  <a:srgbClr val="FFFFFF"/>
                </a:solidFill>
                <a:latin typeface="PT Sans" pitchFamily="34"/>
              </a:defRPr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56120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subti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5093601" y="150546"/>
            <a:ext cx="6488792" cy="1263865"/>
          </a:xfrm>
        </p:spPr>
        <p:txBody>
          <a:bodyPr anchorCtr="0"/>
          <a:lstStyle>
            <a:lvl1pPr algn="r">
              <a:defRPr sz="4400"/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 txBox="1">
            <a:spLocks noGrp="1"/>
          </p:cNvSpPr>
          <p:nvPr>
            <p:ph idx="4294967295"/>
          </p:nvPr>
        </p:nvSpPr>
        <p:spPr>
          <a:xfrm>
            <a:off x="609603" y="2336456"/>
            <a:ext cx="10801715" cy="378970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Footer Placeholder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Slide Number Placeholder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B604CD5-7954-496F-A9DE-53B9AEFDD550}" type="slidenum">
              <a:t>‹#›</a:t>
            </a:fld>
            <a:endParaRPr lang="en-US"/>
          </a:p>
        </p:txBody>
      </p:sp>
      <p:sp>
        <p:nvSpPr>
          <p:cNvPr id="6" name="Freeform 4"/>
          <p:cNvSpPr/>
          <p:nvPr/>
        </p:nvSpPr>
        <p:spPr>
          <a:xfrm>
            <a:off x="804406" y="493739"/>
            <a:ext cx="1817068" cy="1573572"/>
          </a:xfrm>
          <a:custGeom>
            <a:avLst/>
            <a:gdLst>
              <a:gd name="f0" fmla="val w"/>
              <a:gd name="f1" fmla="val h"/>
              <a:gd name="f2" fmla="val 0"/>
              <a:gd name="f3" fmla="val 1405496"/>
              <a:gd name="f4" fmla="val 1217152"/>
              <a:gd name="f5" fmla="*/ f0 1 1405496"/>
              <a:gd name="f6" fmla="*/ f1 1 1217152"/>
              <a:gd name="f7" fmla="+- f4 0 f2"/>
              <a:gd name="f8" fmla="+- f3 0 f2"/>
              <a:gd name="f9" fmla="*/ f8 1 1405496"/>
              <a:gd name="f10" fmla="*/ f7 1 1217152"/>
              <a:gd name="f11" fmla="*/ f2 1 f9"/>
              <a:gd name="f12" fmla="*/ f3 1 f9"/>
              <a:gd name="f13" fmla="*/ f2 1 f10"/>
              <a:gd name="f14" fmla="*/ f4 1 f10"/>
              <a:gd name="f15" fmla="*/ f11 f5 1"/>
              <a:gd name="f16" fmla="*/ f12 f5 1"/>
              <a:gd name="f17" fmla="*/ f14 f6 1"/>
              <a:gd name="f18" fmla="*/ f13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5" t="f18" r="f16" b="f17"/>
            <a:pathLst>
              <a:path w="1405496" h="1217152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2">
              <a:alphaModFix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2393039" y="-30531"/>
            <a:ext cx="2890016" cy="1444944"/>
          </a:xfrm>
          <a:custGeom>
            <a:avLst/>
            <a:gdLst>
              <a:gd name="f0" fmla="val w"/>
              <a:gd name="f1" fmla="val h"/>
              <a:gd name="f2" fmla="val 0"/>
              <a:gd name="f3" fmla="val 2980563"/>
              <a:gd name="f4" fmla="val 1490218"/>
              <a:gd name="f5" fmla="val 823087"/>
              <a:gd name="f6" fmla="val 667258"/>
              <a:gd name="f7" fmla="val 2313178"/>
              <a:gd name="f8" fmla="*/ f0 1 2980563"/>
              <a:gd name="f9" fmla="*/ f1 1 1490218"/>
              <a:gd name="f10" fmla="+- f4 0 f2"/>
              <a:gd name="f11" fmla="+- f3 0 f2"/>
              <a:gd name="f12" fmla="*/ f11 1 2980563"/>
              <a:gd name="f13" fmla="*/ f10 1 1490218"/>
              <a:gd name="f14" fmla="*/ f2 1 f12"/>
              <a:gd name="f15" fmla="*/ f3 1 f12"/>
              <a:gd name="f16" fmla="*/ f2 1 f13"/>
              <a:gd name="f17" fmla="*/ f4 1 f13"/>
              <a:gd name="f18" fmla="*/ f14 f8 1"/>
              <a:gd name="f19" fmla="*/ f15 f8 1"/>
              <a:gd name="f20" fmla="*/ f17 f9 1"/>
              <a:gd name="f21" fmla="*/ f16 f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2980563" h="1490218">
                <a:moveTo>
                  <a:pt x="f2" y="f2"/>
                </a:moveTo>
                <a:cubicBezTo>
                  <a:pt x="f2" y="f5"/>
                  <a:pt x="f6" y="f4"/>
                  <a:pt x="f4" y="f4"/>
                </a:cubicBezTo>
                <a:cubicBezTo>
                  <a:pt x="f7" y="f4"/>
                  <a:pt x="f3" y="f5"/>
                  <a:pt x="f3" y="f2"/>
                </a:cubicBezTo>
                <a:close/>
              </a:path>
            </a:pathLst>
          </a:cu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1411318" y="1360837"/>
            <a:ext cx="1573142" cy="5954408"/>
          </a:xfrm>
          <a:custGeom>
            <a:avLst/>
            <a:gdLst>
              <a:gd name="f0" fmla="val w"/>
              <a:gd name="f1" fmla="val h"/>
              <a:gd name="f2" fmla="val 0"/>
              <a:gd name="f3" fmla="val 1622425"/>
              <a:gd name="f4" fmla="val 6140958"/>
              <a:gd name="f5" fmla="val 1606550"/>
              <a:gd name="f6" fmla="val 3445256"/>
              <a:gd name="f7" fmla="val 1257046"/>
              <a:gd name="f8" fmla="val 34290"/>
              <a:gd name="f9" fmla="*/ f0 1 1622425"/>
              <a:gd name="f10" fmla="*/ f1 1 6140958"/>
              <a:gd name="f11" fmla="+- f4 0 f2"/>
              <a:gd name="f12" fmla="+- f3 0 f2"/>
              <a:gd name="f13" fmla="*/ f12 1 1622425"/>
              <a:gd name="f14" fmla="*/ f11 1 6140958"/>
              <a:gd name="f15" fmla="*/ f2 1 f13"/>
              <a:gd name="f16" fmla="*/ f3 1 f13"/>
              <a:gd name="f17" fmla="*/ f2 1 f14"/>
              <a:gd name="f18" fmla="*/ f4 1 f14"/>
              <a:gd name="f19" fmla="*/ f15 f9 1"/>
              <a:gd name="f20" fmla="*/ f16 f9 1"/>
              <a:gd name="f21" fmla="*/ f18 f10 1"/>
              <a:gd name="f22" fmla="*/ f17 f1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9" t="f22" r="f20" b="f21"/>
            <a:pathLst>
              <a:path w="1622425" h="6140958">
                <a:moveTo>
                  <a:pt x="f5" y="f2"/>
                </a:moveTo>
                <a:lnTo>
                  <a:pt x="f2" y="f6"/>
                </a:lnTo>
                <a:lnTo>
                  <a:pt x="f7" y="f4"/>
                </a:lnTo>
                <a:lnTo>
                  <a:pt x="f3" y="f4"/>
                </a:lnTo>
                <a:lnTo>
                  <a:pt x="f3" y="f8"/>
                </a:lnTo>
                <a:lnTo>
                  <a:pt x="f5" y="f2"/>
                </a:lnTo>
                <a:close/>
              </a:path>
            </a:pathLst>
          </a:custGeom>
          <a:solidFill>
            <a:srgbClr val="FDC20B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" name="Freeform 10"/>
          <p:cNvSpPr/>
          <p:nvPr/>
        </p:nvSpPr>
        <p:spPr>
          <a:xfrm>
            <a:off x="-540748" y="5213314"/>
            <a:ext cx="4203771" cy="4203771"/>
          </a:xfrm>
          <a:custGeom>
            <a:avLst/>
            <a:gdLst>
              <a:gd name="f0" fmla="val w"/>
              <a:gd name="f1" fmla="val h"/>
              <a:gd name="f2" fmla="val 0"/>
              <a:gd name="f3" fmla="val 7344537"/>
              <a:gd name="f4" fmla="*/ f0 1 7344537"/>
              <a:gd name="f5" fmla="*/ f1 1 7344537"/>
              <a:gd name="f6" fmla="+- f3 0 f2"/>
              <a:gd name="f7" fmla="*/ f6 1 7344537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7344537" h="7344537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blipFill>
            <a:blip r:embed="rId4">
              <a:alphaModFix/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10" name="Subtitle 2"/>
          <p:cNvSpPr txBox="1">
            <a:spLocks noGrp="1"/>
          </p:cNvSpPr>
          <p:nvPr>
            <p:ph type="subTitle" idx="4294967295"/>
          </p:nvPr>
        </p:nvSpPr>
        <p:spPr>
          <a:xfrm>
            <a:off x="5054602" y="1414951"/>
            <a:ext cx="6488792" cy="616031"/>
          </a:xfrm>
        </p:spPr>
        <p:txBody>
          <a:bodyPr>
            <a:noAutofit/>
          </a:bodyPr>
          <a:lstStyle>
            <a:lvl1pPr marL="0" indent="0" algn="r">
              <a:spcBef>
                <a:spcPts val="800"/>
              </a:spcBef>
              <a:buNone/>
              <a:defRPr sz="3200">
                <a:solidFill>
                  <a:srgbClr val="898989"/>
                </a:solidFill>
              </a:defRPr>
            </a:lvl1pPr>
          </a:lstStyle>
          <a:p>
            <a:pPr lvl="0"/>
            <a:r>
              <a:rPr lang="es-ES"/>
              <a:t>Haga clic para modificar el estilo de subtítulo del patrón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653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 noGrp="1"/>
          </p:cNvSpPr>
          <p:nvPr>
            <p:ph idx="4294967295"/>
          </p:nvPr>
        </p:nvSpPr>
        <p:spPr>
          <a:xfrm>
            <a:off x="1422358" y="1267641"/>
            <a:ext cx="9988960" cy="4858527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3" name="Footer Placeholder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Slide Number Placeholder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1015BC4-1ADD-424D-A694-63CC7C49A768}" type="slidenum">
              <a:t>‹#›</a:t>
            </a:fld>
            <a:endParaRPr lang="en-US"/>
          </a:p>
        </p:txBody>
      </p:sp>
      <p:sp>
        <p:nvSpPr>
          <p:cNvPr id="5" name="Freeform 3"/>
          <p:cNvSpPr/>
          <p:nvPr/>
        </p:nvSpPr>
        <p:spPr>
          <a:xfrm>
            <a:off x="-35561" y="4256888"/>
            <a:ext cx="1457919" cy="2464582"/>
          </a:xfrm>
          <a:custGeom>
            <a:avLst/>
            <a:gdLst>
              <a:gd name="f0" fmla="val w"/>
              <a:gd name="f1" fmla="val h"/>
              <a:gd name="f2" fmla="val 0"/>
              <a:gd name="f3" fmla="val 1987550"/>
              <a:gd name="f4" fmla="val 3359912"/>
              <a:gd name="f5" fmla="*/ f0 1 1987550"/>
              <a:gd name="f6" fmla="*/ f1 1 3359912"/>
              <a:gd name="f7" fmla="+- f4 0 f2"/>
              <a:gd name="f8" fmla="+- f3 0 f2"/>
              <a:gd name="f9" fmla="*/ f8 1 1987550"/>
              <a:gd name="f10" fmla="*/ f7 1 3359912"/>
              <a:gd name="f11" fmla="*/ f2 1 f9"/>
              <a:gd name="f12" fmla="*/ f3 1 f9"/>
              <a:gd name="f13" fmla="*/ f2 1 f10"/>
              <a:gd name="f14" fmla="*/ f4 1 f10"/>
              <a:gd name="f15" fmla="*/ f11 f5 1"/>
              <a:gd name="f16" fmla="*/ f12 f5 1"/>
              <a:gd name="f17" fmla="*/ f14 f6 1"/>
              <a:gd name="f18" fmla="*/ f13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5" t="f18" r="f16" b="f17"/>
            <a:pathLst>
              <a:path w="1987550" h="3359912">
                <a:moveTo>
                  <a:pt x="f2" y="f4"/>
                </a:moveTo>
                <a:lnTo>
                  <a:pt x="f3" y="f4"/>
                </a:lnTo>
                <a:lnTo>
                  <a:pt x="f3" y="f2"/>
                </a:lnTo>
                <a:lnTo>
                  <a:pt x="f2" y="f2"/>
                </a:lnTo>
                <a:close/>
              </a:path>
            </a:pathLst>
          </a:custGeom>
          <a:solidFill>
            <a:srgbClr val="D5D900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693398" y="0"/>
            <a:ext cx="2447419" cy="1267641"/>
          </a:xfrm>
          <a:custGeom>
            <a:avLst/>
            <a:gdLst>
              <a:gd name="f0" fmla="val w"/>
              <a:gd name="f1" fmla="val h"/>
              <a:gd name="f2" fmla="val 0"/>
              <a:gd name="f3" fmla="val 2844292"/>
              <a:gd name="f4" fmla="val 1473200"/>
              <a:gd name="f5" fmla="val 889"/>
              <a:gd name="f6" fmla="val 254"/>
              <a:gd name="f7" fmla="val 16891"/>
              <a:gd name="f8" fmla="val 33909"/>
              <a:gd name="f9" fmla="val 51054"/>
              <a:gd name="f10" fmla="val 836422"/>
              <a:gd name="f11" fmla="val 636778"/>
              <a:gd name="f12" fmla="val 1422146"/>
              <a:gd name="f13" fmla="val 2207514"/>
              <a:gd name="f14" fmla="val 34036"/>
              <a:gd name="f15" fmla="val 2844038"/>
              <a:gd name="f16" fmla="val 17018"/>
              <a:gd name="f17" fmla="val 2843403"/>
              <a:gd name="f18" fmla="*/ f0 1 2844292"/>
              <a:gd name="f19" fmla="*/ f1 1 1473200"/>
              <a:gd name="f20" fmla="+- f4 0 f2"/>
              <a:gd name="f21" fmla="+- f3 0 f2"/>
              <a:gd name="f22" fmla="*/ f21 1 2844292"/>
              <a:gd name="f23" fmla="*/ f20 1 1473200"/>
              <a:gd name="f24" fmla="*/ f2 1 f22"/>
              <a:gd name="f25" fmla="*/ f3 1 f22"/>
              <a:gd name="f26" fmla="*/ f2 1 f23"/>
              <a:gd name="f27" fmla="*/ f4 1 f23"/>
              <a:gd name="f28" fmla="*/ f24 f18 1"/>
              <a:gd name="f29" fmla="*/ f25 f18 1"/>
              <a:gd name="f30" fmla="*/ f27 f19 1"/>
              <a:gd name="f31" fmla="*/ f26 f1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28" t="f31" r="f29" b="f30"/>
            <a:pathLst>
              <a:path w="2844292" h="1473200">
                <a:moveTo>
                  <a:pt x="f5" y="f2"/>
                </a:moveTo>
                <a:cubicBezTo>
                  <a:pt x="f6" y="f7"/>
                  <a:pt x="f2" y="f8"/>
                  <a:pt x="f2" y="f9"/>
                </a:cubicBezTo>
                <a:cubicBezTo>
                  <a:pt x="f2" y="f10"/>
                  <a:pt x="f11" y="f4"/>
                  <a:pt x="f12" y="f4"/>
                </a:cubicBezTo>
                <a:cubicBezTo>
                  <a:pt x="f13" y="f4"/>
                  <a:pt x="f3" y="f10"/>
                  <a:pt x="f3" y="f9"/>
                </a:cubicBezTo>
                <a:cubicBezTo>
                  <a:pt x="f3" y="f14"/>
                  <a:pt x="f15" y="f16"/>
                  <a:pt x="f17" y="f2"/>
                </a:cubicBezTo>
                <a:close/>
              </a:path>
            </a:pathLst>
          </a:cu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11551916" y="1938207"/>
            <a:ext cx="1503685" cy="5347914"/>
          </a:xfrm>
          <a:custGeom>
            <a:avLst/>
            <a:gdLst>
              <a:gd name="f0" fmla="val w"/>
              <a:gd name="f1" fmla="val h"/>
              <a:gd name="f2" fmla="val 0"/>
              <a:gd name="f3" fmla="val 1747520"/>
              <a:gd name="f4" fmla="val 6215126"/>
              <a:gd name="f5" fmla="val 1154938"/>
              <a:gd name="f6" fmla="val 2476881"/>
              <a:gd name="f7" fmla="val 1743202"/>
              <a:gd name="f8" fmla="val 1745869"/>
              <a:gd name="f9" fmla="val 6211570"/>
              <a:gd name="f10" fmla="*/ f0 1 1747520"/>
              <a:gd name="f11" fmla="*/ f1 1 6215126"/>
              <a:gd name="f12" fmla="+- f4 0 f2"/>
              <a:gd name="f13" fmla="+- f3 0 f2"/>
              <a:gd name="f14" fmla="*/ f13 1 1747520"/>
              <a:gd name="f15" fmla="*/ f12 1 6215126"/>
              <a:gd name="f16" fmla="*/ f2 1 f14"/>
              <a:gd name="f17" fmla="*/ f3 1 f14"/>
              <a:gd name="f18" fmla="*/ f2 1 f15"/>
              <a:gd name="f19" fmla="*/ f4 1 f15"/>
              <a:gd name="f20" fmla="*/ f16 f10 1"/>
              <a:gd name="f21" fmla="*/ f17 f10 1"/>
              <a:gd name="f22" fmla="*/ f19 f11 1"/>
              <a:gd name="f23" fmla="*/ f18 f1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20" t="f23" r="f21" b="f22"/>
            <a:pathLst>
              <a:path w="1747520" h="6215126">
                <a:moveTo>
                  <a:pt x="f5" y="f2"/>
                </a:moveTo>
                <a:lnTo>
                  <a:pt x="f2" y="f6"/>
                </a:lnTo>
                <a:lnTo>
                  <a:pt x="f7" y="f4"/>
                </a:lnTo>
                <a:lnTo>
                  <a:pt x="f8" y="f4"/>
                </a:lnTo>
                <a:lnTo>
                  <a:pt x="f3" y="f9"/>
                </a:lnTo>
                <a:lnTo>
                  <a:pt x="f3" y="f2"/>
                </a:lnTo>
                <a:close/>
              </a:path>
            </a:pathLst>
          </a:custGeom>
          <a:solidFill>
            <a:srgbClr val="EB5D1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9175802" y="194117"/>
            <a:ext cx="2245665" cy="799203"/>
          </a:xfrm>
          <a:custGeom>
            <a:avLst/>
            <a:gdLst>
              <a:gd name="f0" fmla="val w"/>
              <a:gd name="f1" fmla="val h"/>
              <a:gd name="f2" fmla="val 0"/>
              <a:gd name="f3" fmla="val 1957370"/>
              <a:gd name="f4" fmla="val 696601"/>
              <a:gd name="f5" fmla="*/ f0 1 1957370"/>
              <a:gd name="f6" fmla="*/ f1 1 696601"/>
              <a:gd name="f7" fmla="+- f4 0 f2"/>
              <a:gd name="f8" fmla="+- f3 0 f2"/>
              <a:gd name="f9" fmla="*/ f8 1 1957370"/>
              <a:gd name="f10" fmla="*/ f7 1 696601"/>
              <a:gd name="f11" fmla="*/ f2 1 f9"/>
              <a:gd name="f12" fmla="*/ f3 1 f9"/>
              <a:gd name="f13" fmla="*/ f2 1 f10"/>
              <a:gd name="f14" fmla="*/ f4 1 f10"/>
              <a:gd name="f15" fmla="*/ f11 f5 1"/>
              <a:gd name="f16" fmla="*/ f12 f5 1"/>
              <a:gd name="f17" fmla="*/ f14 f6 1"/>
              <a:gd name="f18" fmla="*/ f13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5" t="f18" r="f16" b="f17"/>
            <a:pathLst>
              <a:path w="1957370" h="696601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2">
              <a:alphaModFix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0307099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conteni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 noGrp="1"/>
          </p:cNvSpPr>
          <p:nvPr>
            <p:ph idx="4294967295"/>
          </p:nvPr>
        </p:nvSpPr>
        <p:spPr>
          <a:xfrm>
            <a:off x="1422358" y="2590796"/>
            <a:ext cx="9988960" cy="353536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3" name="Footer Placeholder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Slide Number Placeholder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5D01C24-0714-412D-934B-76F18F278ED9}" type="slidenum">
              <a:t>‹#›</a:t>
            </a:fld>
            <a:endParaRPr lang="en-US"/>
          </a:p>
        </p:txBody>
      </p:sp>
      <p:sp>
        <p:nvSpPr>
          <p:cNvPr id="5" name="Freeform 4"/>
          <p:cNvSpPr/>
          <p:nvPr/>
        </p:nvSpPr>
        <p:spPr>
          <a:xfrm>
            <a:off x="9194575" y="-21076"/>
            <a:ext cx="2216706" cy="1130225"/>
          </a:xfrm>
          <a:custGeom>
            <a:avLst/>
            <a:gdLst>
              <a:gd name="f0" fmla="val w"/>
              <a:gd name="f1" fmla="val h"/>
              <a:gd name="f2" fmla="val 0"/>
              <a:gd name="f3" fmla="val 2960370"/>
              <a:gd name="f4" fmla="val 1509395"/>
              <a:gd name="f5" fmla="val 254"/>
              <a:gd name="f6" fmla="val 127"/>
              <a:gd name="f7" fmla="val 9652"/>
              <a:gd name="f8" fmla="val 19304"/>
              <a:gd name="f9" fmla="val 29083"/>
              <a:gd name="f10" fmla="val 846582"/>
              <a:gd name="f11" fmla="val 662686"/>
              <a:gd name="f12" fmla="val 1480185"/>
              <a:gd name="f13" fmla="val 2297684"/>
              <a:gd name="f14" fmla="val 2960243"/>
              <a:gd name="f15" fmla="val 2960116"/>
              <a:gd name="f16" fmla="*/ f0 1 2960370"/>
              <a:gd name="f17" fmla="*/ f1 1 1509395"/>
              <a:gd name="f18" fmla="+- f4 0 f2"/>
              <a:gd name="f19" fmla="+- f3 0 f2"/>
              <a:gd name="f20" fmla="*/ f19 1 2960370"/>
              <a:gd name="f21" fmla="*/ f18 1 1509395"/>
              <a:gd name="f22" fmla="*/ f2 1 f20"/>
              <a:gd name="f23" fmla="*/ f3 1 f20"/>
              <a:gd name="f24" fmla="*/ f2 1 f21"/>
              <a:gd name="f25" fmla="*/ f4 1 f21"/>
              <a:gd name="f26" fmla="*/ f22 f16 1"/>
              <a:gd name="f27" fmla="*/ f23 f16 1"/>
              <a:gd name="f28" fmla="*/ f25 f17 1"/>
              <a:gd name="f29" fmla="*/ f24 f1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26" t="f29" r="f27" b="f28"/>
            <a:pathLst>
              <a:path w="2960370" h="1509395">
                <a:moveTo>
                  <a:pt x="f5" y="f2"/>
                </a:moveTo>
                <a:cubicBezTo>
                  <a:pt x="f6" y="f7"/>
                  <a:pt x="f2" y="f8"/>
                  <a:pt x="f2" y="f9"/>
                </a:cubicBezTo>
                <a:cubicBezTo>
                  <a:pt x="f2" y="f10"/>
                  <a:pt x="f11" y="f4"/>
                  <a:pt x="f12" y="f4"/>
                </a:cubicBezTo>
                <a:cubicBezTo>
                  <a:pt x="f13" y="f4"/>
                  <a:pt x="f3" y="f10"/>
                  <a:pt x="f3" y="f9"/>
                </a:cubicBezTo>
                <a:cubicBezTo>
                  <a:pt x="f3" y="f8"/>
                  <a:pt x="f14" y="f7"/>
                  <a:pt x="f15" y="f2"/>
                </a:cubicBezTo>
                <a:close/>
              </a:path>
            </a:pathLst>
          </a:cu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0158" y="1372422"/>
            <a:ext cx="776563" cy="4570344"/>
          </a:xfrm>
          <a:custGeom>
            <a:avLst/>
            <a:gdLst>
              <a:gd name="f0" fmla="val w"/>
              <a:gd name="f1" fmla="val h"/>
              <a:gd name="f2" fmla="val 0"/>
              <a:gd name="f3" fmla="val 1037082"/>
              <a:gd name="f4" fmla="val 6103620"/>
              <a:gd name="f5" fmla="*/ f0 1 1037082"/>
              <a:gd name="f6" fmla="*/ f1 1 6103620"/>
              <a:gd name="f7" fmla="+- f4 0 f2"/>
              <a:gd name="f8" fmla="+- f3 0 f2"/>
              <a:gd name="f9" fmla="*/ f8 1 1037082"/>
              <a:gd name="f10" fmla="*/ f7 1 6103620"/>
              <a:gd name="f11" fmla="*/ f2 1 f9"/>
              <a:gd name="f12" fmla="*/ f3 1 f9"/>
              <a:gd name="f13" fmla="*/ f2 1 f10"/>
              <a:gd name="f14" fmla="*/ f4 1 f10"/>
              <a:gd name="f15" fmla="*/ f11 f5 1"/>
              <a:gd name="f16" fmla="*/ f12 f5 1"/>
              <a:gd name="f17" fmla="*/ f14 f6 1"/>
              <a:gd name="f18" fmla="*/ f13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5" t="f18" r="f16" b="f17"/>
            <a:pathLst>
              <a:path w="1037082" h="6103620">
                <a:moveTo>
                  <a:pt x="f2" y="f4"/>
                </a:moveTo>
                <a:lnTo>
                  <a:pt x="f3" y="f4"/>
                </a:lnTo>
                <a:lnTo>
                  <a:pt x="f3" y="f2"/>
                </a:lnTo>
                <a:lnTo>
                  <a:pt x="f2" y="f2"/>
                </a:lnTo>
                <a:close/>
              </a:path>
            </a:pathLst>
          </a:custGeom>
          <a:solidFill>
            <a:srgbClr val="2084C7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Freeform 10"/>
          <p:cNvSpPr/>
          <p:nvPr/>
        </p:nvSpPr>
        <p:spPr>
          <a:xfrm>
            <a:off x="11725387" y="2590796"/>
            <a:ext cx="1330214" cy="4741328"/>
          </a:xfrm>
          <a:custGeom>
            <a:avLst/>
            <a:gdLst>
              <a:gd name="f0" fmla="val w"/>
              <a:gd name="f1" fmla="val h"/>
              <a:gd name="f2" fmla="val 0"/>
              <a:gd name="f3" fmla="val 1776476"/>
              <a:gd name="f4" fmla="val 6331966"/>
              <a:gd name="f5" fmla="val 3809619"/>
              <a:gd name="f6" fmla="val 1176274"/>
              <a:gd name="f7" fmla="*/ f0 1 1776476"/>
              <a:gd name="f8" fmla="*/ f1 1 6331966"/>
              <a:gd name="f9" fmla="+- f4 0 f2"/>
              <a:gd name="f10" fmla="+- f3 0 f2"/>
              <a:gd name="f11" fmla="*/ f10 1 1776476"/>
              <a:gd name="f12" fmla="*/ f9 1 6331966"/>
              <a:gd name="f13" fmla="*/ f2 1 f11"/>
              <a:gd name="f14" fmla="*/ f3 1 f11"/>
              <a:gd name="f15" fmla="*/ f2 1 f12"/>
              <a:gd name="f16" fmla="*/ f4 1 f12"/>
              <a:gd name="f17" fmla="*/ f13 f7 1"/>
              <a:gd name="f18" fmla="*/ f14 f7 1"/>
              <a:gd name="f19" fmla="*/ f16 f8 1"/>
              <a:gd name="f20" fmla="*/ f15 f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7" t="f20" r="f18" b="f19"/>
            <a:pathLst>
              <a:path w="1776476" h="6331966">
                <a:moveTo>
                  <a:pt x="f2" y="f5"/>
                </a:moveTo>
                <a:lnTo>
                  <a:pt x="f6" y="f4"/>
                </a:lnTo>
                <a:lnTo>
                  <a:pt x="f3" y="f4"/>
                </a:lnTo>
                <a:lnTo>
                  <a:pt x="f3" y="f2"/>
                </a:lnTo>
                <a:close/>
              </a:path>
            </a:pathLst>
          </a:custGeom>
          <a:solidFill>
            <a:srgbClr val="FDC20B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402040" y="222372"/>
            <a:ext cx="2245665" cy="799203"/>
          </a:xfrm>
          <a:custGeom>
            <a:avLst/>
            <a:gdLst>
              <a:gd name="f0" fmla="val w"/>
              <a:gd name="f1" fmla="val h"/>
              <a:gd name="f2" fmla="val 0"/>
              <a:gd name="f3" fmla="val 1957370"/>
              <a:gd name="f4" fmla="val 696601"/>
              <a:gd name="f5" fmla="*/ f0 1 1957370"/>
              <a:gd name="f6" fmla="*/ f1 1 696601"/>
              <a:gd name="f7" fmla="+- f4 0 f2"/>
              <a:gd name="f8" fmla="+- f3 0 f2"/>
              <a:gd name="f9" fmla="*/ f8 1 1957370"/>
              <a:gd name="f10" fmla="*/ f7 1 696601"/>
              <a:gd name="f11" fmla="*/ f2 1 f9"/>
              <a:gd name="f12" fmla="*/ f3 1 f9"/>
              <a:gd name="f13" fmla="*/ f2 1 f10"/>
              <a:gd name="f14" fmla="*/ f4 1 f10"/>
              <a:gd name="f15" fmla="*/ f11 f5 1"/>
              <a:gd name="f16" fmla="*/ f12 f5 1"/>
              <a:gd name="f17" fmla="*/ f14 f6 1"/>
              <a:gd name="f18" fmla="*/ f13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5" t="f18" r="f16" b="f17"/>
            <a:pathLst>
              <a:path w="1957370" h="696601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2">
              <a:alphaModFix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" name="Title 1"/>
          <p:cNvSpPr txBox="1">
            <a:spLocks noGrp="1"/>
          </p:cNvSpPr>
          <p:nvPr>
            <p:ph type="title"/>
          </p:nvPr>
        </p:nvSpPr>
        <p:spPr>
          <a:xfrm>
            <a:off x="1402040" y="1174254"/>
            <a:ext cx="9988951" cy="1263865"/>
          </a:xfrm>
        </p:spPr>
        <p:txBody>
          <a:bodyPr anchorCtr="0"/>
          <a:lstStyle>
            <a:lvl1pPr algn="l">
              <a:defRPr sz="4400"/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06973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logoti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 noGrp="1"/>
          </p:cNvSpPr>
          <p:nvPr>
            <p:ph idx="4294967295"/>
          </p:nvPr>
        </p:nvSpPr>
        <p:spPr>
          <a:xfrm>
            <a:off x="254002" y="1219196"/>
            <a:ext cx="12191996" cy="587362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3" name="Freeform 8"/>
          <p:cNvSpPr/>
          <p:nvPr/>
        </p:nvSpPr>
        <p:spPr>
          <a:xfrm>
            <a:off x="1402040" y="222372"/>
            <a:ext cx="2245665" cy="799203"/>
          </a:xfrm>
          <a:custGeom>
            <a:avLst/>
            <a:gdLst>
              <a:gd name="f0" fmla="val w"/>
              <a:gd name="f1" fmla="val h"/>
              <a:gd name="f2" fmla="val 0"/>
              <a:gd name="f3" fmla="val 1957370"/>
              <a:gd name="f4" fmla="val 696601"/>
              <a:gd name="f5" fmla="*/ f0 1 1957370"/>
              <a:gd name="f6" fmla="*/ f1 1 696601"/>
              <a:gd name="f7" fmla="+- f4 0 f2"/>
              <a:gd name="f8" fmla="+- f3 0 f2"/>
              <a:gd name="f9" fmla="*/ f8 1 1957370"/>
              <a:gd name="f10" fmla="*/ f7 1 696601"/>
              <a:gd name="f11" fmla="*/ f2 1 f9"/>
              <a:gd name="f12" fmla="*/ f3 1 f9"/>
              <a:gd name="f13" fmla="*/ f2 1 f10"/>
              <a:gd name="f14" fmla="*/ f4 1 f10"/>
              <a:gd name="f15" fmla="*/ f11 f5 1"/>
              <a:gd name="f16" fmla="*/ f12 f5 1"/>
              <a:gd name="f17" fmla="*/ f14 f6 1"/>
              <a:gd name="f18" fmla="*/ f13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5" t="f18" r="f16" b="f17"/>
            <a:pathLst>
              <a:path w="1957370" h="696601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2">
              <a:alphaModFix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3485265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conteni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 noGrp="1"/>
          </p:cNvSpPr>
          <p:nvPr>
            <p:ph idx="4294967295"/>
          </p:nvPr>
        </p:nvSpPr>
        <p:spPr>
          <a:xfrm>
            <a:off x="1422358" y="2590796"/>
            <a:ext cx="9988960" cy="353536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3" name="Footer Placeholder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Slide Number Placeholder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63B9D77-8577-4F12-82B7-89EE2C95282F}" type="slidenum">
              <a:t>‹#›</a:t>
            </a:fld>
            <a:endParaRPr lang="en-US"/>
          </a:p>
        </p:txBody>
      </p:sp>
      <p:sp>
        <p:nvSpPr>
          <p:cNvPr id="5" name="Title 1"/>
          <p:cNvSpPr txBox="1">
            <a:spLocks noGrp="1"/>
          </p:cNvSpPr>
          <p:nvPr>
            <p:ph type="title"/>
          </p:nvPr>
        </p:nvSpPr>
        <p:spPr>
          <a:xfrm>
            <a:off x="1402040" y="1174254"/>
            <a:ext cx="9988951" cy="1263865"/>
          </a:xfrm>
        </p:spPr>
        <p:txBody>
          <a:bodyPr anchorCtr="0"/>
          <a:lstStyle>
            <a:lvl1pPr algn="l">
              <a:defRPr sz="4400"/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6" name="Freeform 3"/>
          <p:cNvSpPr/>
          <p:nvPr/>
        </p:nvSpPr>
        <p:spPr>
          <a:xfrm>
            <a:off x="-50804" y="1714609"/>
            <a:ext cx="2611764" cy="5600617"/>
          </a:xfrm>
          <a:custGeom>
            <a:avLst/>
            <a:gdLst>
              <a:gd name="f0" fmla="val w"/>
              <a:gd name="f1" fmla="val h"/>
              <a:gd name="f2" fmla="val 0"/>
              <a:gd name="f3" fmla="val 2718943"/>
              <a:gd name="f4" fmla="val 5830443"/>
              <a:gd name="f5" fmla="*/ f0 1 2718943"/>
              <a:gd name="f6" fmla="*/ f1 1 5830443"/>
              <a:gd name="f7" fmla="+- f4 0 f2"/>
              <a:gd name="f8" fmla="+- f3 0 f2"/>
              <a:gd name="f9" fmla="*/ f8 1 2718943"/>
              <a:gd name="f10" fmla="*/ f7 1 5830443"/>
              <a:gd name="f11" fmla="*/ f2 1 f9"/>
              <a:gd name="f12" fmla="*/ f3 1 f9"/>
              <a:gd name="f13" fmla="*/ f2 1 f10"/>
              <a:gd name="f14" fmla="*/ f4 1 f10"/>
              <a:gd name="f15" fmla="*/ f11 f5 1"/>
              <a:gd name="f16" fmla="*/ f12 f5 1"/>
              <a:gd name="f17" fmla="*/ f14 f6 1"/>
              <a:gd name="f18" fmla="*/ f13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5" t="f18" r="f16" b="f17"/>
            <a:pathLst>
              <a:path w="2718943" h="5830443">
                <a:moveTo>
                  <a:pt x="f2" y="f4"/>
                </a:moveTo>
                <a:lnTo>
                  <a:pt x="f3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FDC20B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Freeform 5"/>
          <p:cNvSpPr/>
          <p:nvPr/>
        </p:nvSpPr>
        <p:spPr>
          <a:xfrm>
            <a:off x="1402040" y="-20089"/>
            <a:ext cx="2052361" cy="1155362"/>
          </a:xfrm>
          <a:custGeom>
            <a:avLst/>
            <a:gdLst>
              <a:gd name="f0" fmla="val w"/>
              <a:gd name="f1" fmla="val h"/>
              <a:gd name="f2" fmla="val 0"/>
              <a:gd name="f3" fmla="val 2939796"/>
              <a:gd name="f4" fmla="val 1654937"/>
              <a:gd name="f5" fmla="val 11557"/>
              <a:gd name="f6" fmla="val 3937"/>
              <a:gd name="f7" fmla="val 60706"/>
              <a:gd name="f8" fmla="val 122428"/>
              <a:gd name="f9" fmla="val 185166"/>
              <a:gd name="f10" fmla="val 996823"/>
              <a:gd name="f11" fmla="val 658114"/>
              <a:gd name="f12" fmla="val 1469898"/>
              <a:gd name="f13" fmla="val 2281682"/>
              <a:gd name="f14" fmla="val 2935859"/>
              <a:gd name="f15" fmla="val 2928239"/>
              <a:gd name="f16" fmla="*/ f0 1 2939796"/>
              <a:gd name="f17" fmla="*/ f1 1 1654937"/>
              <a:gd name="f18" fmla="+- f4 0 f2"/>
              <a:gd name="f19" fmla="+- f3 0 f2"/>
              <a:gd name="f20" fmla="*/ f19 1 2939796"/>
              <a:gd name="f21" fmla="*/ f18 1 1654937"/>
              <a:gd name="f22" fmla="*/ f2 1 f20"/>
              <a:gd name="f23" fmla="*/ f3 1 f20"/>
              <a:gd name="f24" fmla="*/ f2 1 f21"/>
              <a:gd name="f25" fmla="*/ f4 1 f21"/>
              <a:gd name="f26" fmla="*/ f22 f16 1"/>
              <a:gd name="f27" fmla="*/ f23 f16 1"/>
              <a:gd name="f28" fmla="*/ f25 f17 1"/>
              <a:gd name="f29" fmla="*/ f24 f1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26" t="f29" r="f27" b="f28"/>
            <a:pathLst>
              <a:path w="2939796" h="1654937">
                <a:moveTo>
                  <a:pt x="f5" y="f2"/>
                </a:moveTo>
                <a:cubicBezTo>
                  <a:pt x="f6" y="f7"/>
                  <a:pt x="f2" y="f8"/>
                  <a:pt x="f2" y="f9"/>
                </a:cubicBezTo>
                <a:cubicBezTo>
                  <a:pt x="f2" y="f10"/>
                  <a:pt x="f11" y="f4"/>
                  <a:pt x="f12" y="f4"/>
                </a:cubicBezTo>
                <a:cubicBezTo>
                  <a:pt x="f13" y="f4"/>
                  <a:pt x="f3" y="f10"/>
                  <a:pt x="f3" y="f9"/>
                </a:cubicBezTo>
                <a:cubicBezTo>
                  <a:pt x="f3" y="f8"/>
                  <a:pt x="f14" y="f7"/>
                  <a:pt x="f15" y="f2"/>
                </a:cubicBezTo>
                <a:close/>
              </a:path>
            </a:pathLst>
          </a:cu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12047722" y="1395731"/>
            <a:ext cx="957075" cy="5919468"/>
          </a:xfrm>
          <a:custGeom>
            <a:avLst/>
            <a:gdLst>
              <a:gd name="f0" fmla="val w"/>
              <a:gd name="f1" fmla="val h"/>
              <a:gd name="f2" fmla="val 0"/>
              <a:gd name="f3" fmla="val 957072"/>
              <a:gd name="f4" fmla="val 5919470"/>
              <a:gd name="f5" fmla="*/ f0 1 957072"/>
              <a:gd name="f6" fmla="*/ f1 1 5919470"/>
              <a:gd name="f7" fmla="+- f4 0 f2"/>
              <a:gd name="f8" fmla="+- f3 0 f2"/>
              <a:gd name="f9" fmla="*/ f8 1 957072"/>
              <a:gd name="f10" fmla="*/ f7 1 5919470"/>
              <a:gd name="f11" fmla="*/ f2 1 f9"/>
              <a:gd name="f12" fmla="*/ f3 1 f9"/>
              <a:gd name="f13" fmla="*/ f2 1 f10"/>
              <a:gd name="f14" fmla="*/ f4 1 f10"/>
              <a:gd name="f15" fmla="*/ f11 f5 1"/>
              <a:gd name="f16" fmla="*/ f12 f5 1"/>
              <a:gd name="f17" fmla="*/ f14 f6 1"/>
              <a:gd name="f18" fmla="*/ f13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5" t="f18" r="f16" b="f17"/>
            <a:pathLst>
              <a:path w="957072" h="5919470">
                <a:moveTo>
                  <a:pt x="f2" y="f4"/>
                </a:moveTo>
                <a:lnTo>
                  <a:pt x="f3" y="f4"/>
                </a:lnTo>
                <a:lnTo>
                  <a:pt x="f3" y="f2"/>
                </a:lnTo>
                <a:lnTo>
                  <a:pt x="f2" y="f2"/>
                </a:lnTo>
                <a:close/>
              </a:path>
            </a:pathLst>
          </a:custGeom>
          <a:solidFill>
            <a:srgbClr val="2084C7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8824261" y="92775"/>
            <a:ext cx="2609825" cy="928801"/>
          </a:xfrm>
          <a:custGeom>
            <a:avLst/>
            <a:gdLst>
              <a:gd name="f0" fmla="val w"/>
              <a:gd name="f1" fmla="val h"/>
              <a:gd name="f2" fmla="val 0"/>
              <a:gd name="f3" fmla="val 1957370"/>
              <a:gd name="f4" fmla="val 696601"/>
              <a:gd name="f5" fmla="*/ f0 1 1957370"/>
              <a:gd name="f6" fmla="*/ f1 1 696601"/>
              <a:gd name="f7" fmla="+- f4 0 f2"/>
              <a:gd name="f8" fmla="+- f3 0 f2"/>
              <a:gd name="f9" fmla="*/ f8 1 1957370"/>
              <a:gd name="f10" fmla="*/ f7 1 696601"/>
              <a:gd name="f11" fmla="*/ f2 1 f9"/>
              <a:gd name="f12" fmla="*/ f3 1 f9"/>
              <a:gd name="f13" fmla="*/ f2 1 f10"/>
              <a:gd name="f14" fmla="*/ f4 1 f10"/>
              <a:gd name="f15" fmla="*/ f11 f5 1"/>
              <a:gd name="f16" fmla="*/ f12 f5 1"/>
              <a:gd name="f17" fmla="*/ f14 f6 1"/>
              <a:gd name="f18" fmla="*/ f13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5" t="f18" r="f16" b="f17"/>
            <a:pathLst>
              <a:path w="1957370" h="696601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2">
              <a:alphaModFix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1968422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contenid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 noGrp="1"/>
          </p:cNvSpPr>
          <p:nvPr>
            <p:ph idx="4294967295"/>
          </p:nvPr>
        </p:nvSpPr>
        <p:spPr>
          <a:xfrm>
            <a:off x="1519147" y="2590796"/>
            <a:ext cx="9892162" cy="353536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3" name="Footer Placeholder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Slide Number Placeholder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903FC58-C3E1-463F-9BC0-59025B21E2B6}" type="slidenum">
              <a:t>‹#›</a:t>
            </a:fld>
            <a:endParaRPr lang="en-US"/>
          </a:p>
        </p:txBody>
      </p:sp>
      <p:sp>
        <p:nvSpPr>
          <p:cNvPr id="5" name="Title 1"/>
          <p:cNvSpPr txBox="1">
            <a:spLocks noGrp="1"/>
          </p:cNvSpPr>
          <p:nvPr>
            <p:ph type="title"/>
          </p:nvPr>
        </p:nvSpPr>
        <p:spPr>
          <a:xfrm>
            <a:off x="1498829" y="1174254"/>
            <a:ext cx="9892162" cy="1263865"/>
          </a:xfrm>
        </p:spPr>
        <p:txBody>
          <a:bodyPr anchorCtr="0"/>
          <a:lstStyle>
            <a:lvl1pPr algn="l">
              <a:defRPr sz="4400"/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6" name="Freeform 3"/>
          <p:cNvSpPr/>
          <p:nvPr/>
        </p:nvSpPr>
        <p:spPr>
          <a:xfrm>
            <a:off x="0" y="3550185"/>
            <a:ext cx="1519147" cy="2568092"/>
          </a:xfrm>
          <a:custGeom>
            <a:avLst/>
            <a:gdLst>
              <a:gd name="f0" fmla="val w"/>
              <a:gd name="f1" fmla="val h"/>
              <a:gd name="f2" fmla="val 0"/>
              <a:gd name="f3" fmla="val 1987550"/>
              <a:gd name="f4" fmla="val 3359912"/>
              <a:gd name="f5" fmla="*/ f0 1 1987550"/>
              <a:gd name="f6" fmla="*/ f1 1 3359912"/>
              <a:gd name="f7" fmla="+- f4 0 f2"/>
              <a:gd name="f8" fmla="+- f3 0 f2"/>
              <a:gd name="f9" fmla="*/ f8 1 1987550"/>
              <a:gd name="f10" fmla="*/ f7 1 3359912"/>
              <a:gd name="f11" fmla="*/ f2 1 f9"/>
              <a:gd name="f12" fmla="*/ f3 1 f9"/>
              <a:gd name="f13" fmla="*/ f2 1 f10"/>
              <a:gd name="f14" fmla="*/ f4 1 f10"/>
              <a:gd name="f15" fmla="*/ f11 f5 1"/>
              <a:gd name="f16" fmla="*/ f12 f5 1"/>
              <a:gd name="f17" fmla="*/ f14 f6 1"/>
              <a:gd name="f18" fmla="*/ f13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5" t="f18" r="f16" b="f17"/>
            <a:pathLst>
              <a:path w="1987550" h="3359912">
                <a:moveTo>
                  <a:pt x="f2" y="f4"/>
                </a:moveTo>
                <a:lnTo>
                  <a:pt x="f3" y="f4"/>
                </a:lnTo>
                <a:lnTo>
                  <a:pt x="f3" y="f2"/>
                </a:lnTo>
                <a:lnTo>
                  <a:pt x="f2" y="f2"/>
                </a:lnTo>
                <a:close/>
              </a:path>
            </a:pathLst>
          </a:custGeom>
          <a:solidFill>
            <a:srgbClr val="D5D900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11393890" y="992197"/>
            <a:ext cx="1610916" cy="5729273"/>
          </a:xfrm>
          <a:custGeom>
            <a:avLst/>
            <a:gdLst>
              <a:gd name="f0" fmla="val w"/>
              <a:gd name="f1" fmla="val h"/>
              <a:gd name="f2" fmla="val 0"/>
              <a:gd name="f3" fmla="val 1747520"/>
              <a:gd name="f4" fmla="val 6215126"/>
              <a:gd name="f5" fmla="val 1154938"/>
              <a:gd name="f6" fmla="val 2476881"/>
              <a:gd name="f7" fmla="val 1743202"/>
              <a:gd name="f8" fmla="val 1745869"/>
              <a:gd name="f9" fmla="val 6211570"/>
              <a:gd name="f10" fmla="*/ f0 1 1747520"/>
              <a:gd name="f11" fmla="*/ f1 1 6215126"/>
              <a:gd name="f12" fmla="+- f4 0 f2"/>
              <a:gd name="f13" fmla="+- f3 0 f2"/>
              <a:gd name="f14" fmla="*/ f13 1 1747520"/>
              <a:gd name="f15" fmla="*/ f12 1 6215126"/>
              <a:gd name="f16" fmla="*/ f2 1 f14"/>
              <a:gd name="f17" fmla="*/ f3 1 f14"/>
              <a:gd name="f18" fmla="*/ f2 1 f15"/>
              <a:gd name="f19" fmla="*/ f4 1 f15"/>
              <a:gd name="f20" fmla="*/ f16 f10 1"/>
              <a:gd name="f21" fmla="*/ f17 f10 1"/>
              <a:gd name="f22" fmla="*/ f19 f11 1"/>
              <a:gd name="f23" fmla="*/ f18 f1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20" t="f23" r="f21" b="f22"/>
            <a:pathLst>
              <a:path w="1747520" h="6215126">
                <a:moveTo>
                  <a:pt x="f5" y="f2"/>
                </a:moveTo>
                <a:lnTo>
                  <a:pt x="f2" y="f6"/>
                </a:lnTo>
                <a:lnTo>
                  <a:pt x="f7" y="f4"/>
                </a:lnTo>
                <a:lnTo>
                  <a:pt x="f8" y="f4"/>
                </a:lnTo>
                <a:lnTo>
                  <a:pt x="f3" y="f9"/>
                </a:lnTo>
                <a:lnTo>
                  <a:pt x="f3" y="f2"/>
                </a:lnTo>
                <a:close/>
              </a:path>
            </a:pathLst>
          </a:custGeom>
          <a:solidFill>
            <a:srgbClr val="EB5D1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Freeform 5"/>
          <p:cNvSpPr/>
          <p:nvPr/>
        </p:nvSpPr>
        <p:spPr>
          <a:xfrm>
            <a:off x="1402040" y="-20089"/>
            <a:ext cx="2052361" cy="1155362"/>
          </a:xfrm>
          <a:custGeom>
            <a:avLst/>
            <a:gdLst>
              <a:gd name="f0" fmla="val w"/>
              <a:gd name="f1" fmla="val h"/>
              <a:gd name="f2" fmla="val 0"/>
              <a:gd name="f3" fmla="val 2939796"/>
              <a:gd name="f4" fmla="val 1654937"/>
              <a:gd name="f5" fmla="val 11557"/>
              <a:gd name="f6" fmla="val 3937"/>
              <a:gd name="f7" fmla="val 60706"/>
              <a:gd name="f8" fmla="val 122428"/>
              <a:gd name="f9" fmla="val 185166"/>
              <a:gd name="f10" fmla="val 996823"/>
              <a:gd name="f11" fmla="val 658114"/>
              <a:gd name="f12" fmla="val 1469898"/>
              <a:gd name="f13" fmla="val 2281682"/>
              <a:gd name="f14" fmla="val 2935859"/>
              <a:gd name="f15" fmla="val 2928239"/>
              <a:gd name="f16" fmla="*/ f0 1 2939796"/>
              <a:gd name="f17" fmla="*/ f1 1 1654937"/>
              <a:gd name="f18" fmla="+- f4 0 f2"/>
              <a:gd name="f19" fmla="+- f3 0 f2"/>
              <a:gd name="f20" fmla="*/ f19 1 2939796"/>
              <a:gd name="f21" fmla="*/ f18 1 1654937"/>
              <a:gd name="f22" fmla="*/ f2 1 f20"/>
              <a:gd name="f23" fmla="*/ f3 1 f20"/>
              <a:gd name="f24" fmla="*/ f2 1 f21"/>
              <a:gd name="f25" fmla="*/ f4 1 f21"/>
              <a:gd name="f26" fmla="*/ f22 f16 1"/>
              <a:gd name="f27" fmla="*/ f23 f16 1"/>
              <a:gd name="f28" fmla="*/ f25 f17 1"/>
              <a:gd name="f29" fmla="*/ f24 f1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26" t="f29" r="f27" b="f28"/>
            <a:pathLst>
              <a:path w="2939796" h="1654937">
                <a:moveTo>
                  <a:pt x="f5" y="f2"/>
                </a:moveTo>
                <a:cubicBezTo>
                  <a:pt x="f6" y="f7"/>
                  <a:pt x="f2" y="f8"/>
                  <a:pt x="f2" y="f9"/>
                </a:cubicBezTo>
                <a:cubicBezTo>
                  <a:pt x="f2" y="f10"/>
                  <a:pt x="f11" y="f4"/>
                  <a:pt x="f12" y="f4"/>
                </a:cubicBezTo>
                <a:cubicBezTo>
                  <a:pt x="f13" y="f4"/>
                  <a:pt x="f3" y="f10"/>
                  <a:pt x="f3" y="f9"/>
                </a:cubicBezTo>
                <a:cubicBezTo>
                  <a:pt x="f3" y="f8"/>
                  <a:pt x="f14" y="f7"/>
                  <a:pt x="f15" y="f2"/>
                </a:cubicBezTo>
                <a:close/>
              </a:path>
            </a:pathLst>
          </a:cu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8824261" y="92775"/>
            <a:ext cx="2609825" cy="928801"/>
          </a:xfrm>
          <a:custGeom>
            <a:avLst/>
            <a:gdLst>
              <a:gd name="f0" fmla="val w"/>
              <a:gd name="f1" fmla="val h"/>
              <a:gd name="f2" fmla="val 0"/>
              <a:gd name="f3" fmla="val 1957370"/>
              <a:gd name="f4" fmla="val 696601"/>
              <a:gd name="f5" fmla="*/ f0 1 1957370"/>
              <a:gd name="f6" fmla="*/ f1 1 696601"/>
              <a:gd name="f7" fmla="+- f4 0 f2"/>
              <a:gd name="f8" fmla="+- f3 0 f2"/>
              <a:gd name="f9" fmla="*/ f8 1 1957370"/>
              <a:gd name="f10" fmla="*/ f7 1 696601"/>
              <a:gd name="f11" fmla="*/ f2 1 f9"/>
              <a:gd name="f12" fmla="*/ f3 1 f9"/>
              <a:gd name="f13" fmla="*/ f2 1 f10"/>
              <a:gd name="f14" fmla="*/ f4 1 f10"/>
              <a:gd name="f15" fmla="*/ f11 f5 1"/>
              <a:gd name="f16" fmla="*/ f12 f5 1"/>
              <a:gd name="f17" fmla="*/ f14 f6 1"/>
              <a:gd name="f18" fmla="*/ f13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5" t="f18" r="f16" b="f17"/>
            <a:pathLst>
              <a:path w="1957370" h="696601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2">
              <a:alphaModFix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3821377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contenid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 noGrp="1"/>
          </p:cNvSpPr>
          <p:nvPr>
            <p:ph idx="4294967295"/>
          </p:nvPr>
        </p:nvSpPr>
        <p:spPr>
          <a:xfrm>
            <a:off x="1519147" y="2590796"/>
            <a:ext cx="9892162" cy="353536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3" name="Footer Placeholder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Slide Number Placeholder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3B92045-1D22-4EF7-A162-FC19483E2BF9}" type="slidenum">
              <a:t>‹#›</a:t>
            </a:fld>
            <a:endParaRPr lang="en-US"/>
          </a:p>
        </p:txBody>
      </p:sp>
      <p:sp>
        <p:nvSpPr>
          <p:cNvPr id="5" name="Title 1"/>
          <p:cNvSpPr txBox="1">
            <a:spLocks noGrp="1"/>
          </p:cNvSpPr>
          <p:nvPr>
            <p:ph type="title"/>
          </p:nvPr>
        </p:nvSpPr>
        <p:spPr>
          <a:xfrm>
            <a:off x="1498829" y="1174254"/>
            <a:ext cx="9892162" cy="1263865"/>
          </a:xfrm>
        </p:spPr>
        <p:txBody>
          <a:bodyPr anchorCtr="0"/>
          <a:lstStyle>
            <a:lvl1pPr algn="l">
              <a:defRPr sz="4400"/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6" name="Freeform 3"/>
          <p:cNvSpPr/>
          <p:nvPr/>
        </p:nvSpPr>
        <p:spPr>
          <a:xfrm>
            <a:off x="-50804" y="2307058"/>
            <a:ext cx="1430286" cy="5008187"/>
          </a:xfrm>
          <a:custGeom>
            <a:avLst/>
            <a:gdLst>
              <a:gd name="f0" fmla="val w"/>
              <a:gd name="f1" fmla="val h"/>
              <a:gd name="f2" fmla="val 0"/>
              <a:gd name="f3" fmla="val 1659636"/>
              <a:gd name="f4" fmla="val 5811266"/>
              <a:gd name="f5" fmla="val 5748528"/>
              <a:gd name="f6" fmla="val 29210"/>
              <a:gd name="f7" fmla="val 2314956"/>
              <a:gd name="f8" fmla="val 580263"/>
              <a:gd name="f9" fmla="*/ f0 1 1659636"/>
              <a:gd name="f10" fmla="*/ f1 1 5811266"/>
              <a:gd name="f11" fmla="+- f4 0 f2"/>
              <a:gd name="f12" fmla="+- f3 0 f2"/>
              <a:gd name="f13" fmla="*/ f12 1 1659636"/>
              <a:gd name="f14" fmla="*/ f11 1 5811266"/>
              <a:gd name="f15" fmla="*/ f2 1 f13"/>
              <a:gd name="f16" fmla="*/ f3 1 f13"/>
              <a:gd name="f17" fmla="*/ f2 1 f14"/>
              <a:gd name="f18" fmla="*/ f4 1 f14"/>
              <a:gd name="f19" fmla="*/ f15 f9 1"/>
              <a:gd name="f20" fmla="*/ f16 f9 1"/>
              <a:gd name="f21" fmla="*/ f18 f10 1"/>
              <a:gd name="f22" fmla="*/ f17 f1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9" t="f22" r="f20" b="f21"/>
            <a:pathLst>
              <a:path w="1659636" h="5811266">
                <a:moveTo>
                  <a:pt x="f2" y="f2"/>
                </a:moveTo>
                <a:lnTo>
                  <a:pt x="f2" y="f5"/>
                </a:lnTo>
                <a:lnTo>
                  <a:pt x="f6" y="f4"/>
                </a:lnTo>
                <a:lnTo>
                  <a:pt x="f3" y="f7"/>
                </a:lnTo>
                <a:lnTo>
                  <a:pt x="f8" y="f2"/>
                </a:lnTo>
                <a:close/>
              </a:path>
            </a:pathLst>
          </a:custGeom>
          <a:solidFill>
            <a:srgbClr val="64257E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Freeform 4"/>
          <p:cNvSpPr/>
          <p:nvPr/>
        </p:nvSpPr>
        <p:spPr>
          <a:xfrm>
            <a:off x="1365473" y="197254"/>
            <a:ext cx="2249167" cy="800447"/>
          </a:xfrm>
          <a:custGeom>
            <a:avLst/>
            <a:gdLst>
              <a:gd name="f0" fmla="val w"/>
              <a:gd name="f1" fmla="val h"/>
              <a:gd name="f2" fmla="val 0"/>
              <a:gd name="f3" fmla="val 1957370"/>
              <a:gd name="f4" fmla="val 696601"/>
              <a:gd name="f5" fmla="*/ f0 1 1957370"/>
              <a:gd name="f6" fmla="*/ f1 1 696601"/>
              <a:gd name="f7" fmla="+- f4 0 f2"/>
              <a:gd name="f8" fmla="+- f3 0 f2"/>
              <a:gd name="f9" fmla="*/ f8 1 1957370"/>
              <a:gd name="f10" fmla="*/ f7 1 696601"/>
              <a:gd name="f11" fmla="*/ f2 1 f9"/>
              <a:gd name="f12" fmla="*/ f3 1 f9"/>
              <a:gd name="f13" fmla="*/ f2 1 f10"/>
              <a:gd name="f14" fmla="*/ f4 1 f10"/>
              <a:gd name="f15" fmla="*/ f11 f5 1"/>
              <a:gd name="f16" fmla="*/ f12 f5 1"/>
              <a:gd name="f17" fmla="*/ f14 f6 1"/>
              <a:gd name="f18" fmla="*/ f13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5" t="f18" r="f16" b="f17"/>
            <a:pathLst>
              <a:path w="1957370" h="696601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2">
              <a:alphaModFix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Freeform 6"/>
          <p:cNvSpPr/>
          <p:nvPr/>
        </p:nvSpPr>
        <p:spPr>
          <a:xfrm>
            <a:off x="8166067" y="5897706"/>
            <a:ext cx="2835179" cy="1417475"/>
          </a:xfrm>
          <a:custGeom>
            <a:avLst/>
            <a:gdLst>
              <a:gd name="f0" fmla="val w"/>
              <a:gd name="f1" fmla="val h"/>
              <a:gd name="f2" fmla="val 0"/>
              <a:gd name="f3" fmla="val 3289808"/>
              <a:gd name="f4" fmla="val 1644777"/>
              <a:gd name="f5" fmla="val 1644904"/>
              <a:gd name="f6" fmla="val 736473"/>
              <a:gd name="f7" fmla="val 736346"/>
              <a:gd name="f8" fmla="val 2553335"/>
              <a:gd name="f9" fmla="*/ f0 1 3289808"/>
              <a:gd name="f10" fmla="*/ f1 1 1644777"/>
              <a:gd name="f11" fmla="+- f4 0 f2"/>
              <a:gd name="f12" fmla="+- f3 0 f2"/>
              <a:gd name="f13" fmla="*/ f12 1 3289808"/>
              <a:gd name="f14" fmla="*/ f11 1 1644777"/>
              <a:gd name="f15" fmla="*/ f2 1 f13"/>
              <a:gd name="f16" fmla="*/ f3 1 f13"/>
              <a:gd name="f17" fmla="*/ f2 1 f14"/>
              <a:gd name="f18" fmla="*/ f4 1 f14"/>
              <a:gd name="f19" fmla="*/ f15 f9 1"/>
              <a:gd name="f20" fmla="*/ f16 f9 1"/>
              <a:gd name="f21" fmla="*/ f18 f10 1"/>
              <a:gd name="f22" fmla="*/ f17 f1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9" t="f22" r="f20" b="f21"/>
            <a:pathLst>
              <a:path w="3289808" h="1644777">
                <a:moveTo>
                  <a:pt x="f5" y="f2"/>
                </a:moveTo>
                <a:cubicBezTo>
                  <a:pt x="f6" y="f2"/>
                  <a:pt x="f2" y="f7"/>
                  <a:pt x="f2" y="f4"/>
                </a:cubicBezTo>
                <a:lnTo>
                  <a:pt x="f3" y="f4"/>
                </a:lnTo>
                <a:cubicBezTo>
                  <a:pt x="f3" y="f7"/>
                  <a:pt x="f8" y="f2"/>
                  <a:pt x="f5" y="f2"/>
                </a:cubicBezTo>
                <a:close/>
              </a:path>
            </a:pathLst>
          </a:cu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10874995" y="0"/>
            <a:ext cx="2129774" cy="4567766"/>
          </a:xfrm>
          <a:custGeom>
            <a:avLst/>
            <a:gdLst>
              <a:gd name="f0" fmla="val w"/>
              <a:gd name="f1" fmla="val h"/>
              <a:gd name="f2" fmla="val 0"/>
              <a:gd name="f3" fmla="val 2471293"/>
              <a:gd name="f4" fmla="val 5300218"/>
              <a:gd name="f5" fmla="*/ f0 1 2471293"/>
              <a:gd name="f6" fmla="*/ f1 1 5300218"/>
              <a:gd name="f7" fmla="+- f4 0 f2"/>
              <a:gd name="f8" fmla="+- f3 0 f2"/>
              <a:gd name="f9" fmla="*/ f8 1 2471293"/>
              <a:gd name="f10" fmla="*/ f7 1 5300218"/>
              <a:gd name="f11" fmla="*/ f2 1 f9"/>
              <a:gd name="f12" fmla="*/ f3 1 f9"/>
              <a:gd name="f13" fmla="*/ f2 1 f10"/>
              <a:gd name="f14" fmla="*/ f4 1 f10"/>
              <a:gd name="f15" fmla="*/ f11 f5 1"/>
              <a:gd name="f16" fmla="*/ f12 f5 1"/>
              <a:gd name="f17" fmla="*/ f14 f6 1"/>
              <a:gd name="f18" fmla="*/ f13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5" t="f18" r="f16" b="f17"/>
            <a:pathLst>
              <a:path w="2471293" h="5300218">
                <a:moveTo>
                  <a:pt x="f2" y="f2"/>
                </a:moveTo>
                <a:lnTo>
                  <a:pt x="f3" y="f4"/>
                </a:lnTo>
                <a:lnTo>
                  <a:pt x="f3" y="f2"/>
                </a:lnTo>
                <a:close/>
              </a:path>
            </a:pathLst>
          </a:custGeom>
          <a:solidFill>
            <a:srgbClr val="52AE3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9070048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s columnas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615628" y="1241252"/>
            <a:ext cx="10972800" cy="1143000"/>
          </a:xfrm>
        </p:spPr>
        <p:txBody>
          <a:bodyPr anchorCtr="0"/>
          <a:lstStyle>
            <a:lvl1pPr algn="l">
              <a:defRPr sz="5400">
                <a:latin typeface="PT Sans" pitchFamily="34"/>
              </a:defRPr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Footer Placeholder 3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Freeform 3"/>
          <p:cNvSpPr/>
          <p:nvPr/>
        </p:nvSpPr>
        <p:spPr>
          <a:xfrm>
            <a:off x="2542" y="2194569"/>
            <a:ext cx="2403600" cy="5155186"/>
          </a:xfrm>
          <a:custGeom>
            <a:avLst/>
            <a:gdLst>
              <a:gd name="f0" fmla="val w"/>
              <a:gd name="f1" fmla="val h"/>
              <a:gd name="f2" fmla="val 0"/>
              <a:gd name="f3" fmla="val 2403602"/>
              <a:gd name="f4" fmla="val 5155184"/>
              <a:gd name="f5" fmla="*/ f0 1 2403602"/>
              <a:gd name="f6" fmla="*/ f1 1 5155184"/>
              <a:gd name="f7" fmla="+- f4 0 f2"/>
              <a:gd name="f8" fmla="+- f3 0 f2"/>
              <a:gd name="f9" fmla="*/ f8 1 2403602"/>
              <a:gd name="f10" fmla="*/ f7 1 5155184"/>
              <a:gd name="f11" fmla="*/ f2 1 f9"/>
              <a:gd name="f12" fmla="*/ f3 1 f9"/>
              <a:gd name="f13" fmla="*/ f2 1 f10"/>
              <a:gd name="f14" fmla="*/ f4 1 f10"/>
              <a:gd name="f15" fmla="*/ f11 f5 1"/>
              <a:gd name="f16" fmla="*/ f12 f5 1"/>
              <a:gd name="f17" fmla="*/ f14 f6 1"/>
              <a:gd name="f18" fmla="*/ f13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5" t="f18" r="f16" b="f17"/>
            <a:pathLst>
              <a:path w="2403602" h="5155184">
                <a:moveTo>
                  <a:pt x="f2" y="f4"/>
                </a:moveTo>
                <a:lnTo>
                  <a:pt x="f3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BC0A80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Freeform 4"/>
          <p:cNvSpPr/>
          <p:nvPr/>
        </p:nvSpPr>
        <p:spPr>
          <a:xfrm>
            <a:off x="482602" y="283134"/>
            <a:ext cx="2609825" cy="928801"/>
          </a:xfrm>
          <a:custGeom>
            <a:avLst/>
            <a:gdLst>
              <a:gd name="f0" fmla="val w"/>
              <a:gd name="f1" fmla="val h"/>
              <a:gd name="f2" fmla="val 0"/>
              <a:gd name="f3" fmla="val 1957370"/>
              <a:gd name="f4" fmla="val 696601"/>
              <a:gd name="f5" fmla="*/ f0 1 1957370"/>
              <a:gd name="f6" fmla="*/ f1 1 696601"/>
              <a:gd name="f7" fmla="+- f4 0 f2"/>
              <a:gd name="f8" fmla="+- f3 0 f2"/>
              <a:gd name="f9" fmla="*/ f8 1 1957370"/>
              <a:gd name="f10" fmla="*/ f7 1 696601"/>
              <a:gd name="f11" fmla="*/ f2 1 f9"/>
              <a:gd name="f12" fmla="*/ f3 1 f9"/>
              <a:gd name="f13" fmla="*/ f2 1 f10"/>
              <a:gd name="f14" fmla="*/ f4 1 f10"/>
              <a:gd name="f15" fmla="*/ f11 f5 1"/>
              <a:gd name="f16" fmla="*/ f12 f5 1"/>
              <a:gd name="f17" fmla="*/ f14 f6 1"/>
              <a:gd name="f18" fmla="*/ f13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5" t="f18" r="f16" b="f17"/>
            <a:pathLst>
              <a:path w="1957370" h="696601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2">
              <a:alphaModFix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Freeform 8"/>
          <p:cNvSpPr/>
          <p:nvPr/>
        </p:nvSpPr>
        <p:spPr>
          <a:xfrm>
            <a:off x="8653296" y="0"/>
            <a:ext cx="2438421" cy="1186699"/>
          </a:xfrm>
          <a:custGeom>
            <a:avLst/>
            <a:gdLst>
              <a:gd name="f0" fmla="val w"/>
              <a:gd name="f1" fmla="val h"/>
              <a:gd name="f2" fmla="val 0"/>
              <a:gd name="f3" fmla="val 2880995"/>
              <a:gd name="f4" fmla="val 1402080"/>
              <a:gd name="f5" fmla="val 774446"/>
              <a:gd name="f6" fmla="val 644906"/>
              <a:gd name="f7" fmla="val 1440434"/>
              <a:gd name="f8" fmla="val 2235962"/>
              <a:gd name="f9" fmla="*/ f0 1 2880995"/>
              <a:gd name="f10" fmla="*/ f1 1 1402080"/>
              <a:gd name="f11" fmla="+- f4 0 f2"/>
              <a:gd name="f12" fmla="+- f3 0 f2"/>
              <a:gd name="f13" fmla="*/ f12 1 2880995"/>
              <a:gd name="f14" fmla="*/ f11 1 1402080"/>
              <a:gd name="f15" fmla="*/ f2 1 f13"/>
              <a:gd name="f16" fmla="*/ f3 1 f13"/>
              <a:gd name="f17" fmla="*/ f2 1 f14"/>
              <a:gd name="f18" fmla="*/ f4 1 f14"/>
              <a:gd name="f19" fmla="*/ f15 f9 1"/>
              <a:gd name="f20" fmla="*/ f16 f9 1"/>
              <a:gd name="f21" fmla="*/ f18 f10 1"/>
              <a:gd name="f22" fmla="*/ f17 f1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9" t="f22" r="f20" b="f21"/>
            <a:pathLst>
              <a:path w="2880995" h="1402080">
                <a:moveTo>
                  <a:pt x="f2" y="f2"/>
                </a:moveTo>
                <a:cubicBezTo>
                  <a:pt x="f2" y="f5"/>
                  <a:pt x="f6" y="f4"/>
                  <a:pt x="f7" y="f4"/>
                </a:cubicBezTo>
                <a:cubicBezTo>
                  <a:pt x="f8" y="f4"/>
                  <a:pt x="f3" y="f5"/>
                  <a:pt x="f3" y="f2"/>
                </a:cubicBezTo>
                <a:close/>
              </a:path>
            </a:pathLst>
          </a:cu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8653296" y="5911989"/>
            <a:ext cx="3276633" cy="1402058"/>
          </a:xfrm>
          <a:custGeom>
            <a:avLst/>
            <a:gdLst>
              <a:gd name="f0" fmla="val w"/>
              <a:gd name="f1" fmla="val h"/>
              <a:gd name="f2" fmla="val 0"/>
              <a:gd name="f3" fmla="val 3623056"/>
              <a:gd name="f4" fmla="val 1550289"/>
              <a:gd name="f5" fmla="*/ f0 1 3623056"/>
              <a:gd name="f6" fmla="*/ f1 1 1550289"/>
              <a:gd name="f7" fmla="+- f4 0 f2"/>
              <a:gd name="f8" fmla="+- f3 0 f2"/>
              <a:gd name="f9" fmla="*/ f8 1 3623056"/>
              <a:gd name="f10" fmla="*/ f7 1 1550289"/>
              <a:gd name="f11" fmla="*/ f2 1 f9"/>
              <a:gd name="f12" fmla="*/ f3 1 f9"/>
              <a:gd name="f13" fmla="*/ f2 1 f10"/>
              <a:gd name="f14" fmla="*/ f4 1 f10"/>
              <a:gd name="f15" fmla="*/ f11 f5 1"/>
              <a:gd name="f16" fmla="*/ f12 f5 1"/>
              <a:gd name="f17" fmla="*/ f14 f6 1"/>
              <a:gd name="f18" fmla="*/ f13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5" t="f18" r="f16" b="f17"/>
            <a:pathLst>
              <a:path w="3623056" h="1550289">
                <a:moveTo>
                  <a:pt x="f2" y="f4"/>
                </a:moveTo>
                <a:lnTo>
                  <a:pt x="f3" y="f4"/>
                </a:lnTo>
                <a:lnTo>
                  <a:pt x="f3" y="f2"/>
                </a:lnTo>
                <a:lnTo>
                  <a:pt x="f2" y="f2"/>
                </a:lnTo>
                <a:close/>
              </a:path>
            </a:pathLst>
          </a:custGeom>
          <a:solidFill>
            <a:srgbClr val="D5D900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Content Placeholder 2"/>
          <p:cNvSpPr txBox="1">
            <a:spLocks noGrp="1"/>
          </p:cNvSpPr>
          <p:nvPr>
            <p:ph idx="4294967295"/>
          </p:nvPr>
        </p:nvSpPr>
        <p:spPr>
          <a:xfrm>
            <a:off x="1777995" y="2743200"/>
            <a:ext cx="4876796" cy="3382959"/>
          </a:xfrm>
        </p:spPr>
        <p:txBody>
          <a:bodyPr/>
          <a:lstStyle>
            <a:lvl1pPr marL="0" indent="0">
              <a:spcBef>
                <a:spcPts val="700"/>
              </a:spcBef>
              <a:buNone/>
              <a:defRPr lang="en-US" sz="2800" b="1">
                <a:solidFill>
                  <a:srgbClr val="31996E"/>
                </a:solidFill>
              </a:defRPr>
            </a:lvl1pPr>
            <a:lvl2pPr marL="14292" indent="0">
              <a:spcBef>
                <a:spcPts val="600"/>
              </a:spcBef>
              <a:buNone/>
              <a:defRPr lang="en-US" sz="2400" b="1"/>
            </a:lvl2pPr>
            <a:lvl3pPr marL="46040" indent="0">
              <a:spcBef>
                <a:spcPts val="500"/>
              </a:spcBef>
              <a:buNone/>
              <a:defRPr lang="en-US" sz="2000"/>
            </a:lvl3pPr>
          </a:lstStyle>
          <a:p>
            <a:pPr lvl="0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2"/>
            <a:r>
              <a:rPr lang="en-US"/>
              <a:t>Fourth level</a:t>
            </a:r>
          </a:p>
        </p:txBody>
      </p:sp>
      <p:sp>
        <p:nvSpPr>
          <p:cNvPr id="9" name="Content Placeholder 2"/>
          <p:cNvSpPr txBox="1">
            <a:spLocks noGrp="1"/>
          </p:cNvSpPr>
          <p:nvPr>
            <p:ph idx="4294967295"/>
          </p:nvPr>
        </p:nvSpPr>
        <p:spPr>
          <a:xfrm>
            <a:off x="6735945" y="2745824"/>
            <a:ext cx="4876796" cy="3382959"/>
          </a:xfrm>
        </p:spPr>
        <p:txBody>
          <a:bodyPr/>
          <a:lstStyle>
            <a:lvl1pPr marL="0" indent="0">
              <a:spcBef>
                <a:spcPts val="700"/>
              </a:spcBef>
              <a:buNone/>
              <a:defRPr lang="en-US" sz="2800" b="1">
                <a:solidFill>
                  <a:srgbClr val="DD5B2C"/>
                </a:solidFill>
              </a:defRPr>
            </a:lvl1pPr>
            <a:lvl2pPr marL="14292" indent="0">
              <a:spcBef>
                <a:spcPts val="600"/>
              </a:spcBef>
              <a:buNone/>
              <a:defRPr lang="en-US" sz="2400" b="1"/>
            </a:lvl2pPr>
            <a:lvl3pPr marL="46040" indent="0">
              <a:spcBef>
                <a:spcPts val="500"/>
              </a:spcBef>
              <a:buNone/>
              <a:defRPr lang="en-US" sz="2000"/>
            </a:lvl3pPr>
          </a:lstStyle>
          <a:p>
            <a:pPr lvl="0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2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4994863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es columnas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615628" y="1241252"/>
            <a:ext cx="10972800" cy="1143000"/>
          </a:xfrm>
        </p:spPr>
        <p:txBody>
          <a:bodyPr anchorCtr="0"/>
          <a:lstStyle>
            <a:lvl1pPr algn="l">
              <a:defRPr sz="5400">
                <a:latin typeface="PT Sans" pitchFamily="34"/>
              </a:defRPr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Footer Placeholder 3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Freeform 3"/>
          <p:cNvSpPr/>
          <p:nvPr/>
        </p:nvSpPr>
        <p:spPr>
          <a:xfrm>
            <a:off x="2542" y="2194569"/>
            <a:ext cx="2403600" cy="5155186"/>
          </a:xfrm>
          <a:custGeom>
            <a:avLst/>
            <a:gdLst>
              <a:gd name="f0" fmla="val w"/>
              <a:gd name="f1" fmla="val h"/>
              <a:gd name="f2" fmla="val 0"/>
              <a:gd name="f3" fmla="val 2403602"/>
              <a:gd name="f4" fmla="val 5155184"/>
              <a:gd name="f5" fmla="*/ f0 1 2403602"/>
              <a:gd name="f6" fmla="*/ f1 1 5155184"/>
              <a:gd name="f7" fmla="+- f4 0 f2"/>
              <a:gd name="f8" fmla="+- f3 0 f2"/>
              <a:gd name="f9" fmla="*/ f8 1 2403602"/>
              <a:gd name="f10" fmla="*/ f7 1 5155184"/>
              <a:gd name="f11" fmla="*/ f2 1 f9"/>
              <a:gd name="f12" fmla="*/ f3 1 f9"/>
              <a:gd name="f13" fmla="*/ f2 1 f10"/>
              <a:gd name="f14" fmla="*/ f4 1 f10"/>
              <a:gd name="f15" fmla="*/ f11 f5 1"/>
              <a:gd name="f16" fmla="*/ f12 f5 1"/>
              <a:gd name="f17" fmla="*/ f14 f6 1"/>
              <a:gd name="f18" fmla="*/ f13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5" t="f18" r="f16" b="f17"/>
            <a:pathLst>
              <a:path w="2403602" h="5155184">
                <a:moveTo>
                  <a:pt x="f2" y="f4"/>
                </a:moveTo>
                <a:lnTo>
                  <a:pt x="f3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BC0A80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Freeform 4"/>
          <p:cNvSpPr/>
          <p:nvPr/>
        </p:nvSpPr>
        <p:spPr>
          <a:xfrm>
            <a:off x="482602" y="283134"/>
            <a:ext cx="2609825" cy="928801"/>
          </a:xfrm>
          <a:custGeom>
            <a:avLst/>
            <a:gdLst>
              <a:gd name="f0" fmla="val w"/>
              <a:gd name="f1" fmla="val h"/>
              <a:gd name="f2" fmla="val 0"/>
              <a:gd name="f3" fmla="val 1957370"/>
              <a:gd name="f4" fmla="val 696601"/>
              <a:gd name="f5" fmla="*/ f0 1 1957370"/>
              <a:gd name="f6" fmla="*/ f1 1 696601"/>
              <a:gd name="f7" fmla="+- f4 0 f2"/>
              <a:gd name="f8" fmla="+- f3 0 f2"/>
              <a:gd name="f9" fmla="*/ f8 1 1957370"/>
              <a:gd name="f10" fmla="*/ f7 1 696601"/>
              <a:gd name="f11" fmla="*/ f2 1 f9"/>
              <a:gd name="f12" fmla="*/ f3 1 f9"/>
              <a:gd name="f13" fmla="*/ f2 1 f10"/>
              <a:gd name="f14" fmla="*/ f4 1 f10"/>
              <a:gd name="f15" fmla="*/ f11 f5 1"/>
              <a:gd name="f16" fmla="*/ f12 f5 1"/>
              <a:gd name="f17" fmla="*/ f14 f6 1"/>
              <a:gd name="f18" fmla="*/ f13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5" t="f18" r="f16" b="f17"/>
            <a:pathLst>
              <a:path w="1957370" h="696601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2">
              <a:alphaModFix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Freeform 8"/>
          <p:cNvSpPr/>
          <p:nvPr/>
        </p:nvSpPr>
        <p:spPr>
          <a:xfrm>
            <a:off x="8653296" y="0"/>
            <a:ext cx="2438421" cy="1186699"/>
          </a:xfrm>
          <a:custGeom>
            <a:avLst/>
            <a:gdLst>
              <a:gd name="f0" fmla="val w"/>
              <a:gd name="f1" fmla="val h"/>
              <a:gd name="f2" fmla="val 0"/>
              <a:gd name="f3" fmla="val 2880995"/>
              <a:gd name="f4" fmla="val 1402080"/>
              <a:gd name="f5" fmla="val 774446"/>
              <a:gd name="f6" fmla="val 644906"/>
              <a:gd name="f7" fmla="val 1440434"/>
              <a:gd name="f8" fmla="val 2235962"/>
              <a:gd name="f9" fmla="*/ f0 1 2880995"/>
              <a:gd name="f10" fmla="*/ f1 1 1402080"/>
              <a:gd name="f11" fmla="+- f4 0 f2"/>
              <a:gd name="f12" fmla="+- f3 0 f2"/>
              <a:gd name="f13" fmla="*/ f12 1 2880995"/>
              <a:gd name="f14" fmla="*/ f11 1 1402080"/>
              <a:gd name="f15" fmla="*/ f2 1 f13"/>
              <a:gd name="f16" fmla="*/ f3 1 f13"/>
              <a:gd name="f17" fmla="*/ f2 1 f14"/>
              <a:gd name="f18" fmla="*/ f4 1 f14"/>
              <a:gd name="f19" fmla="*/ f15 f9 1"/>
              <a:gd name="f20" fmla="*/ f16 f9 1"/>
              <a:gd name="f21" fmla="*/ f18 f10 1"/>
              <a:gd name="f22" fmla="*/ f17 f1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9" t="f22" r="f20" b="f21"/>
            <a:pathLst>
              <a:path w="2880995" h="1402080">
                <a:moveTo>
                  <a:pt x="f2" y="f2"/>
                </a:moveTo>
                <a:cubicBezTo>
                  <a:pt x="f2" y="f5"/>
                  <a:pt x="f6" y="f4"/>
                  <a:pt x="f7" y="f4"/>
                </a:cubicBezTo>
                <a:cubicBezTo>
                  <a:pt x="f8" y="f4"/>
                  <a:pt x="f3" y="f5"/>
                  <a:pt x="f3" y="f2"/>
                </a:cubicBezTo>
                <a:close/>
              </a:path>
            </a:pathLst>
          </a:cu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Freeform 6"/>
          <p:cNvSpPr/>
          <p:nvPr/>
        </p:nvSpPr>
        <p:spPr>
          <a:xfrm>
            <a:off x="8653296" y="5911989"/>
            <a:ext cx="3276633" cy="1402058"/>
          </a:xfrm>
          <a:custGeom>
            <a:avLst/>
            <a:gdLst>
              <a:gd name="f0" fmla="val w"/>
              <a:gd name="f1" fmla="val h"/>
              <a:gd name="f2" fmla="val 0"/>
              <a:gd name="f3" fmla="val 3623056"/>
              <a:gd name="f4" fmla="val 1550289"/>
              <a:gd name="f5" fmla="*/ f0 1 3623056"/>
              <a:gd name="f6" fmla="*/ f1 1 1550289"/>
              <a:gd name="f7" fmla="+- f4 0 f2"/>
              <a:gd name="f8" fmla="+- f3 0 f2"/>
              <a:gd name="f9" fmla="*/ f8 1 3623056"/>
              <a:gd name="f10" fmla="*/ f7 1 1550289"/>
              <a:gd name="f11" fmla="*/ f2 1 f9"/>
              <a:gd name="f12" fmla="*/ f3 1 f9"/>
              <a:gd name="f13" fmla="*/ f2 1 f10"/>
              <a:gd name="f14" fmla="*/ f4 1 f10"/>
              <a:gd name="f15" fmla="*/ f11 f5 1"/>
              <a:gd name="f16" fmla="*/ f12 f5 1"/>
              <a:gd name="f17" fmla="*/ f14 f6 1"/>
              <a:gd name="f18" fmla="*/ f13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5" t="f18" r="f16" b="f17"/>
            <a:pathLst>
              <a:path w="3623056" h="1550289">
                <a:moveTo>
                  <a:pt x="f2" y="f4"/>
                </a:moveTo>
                <a:lnTo>
                  <a:pt x="f3" y="f4"/>
                </a:lnTo>
                <a:lnTo>
                  <a:pt x="f3" y="f2"/>
                </a:lnTo>
                <a:lnTo>
                  <a:pt x="f2" y="f2"/>
                </a:lnTo>
                <a:close/>
              </a:path>
            </a:pathLst>
          </a:custGeom>
          <a:solidFill>
            <a:srgbClr val="D5D900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Content Placeholder 2"/>
          <p:cNvSpPr txBox="1">
            <a:spLocks noGrp="1"/>
          </p:cNvSpPr>
          <p:nvPr>
            <p:ph idx="4294967295"/>
          </p:nvPr>
        </p:nvSpPr>
        <p:spPr>
          <a:xfrm>
            <a:off x="1777995" y="2743200"/>
            <a:ext cx="3124203" cy="3382959"/>
          </a:xfrm>
        </p:spPr>
        <p:txBody>
          <a:bodyPr/>
          <a:lstStyle>
            <a:lvl1pPr marL="0" indent="0">
              <a:spcBef>
                <a:spcPts val="700"/>
              </a:spcBef>
              <a:buNone/>
              <a:defRPr lang="en-US" sz="2800" b="1">
                <a:solidFill>
                  <a:srgbClr val="31996E"/>
                </a:solidFill>
              </a:defRPr>
            </a:lvl1pPr>
            <a:lvl2pPr marL="14292" indent="0">
              <a:spcBef>
                <a:spcPts val="600"/>
              </a:spcBef>
              <a:buNone/>
              <a:defRPr lang="en-US" sz="2400" b="1"/>
            </a:lvl2pPr>
            <a:lvl3pPr marL="46040" indent="0">
              <a:spcBef>
                <a:spcPts val="500"/>
              </a:spcBef>
              <a:buNone/>
              <a:defRPr lang="en-US" sz="2000"/>
            </a:lvl3pPr>
          </a:lstStyle>
          <a:p>
            <a:pPr lvl="0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2"/>
            <a:r>
              <a:rPr lang="en-US"/>
              <a:t>Fourth level</a:t>
            </a:r>
          </a:p>
        </p:txBody>
      </p:sp>
      <p:sp>
        <p:nvSpPr>
          <p:cNvPr id="9" name="Content Placeholder 2"/>
          <p:cNvSpPr txBox="1">
            <a:spLocks noGrp="1"/>
          </p:cNvSpPr>
          <p:nvPr>
            <p:ph idx="4294967295"/>
          </p:nvPr>
        </p:nvSpPr>
        <p:spPr>
          <a:xfrm>
            <a:off x="5008415" y="2745824"/>
            <a:ext cx="3124203" cy="3382959"/>
          </a:xfrm>
        </p:spPr>
        <p:txBody>
          <a:bodyPr/>
          <a:lstStyle>
            <a:lvl1pPr marL="0" indent="0">
              <a:spcBef>
                <a:spcPts val="700"/>
              </a:spcBef>
              <a:buNone/>
              <a:defRPr lang="en-US" sz="2800" b="1">
                <a:solidFill>
                  <a:srgbClr val="DD5B2C"/>
                </a:solidFill>
              </a:defRPr>
            </a:lvl1pPr>
            <a:lvl2pPr marL="14292" indent="0">
              <a:spcBef>
                <a:spcPts val="600"/>
              </a:spcBef>
              <a:buNone/>
              <a:defRPr lang="en-US" sz="2400" b="1"/>
            </a:lvl2pPr>
            <a:lvl3pPr marL="46040" indent="0">
              <a:spcBef>
                <a:spcPts val="500"/>
              </a:spcBef>
              <a:buNone/>
              <a:defRPr lang="en-US" sz="2000"/>
            </a:lvl3pPr>
          </a:lstStyle>
          <a:p>
            <a:pPr lvl="0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2"/>
            <a:r>
              <a:rPr lang="en-US"/>
              <a:t>Fourth level</a:t>
            </a:r>
          </a:p>
        </p:txBody>
      </p:sp>
      <p:sp>
        <p:nvSpPr>
          <p:cNvPr id="10" name="Content Placeholder 2"/>
          <p:cNvSpPr txBox="1">
            <a:spLocks noGrp="1"/>
          </p:cNvSpPr>
          <p:nvPr>
            <p:ph idx="4294967295"/>
          </p:nvPr>
        </p:nvSpPr>
        <p:spPr>
          <a:xfrm>
            <a:off x="8238835" y="2744928"/>
            <a:ext cx="3124203" cy="3382959"/>
          </a:xfrm>
        </p:spPr>
        <p:txBody>
          <a:bodyPr/>
          <a:lstStyle>
            <a:lvl1pPr marL="0" indent="0">
              <a:spcBef>
                <a:spcPts val="700"/>
              </a:spcBef>
              <a:buNone/>
              <a:defRPr lang="en-US" sz="2800" b="1">
                <a:solidFill>
                  <a:srgbClr val="397FB7"/>
                </a:solidFill>
              </a:defRPr>
            </a:lvl1pPr>
            <a:lvl2pPr marL="14292" indent="0">
              <a:spcBef>
                <a:spcPts val="600"/>
              </a:spcBef>
              <a:buNone/>
              <a:defRPr lang="en-US" sz="2400" b="1"/>
            </a:lvl2pPr>
            <a:lvl3pPr marL="46040" indent="0">
              <a:spcBef>
                <a:spcPts val="500"/>
              </a:spcBef>
              <a:buNone/>
              <a:defRPr lang="en-US" sz="2000"/>
            </a:lvl3pPr>
          </a:lstStyle>
          <a:p>
            <a:pPr lvl="0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2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7367452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s colum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2542" y="2194569"/>
            <a:ext cx="2403600" cy="5155186"/>
          </a:xfrm>
          <a:custGeom>
            <a:avLst/>
            <a:gdLst>
              <a:gd name="f0" fmla="val w"/>
              <a:gd name="f1" fmla="val h"/>
              <a:gd name="f2" fmla="val 0"/>
              <a:gd name="f3" fmla="val 2403602"/>
              <a:gd name="f4" fmla="val 5155184"/>
              <a:gd name="f5" fmla="*/ f0 1 2403602"/>
              <a:gd name="f6" fmla="*/ f1 1 5155184"/>
              <a:gd name="f7" fmla="+- f4 0 f2"/>
              <a:gd name="f8" fmla="+- f3 0 f2"/>
              <a:gd name="f9" fmla="*/ f8 1 2403602"/>
              <a:gd name="f10" fmla="*/ f7 1 5155184"/>
              <a:gd name="f11" fmla="*/ f2 1 f9"/>
              <a:gd name="f12" fmla="*/ f3 1 f9"/>
              <a:gd name="f13" fmla="*/ f2 1 f10"/>
              <a:gd name="f14" fmla="*/ f4 1 f10"/>
              <a:gd name="f15" fmla="*/ f11 f5 1"/>
              <a:gd name="f16" fmla="*/ f12 f5 1"/>
              <a:gd name="f17" fmla="*/ f14 f6 1"/>
              <a:gd name="f18" fmla="*/ f13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5" t="f18" r="f16" b="f17"/>
            <a:pathLst>
              <a:path w="2403602" h="5155184">
                <a:moveTo>
                  <a:pt x="f2" y="f4"/>
                </a:moveTo>
                <a:lnTo>
                  <a:pt x="f3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BC0A80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482602" y="283134"/>
            <a:ext cx="2609825" cy="928801"/>
          </a:xfrm>
          <a:custGeom>
            <a:avLst/>
            <a:gdLst>
              <a:gd name="f0" fmla="val w"/>
              <a:gd name="f1" fmla="val h"/>
              <a:gd name="f2" fmla="val 0"/>
              <a:gd name="f3" fmla="val 1957370"/>
              <a:gd name="f4" fmla="val 696601"/>
              <a:gd name="f5" fmla="*/ f0 1 1957370"/>
              <a:gd name="f6" fmla="*/ f1 1 696601"/>
              <a:gd name="f7" fmla="+- f4 0 f2"/>
              <a:gd name="f8" fmla="+- f3 0 f2"/>
              <a:gd name="f9" fmla="*/ f8 1 1957370"/>
              <a:gd name="f10" fmla="*/ f7 1 696601"/>
              <a:gd name="f11" fmla="*/ f2 1 f9"/>
              <a:gd name="f12" fmla="*/ f3 1 f9"/>
              <a:gd name="f13" fmla="*/ f2 1 f10"/>
              <a:gd name="f14" fmla="*/ f4 1 f10"/>
              <a:gd name="f15" fmla="*/ f11 f5 1"/>
              <a:gd name="f16" fmla="*/ f12 f5 1"/>
              <a:gd name="f17" fmla="*/ f14 f6 1"/>
              <a:gd name="f18" fmla="*/ f13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5" t="f18" r="f16" b="f17"/>
            <a:pathLst>
              <a:path w="1957370" h="696601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2">
              <a:alphaModFix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Freeform 8"/>
          <p:cNvSpPr/>
          <p:nvPr/>
        </p:nvSpPr>
        <p:spPr>
          <a:xfrm>
            <a:off x="8653296" y="0"/>
            <a:ext cx="2438421" cy="1186699"/>
          </a:xfrm>
          <a:custGeom>
            <a:avLst/>
            <a:gdLst>
              <a:gd name="f0" fmla="val w"/>
              <a:gd name="f1" fmla="val h"/>
              <a:gd name="f2" fmla="val 0"/>
              <a:gd name="f3" fmla="val 2880995"/>
              <a:gd name="f4" fmla="val 1402080"/>
              <a:gd name="f5" fmla="val 774446"/>
              <a:gd name="f6" fmla="val 644906"/>
              <a:gd name="f7" fmla="val 1440434"/>
              <a:gd name="f8" fmla="val 2235962"/>
              <a:gd name="f9" fmla="*/ f0 1 2880995"/>
              <a:gd name="f10" fmla="*/ f1 1 1402080"/>
              <a:gd name="f11" fmla="+- f4 0 f2"/>
              <a:gd name="f12" fmla="+- f3 0 f2"/>
              <a:gd name="f13" fmla="*/ f12 1 2880995"/>
              <a:gd name="f14" fmla="*/ f11 1 1402080"/>
              <a:gd name="f15" fmla="*/ f2 1 f13"/>
              <a:gd name="f16" fmla="*/ f3 1 f13"/>
              <a:gd name="f17" fmla="*/ f2 1 f14"/>
              <a:gd name="f18" fmla="*/ f4 1 f14"/>
              <a:gd name="f19" fmla="*/ f15 f9 1"/>
              <a:gd name="f20" fmla="*/ f16 f9 1"/>
              <a:gd name="f21" fmla="*/ f18 f10 1"/>
              <a:gd name="f22" fmla="*/ f17 f1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9" t="f22" r="f20" b="f21"/>
            <a:pathLst>
              <a:path w="2880995" h="1402080">
                <a:moveTo>
                  <a:pt x="f2" y="f2"/>
                </a:moveTo>
                <a:cubicBezTo>
                  <a:pt x="f2" y="f5"/>
                  <a:pt x="f6" y="f4"/>
                  <a:pt x="f7" y="f4"/>
                </a:cubicBezTo>
                <a:cubicBezTo>
                  <a:pt x="f8" y="f4"/>
                  <a:pt x="f3" y="f5"/>
                  <a:pt x="f3" y="f2"/>
                </a:cubicBezTo>
                <a:close/>
              </a:path>
            </a:pathLst>
          </a:cu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8653296" y="5911989"/>
            <a:ext cx="3276633" cy="1402058"/>
          </a:xfrm>
          <a:custGeom>
            <a:avLst/>
            <a:gdLst>
              <a:gd name="f0" fmla="val w"/>
              <a:gd name="f1" fmla="val h"/>
              <a:gd name="f2" fmla="val 0"/>
              <a:gd name="f3" fmla="val 3623056"/>
              <a:gd name="f4" fmla="val 1550289"/>
              <a:gd name="f5" fmla="*/ f0 1 3623056"/>
              <a:gd name="f6" fmla="*/ f1 1 1550289"/>
              <a:gd name="f7" fmla="+- f4 0 f2"/>
              <a:gd name="f8" fmla="+- f3 0 f2"/>
              <a:gd name="f9" fmla="*/ f8 1 3623056"/>
              <a:gd name="f10" fmla="*/ f7 1 1550289"/>
              <a:gd name="f11" fmla="*/ f2 1 f9"/>
              <a:gd name="f12" fmla="*/ f3 1 f9"/>
              <a:gd name="f13" fmla="*/ f2 1 f10"/>
              <a:gd name="f14" fmla="*/ f4 1 f10"/>
              <a:gd name="f15" fmla="*/ f11 f5 1"/>
              <a:gd name="f16" fmla="*/ f12 f5 1"/>
              <a:gd name="f17" fmla="*/ f14 f6 1"/>
              <a:gd name="f18" fmla="*/ f13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5" t="f18" r="f16" b="f17"/>
            <a:pathLst>
              <a:path w="3623056" h="1550289">
                <a:moveTo>
                  <a:pt x="f2" y="f4"/>
                </a:moveTo>
                <a:lnTo>
                  <a:pt x="f3" y="f4"/>
                </a:lnTo>
                <a:lnTo>
                  <a:pt x="f3" y="f2"/>
                </a:lnTo>
                <a:lnTo>
                  <a:pt x="f2" y="f2"/>
                </a:lnTo>
                <a:close/>
              </a:path>
            </a:pathLst>
          </a:custGeom>
          <a:solidFill>
            <a:srgbClr val="D5D900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Content Placeholder 2"/>
          <p:cNvSpPr txBox="1">
            <a:spLocks noGrp="1"/>
          </p:cNvSpPr>
          <p:nvPr>
            <p:ph idx="4294967295"/>
          </p:nvPr>
        </p:nvSpPr>
        <p:spPr>
          <a:xfrm>
            <a:off x="1997954" y="1440399"/>
            <a:ext cx="4525813" cy="4680996"/>
          </a:xfrm>
        </p:spPr>
        <p:txBody>
          <a:bodyPr/>
          <a:lstStyle>
            <a:lvl1pPr marL="0" indent="0">
              <a:spcBef>
                <a:spcPts val="700"/>
              </a:spcBef>
              <a:buNone/>
              <a:defRPr lang="en-US" sz="2800" b="1">
                <a:solidFill>
                  <a:srgbClr val="DD5B2C"/>
                </a:solidFill>
              </a:defRPr>
            </a:lvl1pPr>
            <a:lvl2pPr marL="14292" indent="0">
              <a:spcBef>
                <a:spcPts val="600"/>
              </a:spcBef>
              <a:buNone/>
              <a:defRPr lang="en-US" sz="2400" b="1"/>
            </a:lvl2pPr>
            <a:lvl3pPr marL="46040" indent="0">
              <a:spcBef>
                <a:spcPts val="500"/>
              </a:spcBef>
              <a:buNone/>
              <a:defRPr lang="en-US" sz="2000"/>
            </a:lvl3pPr>
          </a:lstStyle>
          <a:p>
            <a:pPr lvl="0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2"/>
            <a:r>
              <a:rPr lang="en-US"/>
              <a:t>Fourth level</a:t>
            </a:r>
          </a:p>
        </p:txBody>
      </p:sp>
      <p:sp>
        <p:nvSpPr>
          <p:cNvPr id="8" name="Content Placeholder 2"/>
          <p:cNvSpPr txBox="1">
            <a:spLocks noGrp="1"/>
          </p:cNvSpPr>
          <p:nvPr>
            <p:ph idx="4294967295"/>
          </p:nvPr>
        </p:nvSpPr>
        <p:spPr>
          <a:xfrm>
            <a:off x="6837215" y="1446900"/>
            <a:ext cx="4525813" cy="4680996"/>
          </a:xfrm>
        </p:spPr>
        <p:txBody>
          <a:bodyPr/>
          <a:lstStyle>
            <a:lvl1pPr marL="0" indent="0">
              <a:spcBef>
                <a:spcPts val="700"/>
              </a:spcBef>
              <a:buNone/>
              <a:defRPr lang="en-US" sz="2800" b="1">
                <a:solidFill>
                  <a:srgbClr val="397FB7"/>
                </a:solidFill>
              </a:defRPr>
            </a:lvl1pPr>
            <a:lvl2pPr marL="14292" indent="0">
              <a:spcBef>
                <a:spcPts val="600"/>
              </a:spcBef>
              <a:buNone/>
              <a:defRPr lang="en-US" sz="2400" b="1"/>
            </a:lvl2pPr>
            <a:lvl3pPr marL="46040" indent="0">
              <a:spcBef>
                <a:spcPts val="500"/>
              </a:spcBef>
              <a:buNone/>
              <a:defRPr lang="en-US" sz="2000"/>
            </a:lvl3pPr>
          </a:lstStyle>
          <a:p>
            <a:pPr lvl="0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2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202124431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s columnas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3" name="Freeform 4"/>
          <p:cNvSpPr/>
          <p:nvPr/>
        </p:nvSpPr>
        <p:spPr>
          <a:xfrm>
            <a:off x="482602" y="283134"/>
            <a:ext cx="2609825" cy="928801"/>
          </a:xfrm>
          <a:custGeom>
            <a:avLst/>
            <a:gdLst>
              <a:gd name="f0" fmla="val w"/>
              <a:gd name="f1" fmla="val h"/>
              <a:gd name="f2" fmla="val 0"/>
              <a:gd name="f3" fmla="val 1957370"/>
              <a:gd name="f4" fmla="val 696601"/>
              <a:gd name="f5" fmla="*/ f0 1 1957370"/>
              <a:gd name="f6" fmla="*/ f1 1 696601"/>
              <a:gd name="f7" fmla="+- f4 0 f2"/>
              <a:gd name="f8" fmla="+- f3 0 f2"/>
              <a:gd name="f9" fmla="*/ f8 1 1957370"/>
              <a:gd name="f10" fmla="*/ f7 1 696601"/>
              <a:gd name="f11" fmla="*/ f2 1 f9"/>
              <a:gd name="f12" fmla="*/ f3 1 f9"/>
              <a:gd name="f13" fmla="*/ f2 1 f10"/>
              <a:gd name="f14" fmla="*/ f4 1 f10"/>
              <a:gd name="f15" fmla="*/ f11 f5 1"/>
              <a:gd name="f16" fmla="*/ f12 f5 1"/>
              <a:gd name="f17" fmla="*/ f14 f6 1"/>
              <a:gd name="f18" fmla="*/ f13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5" t="f18" r="f16" b="f17"/>
            <a:pathLst>
              <a:path w="1957370" h="696601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2">
              <a:alphaModFix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Content Placeholder 2"/>
          <p:cNvSpPr txBox="1">
            <a:spLocks noGrp="1"/>
          </p:cNvSpPr>
          <p:nvPr>
            <p:ph idx="4294967295"/>
          </p:nvPr>
        </p:nvSpPr>
        <p:spPr>
          <a:xfrm>
            <a:off x="1997954" y="1440399"/>
            <a:ext cx="4525813" cy="4680996"/>
          </a:xfrm>
        </p:spPr>
        <p:txBody>
          <a:bodyPr/>
          <a:lstStyle>
            <a:lvl1pPr marL="0" indent="0">
              <a:spcBef>
                <a:spcPts val="700"/>
              </a:spcBef>
              <a:buNone/>
              <a:defRPr lang="en-US" sz="2800" b="1">
                <a:solidFill>
                  <a:srgbClr val="DD5B2C"/>
                </a:solidFill>
              </a:defRPr>
            </a:lvl1pPr>
            <a:lvl2pPr marL="14292" indent="0">
              <a:spcBef>
                <a:spcPts val="600"/>
              </a:spcBef>
              <a:buNone/>
              <a:defRPr lang="en-US" sz="2400" b="1"/>
            </a:lvl2pPr>
            <a:lvl3pPr marL="46040" indent="0">
              <a:spcBef>
                <a:spcPts val="500"/>
              </a:spcBef>
              <a:buNone/>
              <a:defRPr lang="en-US" sz="2000"/>
            </a:lvl3pPr>
          </a:lstStyle>
          <a:p>
            <a:pPr lvl="0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2"/>
            <a:r>
              <a:rPr lang="en-US"/>
              <a:t>Fourth level</a:t>
            </a:r>
          </a:p>
        </p:txBody>
      </p:sp>
      <p:sp>
        <p:nvSpPr>
          <p:cNvPr id="5" name="Content Placeholder 2"/>
          <p:cNvSpPr txBox="1">
            <a:spLocks noGrp="1"/>
          </p:cNvSpPr>
          <p:nvPr>
            <p:ph idx="4294967295"/>
          </p:nvPr>
        </p:nvSpPr>
        <p:spPr>
          <a:xfrm>
            <a:off x="6837215" y="1446900"/>
            <a:ext cx="4525813" cy="4680996"/>
          </a:xfrm>
        </p:spPr>
        <p:txBody>
          <a:bodyPr/>
          <a:lstStyle>
            <a:lvl1pPr marL="0" indent="0">
              <a:spcBef>
                <a:spcPts val="700"/>
              </a:spcBef>
              <a:buNone/>
              <a:defRPr lang="en-US" sz="2800" b="1">
                <a:solidFill>
                  <a:srgbClr val="397FB7"/>
                </a:solidFill>
              </a:defRPr>
            </a:lvl1pPr>
            <a:lvl2pPr marL="14292" indent="0">
              <a:spcBef>
                <a:spcPts val="600"/>
              </a:spcBef>
              <a:buNone/>
              <a:defRPr lang="en-US" sz="2400" b="1"/>
            </a:lvl2pPr>
            <a:lvl3pPr marL="46040" indent="0">
              <a:spcBef>
                <a:spcPts val="500"/>
              </a:spcBef>
              <a:buNone/>
              <a:defRPr lang="en-US" sz="2000"/>
            </a:lvl3pPr>
          </a:lstStyle>
          <a:p>
            <a:pPr lvl="0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2"/>
            <a:r>
              <a:rPr lang="en-US"/>
              <a:t>Fourth level</a:t>
            </a:r>
          </a:p>
        </p:txBody>
      </p:sp>
      <p:sp>
        <p:nvSpPr>
          <p:cNvPr id="6" name="Freeform 3"/>
          <p:cNvSpPr/>
          <p:nvPr/>
        </p:nvSpPr>
        <p:spPr>
          <a:xfrm>
            <a:off x="-50804" y="2307058"/>
            <a:ext cx="1430286" cy="5008187"/>
          </a:xfrm>
          <a:custGeom>
            <a:avLst/>
            <a:gdLst>
              <a:gd name="f0" fmla="val w"/>
              <a:gd name="f1" fmla="val h"/>
              <a:gd name="f2" fmla="val 0"/>
              <a:gd name="f3" fmla="val 1659636"/>
              <a:gd name="f4" fmla="val 5811266"/>
              <a:gd name="f5" fmla="val 5748528"/>
              <a:gd name="f6" fmla="val 29210"/>
              <a:gd name="f7" fmla="val 2314956"/>
              <a:gd name="f8" fmla="val 580263"/>
              <a:gd name="f9" fmla="*/ f0 1 1659636"/>
              <a:gd name="f10" fmla="*/ f1 1 5811266"/>
              <a:gd name="f11" fmla="+- f4 0 f2"/>
              <a:gd name="f12" fmla="+- f3 0 f2"/>
              <a:gd name="f13" fmla="*/ f12 1 1659636"/>
              <a:gd name="f14" fmla="*/ f11 1 5811266"/>
              <a:gd name="f15" fmla="*/ f2 1 f13"/>
              <a:gd name="f16" fmla="*/ f3 1 f13"/>
              <a:gd name="f17" fmla="*/ f2 1 f14"/>
              <a:gd name="f18" fmla="*/ f4 1 f14"/>
              <a:gd name="f19" fmla="*/ f15 f9 1"/>
              <a:gd name="f20" fmla="*/ f16 f9 1"/>
              <a:gd name="f21" fmla="*/ f18 f10 1"/>
              <a:gd name="f22" fmla="*/ f17 f1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9" t="f22" r="f20" b="f21"/>
            <a:pathLst>
              <a:path w="1659636" h="5811266">
                <a:moveTo>
                  <a:pt x="f2" y="f2"/>
                </a:moveTo>
                <a:lnTo>
                  <a:pt x="f2" y="f5"/>
                </a:lnTo>
                <a:lnTo>
                  <a:pt x="f6" y="f4"/>
                </a:lnTo>
                <a:lnTo>
                  <a:pt x="f3" y="f7"/>
                </a:lnTo>
                <a:lnTo>
                  <a:pt x="f8" y="f2"/>
                </a:lnTo>
                <a:close/>
              </a:path>
            </a:pathLst>
          </a:custGeom>
          <a:solidFill>
            <a:srgbClr val="64257E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Freeform 8"/>
          <p:cNvSpPr/>
          <p:nvPr/>
        </p:nvSpPr>
        <p:spPr>
          <a:xfrm>
            <a:off x="10874995" y="0"/>
            <a:ext cx="2129774" cy="4567766"/>
          </a:xfrm>
          <a:custGeom>
            <a:avLst/>
            <a:gdLst>
              <a:gd name="f0" fmla="val w"/>
              <a:gd name="f1" fmla="val h"/>
              <a:gd name="f2" fmla="val 0"/>
              <a:gd name="f3" fmla="val 2471293"/>
              <a:gd name="f4" fmla="val 5300218"/>
              <a:gd name="f5" fmla="*/ f0 1 2471293"/>
              <a:gd name="f6" fmla="*/ f1 1 5300218"/>
              <a:gd name="f7" fmla="+- f4 0 f2"/>
              <a:gd name="f8" fmla="+- f3 0 f2"/>
              <a:gd name="f9" fmla="*/ f8 1 2471293"/>
              <a:gd name="f10" fmla="*/ f7 1 5300218"/>
              <a:gd name="f11" fmla="*/ f2 1 f9"/>
              <a:gd name="f12" fmla="*/ f3 1 f9"/>
              <a:gd name="f13" fmla="*/ f2 1 f10"/>
              <a:gd name="f14" fmla="*/ f4 1 f10"/>
              <a:gd name="f15" fmla="*/ f11 f5 1"/>
              <a:gd name="f16" fmla="*/ f12 f5 1"/>
              <a:gd name="f17" fmla="*/ f14 f6 1"/>
              <a:gd name="f18" fmla="*/ f13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5" t="f18" r="f16" b="f17"/>
            <a:pathLst>
              <a:path w="2471293" h="5300218">
                <a:moveTo>
                  <a:pt x="f2" y="f2"/>
                </a:moveTo>
                <a:lnTo>
                  <a:pt x="f3" y="f4"/>
                </a:lnTo>
                <a:lnTo>
                  <a:pt x="f3" y="f2"/>
                </a:lnTo>
                <a:close/>
              </a:path>
            </a:pathLst>
          </a:custGeom>
          <a:solidFill>
            <a:srgbClr val="52AE3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6421894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es colum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2542" y="2194569"/>
            <a:ext cx="2403600" cy="5155186"/>
          </a:xfrm>
          <a:custGeom>
            <a:avLst/>
            <a:gdLst>
              <a:gd name="f0" fmla="val w"/>
              <a:gd name="f1" fmla="val h"/>
              <a:gd name="f2" fmla="val 0"/>
              <a:gd name="f3" fmla="val 2403602"/>
              <a:gd name="f4" fmla="val 5155184"/>
              <a:gd name="f5" fmla="*/ f0 1 2403602"/>
              <a:gd name="f6" fmla="*/ f1 1 5155184"/>
              <a:gd name="f7" fmla="+- f4 0 f2"/>
              <a:gd name="f8" fmla="+- f3 0 f2"/>
              <a:gd name="f9" fmla="*/ f8 1 2403602"/>
              <a:gd name="f10" fmla="*/ f7 1 5155184"/>
              <a:gd name="f11" fmla="*/ f2 1 f9"/>
              <a:gd name="f12" fmla="*/ f3 1 f9"/>
              <a:gd name="f13" fmla="*/ f2 1 f10"/>
              <a:gd name="f14" fmla="*/ f4 1 f10"/>
              <a:gd name="f15" fmla="*/ f11 f5 1"/>
              <a:gd name="f16" fmla="*/ f12 f5 1"/>
              <a:gd name="f17" fmla="*/ f14 f6 1"/>
              <a:gd name="f18" fmla="*/ f13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5" t="f18" r="f16" b="f17"/>
            <a:pathLst>
              <a:path w="2403602" h="5155184">
                <a:moveTo>
                  <a:pt x="f2" y="f4"/>
                </a:moveTo>
                <a:lnTo>
                  <a:pt x="f3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BC0A80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482602" y="283134"/>
            <a:ext cx="2609825" cy="928801"/>
          </a:xfrm>
          <a:custGeom>
            <a:avLst/>
            <a:gdLst>
              <a:gd name="f0" fmla="val w"/>
              <a:gd name="f1" fmla="val h"/>
              <a:gd name="f2" fmla="val 0"/>
              <a:gd name="f3" fmla="val 1957370"/>
              <a:gd name="f4" fmla="val 696601"/>
              <a:gd name="f5" fmla="*/ f0 1 1957370"/>
              <a:gd name="f6" fmla="*/ f1 1 696601"/>
              <a:gd name="f7" fmla="+- f4 0 f2"/>
              <a:gd name="f8" fmla="+- f3 0 f2"/>
              <a:gd name="f9" fmla="*/ f8 1 1957370"/>
              <a:gd name="f10" fmla="*/ f7 1 696601"/>
              <a:gd name="f11" fmla="*/ f2 1 f9"/>
              <a:gd name="f12" fmla="*/ f3 1 f9"/>
              <a:gd name="f13" fmla="*/ f2 1 f10"/>
              <a:gd name="f14" fmla="*/ f4 1 f10"/>
              <a:gd name="f15" fmla="*/ f11 f5 1"/>
              <a:gd name="f16" fmla="*/ f12 f5 1"/>
              <a:gd name="f17" fmla="*/ f14 f6 1"/>
              <a:gd name="f18" fmla="*/ f13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5" t="f18" r="f16" b="f17"/>
            <a:pathLst>
              <a:path w="1957370" h="696601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2">
              <a:alphaModFix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Freeform 8"/>
          <p:cNvSpPr/>
          <p:nvPr/>
        </p:nvSpPr>
        <p:spPr>
          <a:xfrm>
            <a:off x="8653296" y="0"/>
            <a:ext cx="2438421" cy="1186699"/>
          </a:xfrm>
          <a:custGeom>
            <a:avLst/>
            <a:gdLst>
              <a:gd name="f0" fmla="val w"/>
              <a:gd name="f1" fmla="val h"/>
              <a:gd name="f2" fmla="val 0"/>
              <a:gd name="f3" fmla="val 2880995"/>
              <a:gd name="f4" fmla="val 1402080"/>
              <a:gd name="f5" fmla="val 774446"/>
              <a:gd name="f6" fmla="val 644906"/>
              <a:gd name="f7" fmla="val 1440434"/>
              <a:gd name="f8" fmla="val 2235962"/>
              <a:gd name="f9" fmla="*/ f0 1 2880995"/>
              <a:gd name="f10" fmla="*/ f1 1 1402080"/>
              <a:gd name="f11" fmla="+- f4 0 f2"/>
              <a:gd name="f12" fmla="+- f3 0 f2"/>
              <a:gd name="f13" fmla="*/ f12 1 2880995"/>
              <a:gd name="f14" fmla="*/ f11 1 1402080"/>
              <a:gd name="f15" fmla="*/ f2 1 f13"/>
              <a:gd name="f16" fmla="*/ f3 1 f13"/>
              <a:gd name="f17" fmla="*/ f2 1 f14"/>
              <a:gd name="f18" fmla="*/ f4 1 f14"/>
              <a:gd name="f19" fmla="*/ f15 f9 1"/>
              <a:gd name="f20" fmla="*/ f16 f9 1"/>
              <a:gd name="f21" fmla="*/ f18 f10 1"/>
              <a:gd name="f22" fmla="*/ f17 f1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9" t="f22" r="f20" b="f21"/>
            <a:pathLst>
              <a:path w="2880995" h="1402080">
                <a:moveTo>
                  <a:pt x="f2" y="f2"/>
                </a:moveTo>
                <a:cubicBezTo>
                  <a:pt x="f2" y="f5"/>
                  <a:pt x="f6" y="f4"/>
                  <a:pt x="f7" y="f4"/>
                </a:cubicBezTo>
                <a:cubicBezTo>
                  <a:pt x="f8" y="f4"/>
                  <a:pt x="f3" y="f5"/>
                  <a:pt x="f3" y="f2"/>
                </a:cubicBezTo>
                <a:close/>
              </a:path>
            </a:pathLst>
          </a:cu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8653296" y="5911989"/>
            <a:ext cx="3276633" cy="1402058"/>
          </a:xfrm>
          <a:custGeom>
            <a:avLst/>
            <a:gdLst>
              <a:gd name="f0" fmla="val w"/>
              <a:gd name="f1" fmla="val h"/>
              <a:gd name="f2" fmla="val 0"/>
              <a:gd name="f3" fmla="val 3623056"/>
              <a:gd name="f4" fmla="val 1550289"/>
              <a:gd name="f5" fmla="*/ f0 1 3623056"/>
              <a:gd name="f6" fmla="*/ f1 1 1550289"/>
              <a:gd name="f7" fmla="+- f4 0 f2"/>
              <a:gd name="f8" fmla="+- f3 0 f2"/>
              <a:gd name="f9" fmla="*/ f8 1 3623056"/>
              <a:gd name="f10" fmla="*/ f7 1 1550289"/>
              <a:gd name="f11" fmla="*/ f2 1 f9"/>
              <a:gd name="f12" fmla="*/ f3 1 f9"/>
              <a:gd name="f13" fmla="*/ f2 1 f10"/>
              <a:gd name="f14" fmla="*/ f4 1 f10"/>
              <a:gd name="f15" fmla="*/ f11 f5 1"/>
              <a:gd name="f16" fmla="*/ f12 f5 1"/>
              <a:gd name="f17" fmla="*/ f14 f6 1"/>
              <a:gd name="f18" fmla="*/ f13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5" t="f18" r="f16" b="f17"/>
            <a:pathLst>
              <a:path w="3623056" h="1550289">
                <a:moveTo>
                  <a:pt x="f2" y="f4"/>
                </a:moveTo>
                <a:lnTo>
                  <a:pt x="f3" y="f4"/>
                </a:lnTo>
                <a:lnTo>
                  <a:pt x="f3" y="f2"/>
                </a:lnTo>
                <a:lnTo>
                  <a:pt x="f2" y="f2"/>
                </a:lnTo>
                <a:close/>
              </a:path>
            </a:pathLst>
          </a:custGeom>
          <a:solidFill>
            <a:srgbClr val="D5D900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Content Placeholder 2"/>
          <p:cNvSpPr txBox="1">
            <a:spLocks noGrp="1"/>
          </p:cNvSpPr>
          <p:nvPr>
            <p:ph idx="4294967295"/>
          </p:nvPr>
        </p:nvSpPr>
        <p:spPr>
          <a:xfrm>
            <a:off x="1777995" y="1445172"/>
            <a:ext cx="3124203" cy="4680996"/>
          </a:xfrm>
        </p:spPr>
        <p:txBody>
          <a:bodyPr/>
          <a:lstStyle>
            <a:lvl1pPr marL="0" indent="0">
              <a:spcBef>
                <a:spcPts val="700"/>
              </a:spcBef>
              <a:buNone/>
              <a:defRPr lang="en-US" sz="2800" b="1">
                <a:solidFill>
                  <a:srgbClr val="31996E"/>
                </a:solidFill>
              </a:defRPr>
            </a:lvl1pPr>
            <a:lvl2pPr marL="14292" indent="0">
              <a:spcBef>
                <a:spcPts val="600"/>
              </a:spcBef>
              <a:buNone/>
              <a:defRPr lang="en-US" sz="2400" b="1"/>
            </a:lvl2pPr>
            <a:lvl3pPr marL="46040" indent="0">
              <a:spcBef>
                <a:spcPts val="500"/>
              </a:spcBef>
              <a:buNone/>
              <a:defRPr lang="en-US" sz="2000"/>
            </a:lvl3pPr>
          </a:lstStyle>
          <a:p>
            <a:pPr lvl="0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2"/>
            <a:r>
              <a:rPr lang="en-US"/>
              <a:t>Fourth level</a:t>
            </a:r>
          </a:p>
        </p:txBody>
      </p:sp>
      <p:sp>
        <p:nvSpPr>
          <p:cNvPr id="8" name="Content Placeholder 2"/>
          <p:cNvSpPr txBox="1">
            <a:spLocks noGrp="1"/>
          </p:cNvSpPr>
          <p:nvPr>
            <p:ph idx="4294967295"/>
          </p:nvPr>
        </p:nvSpPr>
        <p:spPr>
          <a:xfrm>
            <a:off x="5008415" y="1447796"/>
            <a:ext cx="3124203" cy="4680996"/>
          </a:xfrm>
        </p:spPr>
        <p:txBody>
          <a:bodyPr/>
          <a:lstStyle>
            <a:lvl1pPr marL="0" indent="0">
              <a:spcBef>
                <a:spcPts val="700"/>
              </a:spcBef>
              <a:buNone/>
              <a:defRPr lang="en-US" sz="2800" b="1">
                <a:solidFill>
                  <a:srgbClr val="DD5B2C"/>
                </a:solidFill>
              </a:defRPr>
            </a:lvl1pPr>
            <a:lvl2pPr marL="14292" indent="0">
              <a:spcBef>
                <a:spcPts val="600"/>
              </a:spcBef>
              <a:buNone/>
              <a:defRPr lang="en-US" sz="2400" b="1"/>
            </a:lvl2pPr>
            <a:lvl3pPr marL="46040" indent="0">
              <a:spcBef>
                <a:spcPts val="500"/>
              </a:spcBef>
              <a:buNone/>
              <a:defRPr lang="en-US" sz="2000"/>
            </a:lvl3pPr>
          </a:lstStyle>
          <a:p>
            <a:pPr lvl="0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2"/>
            <a:r>
              <a:rPr lang="en-US"/>
              <a:t>Fourth level</a:t>
            </a:r>
          </a:p>
        </p:txBody>
      </p:sp>
      <p:sp>
        <p:nvSpPr>
          <p:cNvPr id="9" name="Content Placeholder 2"/>
          <p:cNvSpPr txBox="1">
            <a:spLocks noGrp="1"/>
          </p:cNvSpPr>
          <p:nvPr>
            <p:ph idx="4294967295"/>
          </p:nvPr>
        </p:nvSpPr>
        <p:spPr>
          <a:xfrm>
            <a:off x="8238835" y="1446900"/>
            <a:ext cx="3124203" cy="4680996"/>
          </a:xfrm>
        </p:spPr>
        <p:txBody>
          <a:bodyPr/>
          <a:lstStyle>
            <a:lvl1pPr marL="0" indent="0">
              <a:spcBef>
                <a:spcPts val="700"/>
              </a:spcBef>
              <a:buNone/>
              <a:defRPr lang="en-US" sz="2800" b="1">
                <a:solidFill>
                  <a:srgbClr val="397FB7"/>
                </a:solidFill>
              </a:defRPr>
            </a:lvl1pPr>
            <a:lvl2pPr marL="14292" indent="0">
              <a:spcBef>
                <a:spcPts val="600"/>
              </a:spcBef>
              <a:buNone/>
              <a:defRPr lang="en-US" sz="2400" b="1"/>
            </a:lvl2pPr>
            <a:lvl3pPr marL="46040" indent="0">
              <a:spcBef>
                <a:spcPts val="500"/>
              </a:spcBef>
              <a:buNone/>
              <a:defRPr lang="en-US" sz="2000"/>
            </a:lvl3pPr>
          </a:lstStyle>
          <a:p>
            <a:pPr lvl="0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2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6648428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atro elemen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3" name="Freeform 4"/>
          <p:cNvSpPr/>
          <p:nvPr/>
        </p:nvSpPr>
        <p:spPr>
          <a:xfrm>
            <a:off x="482602" y="283134"/>
            <a:ext cx="2609825" cy="928801"/>
          </a:xfrm>
          <a:custGeom>
            <a:avLst/>
            <a:gdLst>
              <a:gd name="f0" fmla="val w"/>
              <a:gd name="f1" fmla="val h"/>
              <a:gd name="f2" fmla="val 0"/>
              <a:gd name="f3" fmla="val 1957370"/>
              <a:gd name="f4" fmla="val 696601"/>
              <a:gd name="f5" fmla="*/ f0 1 1957370"/>
              <a:gd name="f6" fmla="*/ f1 1 696601"/>
              <a:gd name="f7" fmla="+- f4 0 f2"/>
              <a:gd name="f8" fmla="+- f3 0 f2"/>
              <a:gd name="f9" fmla="*/ f8 1 1957370"/>
              <a:gd name="f10" fmla="*/ f7 1 696601"/>
              <a:gd name="f11" fmla="*/ f2 1 f9"/>
              <a:gd name="f12" fmla="*/ f3 1 f9"/>
              <a:gd name="f13" fmla="*/ f2 1 f10"/>
              <a:gd name="f14" fmla="*/ f4 1 f10"/>
              <a:gd name="f15" fmla="*/ f11 f5 1"/>
              <a:gd name="f16" fmla="*/ f12 f5 1"/>
              <a:gd name="f17" fmla="*/ f14 f6 1"/>
              <a:gd name="f18" fmla="*/ f13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5" t="f18" r="f16" b="f17"/>
            <a:pathLst>
              <a:path w="1957370" h="696601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2">
              <a:alphaModFix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Content Placeholder 2"/>
          <p:cNvSpPr txBox="1">
            <a:spLocks noGrp="1"/>
          </p:cNvSpPr>
          <p:nvPr>
            <p:ph idx="4294967295"/>
          </p:nvPr>
        </p:nvSpPr>
        <p:spPr>
          <a:xfrm>
            <a:off x="1758482" y="1445172"/>
            <a:ext cx="4989112" cy="2745824"/>
          </a:xfrm>
        </p:spPr>
        <p:txBody>
          <a:bodyPr/>
          <a:lstStyle>
            <a:lvl1pPr marL="0" indent="0">
              <a:spcBef>
                <a:spcPts val="700"/>
              </a:spcBef>
              <a:buNone/>
              <a:defRPr lang="en-US" sz="2800" b="1">
                <a:solidFill>
                  <a:srgbClr val="31996E"/>
                </a:solidFill>
              </a:defRPr>
            </a:lvl1pPr>
            <a:lvl2pPr marL="14292" indent="0">
              <a:spcBef>
                <a:spcPts val="600"/>
              </a:spcBef>
              <a:buNone/>
              <a:defRPr lang="en-US" sz="2400" b="1"/>
            </a:lvl2pPr>
            <a:lvl3pPr marL="46040" indent="0">
              <a:spcBef>
                <a:spcPts val="500"/>
              </a:spcBef>
              <a:buNone/>
              <a:defRPr lang="en-US" sz="2000"/>
            </a:lvl3pPr>
          </a:lstStyle>
          <a:p>
            <a:pPr lvl="0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2"/>
            <a:r>
              <a:rPr lang="en-US"/>
              <a:t>Fourth level</a:t>
            </a:r>
          </a:p>
        </p:txBody>
      </p:sp>
      <p:sp>
        <p:nvSpPr>
          <p:cNvPr id="5" name="Content Placeholder 2"/>
          <p:cNvSpPr txBox="1">
            <a:spLocks noGrp="1"/>
          </p:cNvSpPr>
          <p:nvPr>
            <p:ph idx="4294967295"/>
          </p:nvPr>
        </p:nvSpPr>
        <p:spPr>
          <a:xfrm>
            <a:off x="6911785" y="1445172"/>
            <a:ext cx="4989112" cy="2745824"/>
          </a:xfrm>
        </p:spPr>
        <p:txBody>
          <a:bodyPr/>
          <a:lstStyle>
            <a:lvl1pPr marL="0" indent="0">
              <a:spcBef>
                <a:spcPts val="700"/>
              </a:spcBef>
              <a:buNone/>
              <a:defRPr lang="en-US" sz="2800" b="1">
                <a:solidFill>
                  <a:srgbClr val="DD5B2C"/>
                </a:solidFill>
              </a:defRPr>
            </a:lvl1pPr>
            <a:lvl2pPr marL="14292" indent="0">
              <a:spcBef>
                <a:spcPts val="600"/>
              </a:spcBef>
              <a:buNone/>
              <a:defRPr lang="en-US" sz="2400" b="1"/>
            </a:lvl2pPr>
            <a:lvl3pPr marL="46040" indent="0">
              <a:spcBef>
                <a:spcPts val="500"/>
              </a:spcBef>
              <a:buNone/>
              <a:defRPr lang="en-US" sz="2000"/>
            </a:lvl3pPr>
          </a:lstStyle>
          <a:p>
            <a:pPr lvl="0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2"/>
            <a:r>
              <a:rPr lang="en-US"/>
              <a:t>Fourth level</a:t>
            </a:r>
          </a:p>
        </p:txBody>
      </p:sp>
      <p:sp>
        <p:nvSpPr>
          <p:cNvPr id="6" name="Content Placeholder 2"/>
          <p:cNvSpPr txBox="1">
            <a:spLocks noGrp="1"/>
          </p:cNvSpPr>
          <p:nvPr>
            <p:ph idx="4294967295"/>
          </p:nvPr>
        </p:nvSpPr>
        <p:spPr>
          <a:xfrm>
            <a:off x="1758482" y="4341863"/>
            <a:ext cx="4989112" cy="2745824"/>
          </a:xfrm>
        </p:spPr>
        <p:txBody>
          <a:bodyPr/>
          <a:lstStyle>
            <a:lvl1pPr marL="0" indent="0">
              <a:spcBef>
                <a:spcPts val="700"/>
              </a:spcBef>
              <a:buNone/>
              <a:defRPr lang="en-US" sz="2800" b="1">
                <a:solidFill>
                  <a:srgbClr val="31996E"/>
                </a:solidFill>
              </a:defRPr>
            </a:lvl1pPr>
            <a:lvl2pPr marL="14292" indent="0">
              <a:spcBef>
                <a:spcPts val="600"/>
              </a:spcBef>
              <a:buNone/>
              <a:defRPr lang="en-US" sz="2400" b="1"/>
            </a:lvl2pPr>
            <a:lvl3pPr marL="46040" indent="0">
              <a:spcBef>
                <a:spcPts val="500"/>
              </a:spcBef>
              <a:buNone/>
              <a:defRPr lang="en-US" sz="2000"/>
            </a:lvl3pPr>
          </a:lstStyle>
          <a:p>
            <a:pPr lvl="0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2"/>
            <a:r>
              <a:rPr lang="en-US"/>
              <a:t>Fourth level</a:t>
            </a:r>
          </a:p>
        </p:txBody>
      </p:sp>
      <p:sp>
        <p:nvSpPr>
          <p:cNvPr id="7" name="Content Placeholder 2"/>
          <p:cNvSpPr txBox="1">
            <a:spLocks noGrp="1"/>
          </p:cNvSpPr>
          <p:nvPr>
            <p:ph idx="4294967295"/>
          </p:nvPr>
        </p:nvSpPr>
        <p:spPr>
          <a:xfrm>
            <a:off x="6911785" y="4341863"/>
            <a:ext cx="4989112" cy="2745824"/>
          </a:xfrm>
        </p:spPr>
        <p:txBody>
          <a:bodyPr/>
          <a:lstStyle>
            <a:lvl1pPr marL="0" indent="0">
              <a:spcBef>
                <a:spcPts val="700"/>
              </a:spcBef>
              <a:buNone/>
              <a:defRPr lang="en-US" sz="2800" b="1">
                <a:solidFill>
                  <a:srgbClr val="DD5B2C"/>
                </a:solidFill>
              </a:defRPr>
            </a:lvl1pPr>
            <a:lvl2pPr marL="14292" indent="0">
              <a:spcBef>
                <a:spcPts val="600"/>
              </a:spcBef>
              <a:buNone/>
              <a:defRPr lang="en-US" sz="2400" b="1"/>
            </a:lvl2pPr>
            <a:lvl3pPr marL="46040" indent="0">
              <a:spcBef>
                <a:spcPts val="500"/>
              </a:spcBef>
              <a:buNone/>
              <a:defRPr lang="en-US" sz="2000"/>
            </a:lvl3pPr>
          </a:lstStyle>
          <a:p>
            <a:pPr lvl="0"/>
            <a:r>
              <a:rPr lang="en-US"/>
              <a:t>Second level</a:t>
            </a:r>
          </a:p>
          <a:p>
            <a:pPr lvl="1"/>
            <a:r>
              <a:rPr lang="en-US"/>
              <a:t>Third level</a:t>
            </a:r>
          </a:p>
          <a:p>
            <a:pPr lvl="2"/>
            <a:r>
              <a:rPr lang="en-US"/>
              <a:t>Fourth level</a:t>
            </a:r>
          </a:p>
        </p:txBody>
      </p:sp>
      <p:sp>
        <p:nvSpPr>
          <p:cNvPr id="8" name="Freeform 3"/>
          <p:cNvSpPr/>
          <p:nvPr/>
        </p:nvSpPr>
        <p:spPr>
          <a:xfrm>
            <a:off x="-50804" y="2307058"/>
            <a:ext cx="1430286" cy="5008187"/>
          </a:xfrm>
          <a:custGeom>
            <a:avLst/>
            <a:gdLst>
              <a:gd name="f0" fmla="val w"/>
              <a:gd name="f1" fmla="val h"/>
              <a:gd name="f2" fmla="val 0"/>
              <a:gd name="f3" fmla="val 1659636"/>
              <a:gd name="f4" fmla="val 5811266"/>
              <a:gd name="f5" fmla="val 5748528"/>
              <a:gd name="f6" fmla="val 29210"/>
              <a:gd name="f7" fmla="val 2314956"/>
              <a:gd name="f8" fmla="val 580263"/>
              <a:gd name="f9" fmla="*/ f0 1 1659636"/>
              <a:gd name="f10" fmla="*/ f1 1 5811266"/>
              <a:gd name="f11" fmla="+- f4 0 f2"/>
              <a:gd name="f12" fmla="+- f3 0 f2"/>
              <a:gd name="f13" fmla="*/ f12 1 1659636"/>
              <a:gd name="f14" fmla="*/ f11 1 5811266"/>
              <a:gd name="f15" fmla="*/ f2 1 f13"/>
              <a:gd name="f16" fmla="*/ f3 1 f13"/>
              <a:gd name="f17" fmla="*/ f2 1 f14"/>
              <a:gd name="f18" fmla="*/ f4 1 f14"/>
              <a:gd name="f19" fmla="*/ f15 f9 1"/>
              <a:gd name="f20" fmla="*/ f16 f9 1"/>
              <a:gd name="f21" fmla="*/ f18 f10 1"/>
              <a:gd name="f22" fmla="*/ f17 f1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9" t="f22" r="f20" b="f21"/>
            <a:pathLst>
              <a:path w="1659636" h="5811266">
                <a:moveTo>
                  <a:pt x="f2" y="f2"/>
                </a:moveTo>
                <a:lnTo>
                  <a:pt x="f2" y="f5"/>
                </a:lnTo>
                <a:lnTo>
                  <a:pt x="f6" y="f4"/>
                </a:lnTo>
                <a:lnTo>
                  <a:pt x="f3" y="f7"/>
                </a:lnTo>
                <a:lnTo>
                  <a:pt x="f8" y="f2"/>
                </a:lnTo>
                <a:close/>
              </a:path>
            </a:pathLst>
          </a:custGeom>
          <a:solidFill>
            <a:srgbClr val="64257E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10874995" y="0"/>
            <a:ext cx="2129774" cy="4567766"/>
          </a:xfrm>
          <a:custGeom>
            <a:avLst/>
            <a:gdLst>
              <a:gd name="f0" fmla="val w"/>
              <a:gd name="f1" fmla="val h"/>
              <a:gd name="f2" fmla="val 0"/>
              <a:gd name="f3" fmla="val 2471293"/>
              <a:gd name="f4" fmla="val 5300218"/>
              <a:gd name="f5" fmla="*/ f0 1 2471293"/>
              <a:gd name="f6" fmla="*/ f1 1 5300218"/>
              <a:gd name="f7" fmla="+- f4 0 f2"/>
              <a:gd name="f8" fmla="+- f3 0 f2"/>
              <a:gd name="f9" fmla="*/ f8 1 2471293"/>
              <a:gd name="f10" fmla="*/ f7 1 5300218"/>
              <a:gd name="f11" fmla="*/ f2 1 f9"/>
              <a:gd name="f12" fmla="*/ f3 1 f9"/>
              <a:gd name="f13" fmla="*/ f2 1 f10"/>
              <a:gd name="f14" fmla="*/ f4 1 f10"/>
              <a:gd name="f15" fmla="*/ f11 f5 1"/>
              <a:gd name="f16" fmla="*/ f12 f5 1"/>
              <a:gd name="f17" fmla="*/ f14 f6 1"/>
              <a:gd name="f18" fmla="*/ f13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5" t="f18" r="f16" b="f17"/>
            <a:pathLst>
              <a:path w="2471293" h="5300218">
                <a:moveTo>
                  <a:pt x="f2" y="f2"/>
                </a:moveTo>
                <a:lnTo>
                  <a:pt x="f3" y="f4"/>
                </a:lnTo>
                <a:lnTo>
                  <a:pt x="f3" y="f2"/>
                </a:lnTo>
                <a:close/>
              </a:path>
            </a:pathLst>
          </a:custGeom>
          <a:solidFill>
            <a:srgbClr val="52AE32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819380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Content Placeholder 2"/>
          <p:cNvSpPr txBox="1">
            <a:spLocks noGrp="1"/>
          </p:cNvSpPr>
          <p:nvPr>
            <p:ph idx="1"/>
          </p:nvPr>
        </p:nvSpPr>
        <p:spPr>
          <a:xfrm>
            <a:off x="609603" y="1600200"/>
            <a:ext cx="5384801" cy="4525959"/>
          </a:xfrm>
        </p:spPr>
        <p:txBody>
          <a:bodyPr/>
          <a:lstStyle>
            <a:lvl1pPr>
              <a:spcBef>
                <a:spcPts val="900"/>
              </a:spcBef>
              <a:defRPr sz="3733"/>
            </a:lvl1pPr>
            <a:lvl2pPr>
              <a:spcBef>
                <a:spcPts val="800"/>
              </a:spcBef>
              <a:defRPr sz="3200"/>
            </a:lvl2pPr>
            <a:lvl3pPr>
              <a:spcBef>
                <a:spcPts val="600"/>
              </a:spcBef>
              <a:defRPr sz="2667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Content Placeholder 3"/>
          <p:cNvSpPr txBox="1">
            <a:spLocks noGrp="1"/>
          </p:cNvSpPr>
          <p:nvPr>
            <p:ph idx="2"/>
          </p:nvPr>
        </p:nvSpPr>
        <p:spPr>
          <a:xfrm>
            <a:off x="6197602" y="1600200"/>
            <a:ext cx="5384801" cy="4525959"/>
          </a:xfrm>
        </p:spPr>
        <p:txBody>
          <a:bodyPr/>
          <a:lstStyle>
            <a:lvl1pPr>
              <a:spcBef>
                <a:spcPts val="900"/>
              </a:spcBef>
              <a:defRPr sz="3733"/>
            </a:lvl1pPr>
            <a:lvl2pPr>
              <a:spcBef>
                <a:spcPts val="800"/>
              </a:spcBef>
              <a:defRPr sz="3200"/>
            </a:lvl2pPr>
            <a:lvl3pPr>
              <a:spcBef>
                <a:spcPts val="600"/>
              </a:spcBef>
              <a:defRPr sz="2667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Date Placeholder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4BB5760-3BD0-44A5-9A58-B2FDEC422413}" type="datetime1">
              <a:rPr lang="en-US"/>
              <a:pPr lvl="0"/>
              <a:t>9/22/2025</a:t>
            </a:fld>
            <a:endParaRPr lang="en-US"/>
          </a:p>
        </p:txBody>
      </p:sp>
      <p:sp>
        <p:nvSpPr>
          <p:cNvPr id="6" name="Footer Placeholder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C2AB04A-E455-4CC4-B8DB-305B6564091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71416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963082" y="4406905"/>
            <a:ext cx="10363196" cy="1362071"/>
          </a:xfrm>
        </p:spPr>
        <p:txBody>
          <a:bodyPr anchor="t" anchorCtr="0"/>
          <a:lstStyle>
            <a:lvl1pPr algn="l">
              <a:defRPr sz="5333" cap="all"/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1"/>
          </p:nvPr>
        </p:nvSpPr>
        <p:spPr>
          <a:xfrm>
            <a:off x="963082" y="2906713"/>
            <a:ext cx="10363196" cy="1500182"/>
          </a:xfrm>
        </p:spPr>
        <p:txBody>
          <a:bodyPr anchor="b"/>
          <a:lstStyle>
            <a:lvl1pPr marL="0" indent="0">
              <a:spcBef>
                <a:spcPts val="600"/>
              </a:spcBef>
              <a:buNone/>
              <a:defRPr sz="2667">
                <a:solidFill>
                  <a:srgbClr val="898989"/>
                </a:solidFill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73375E1-7169-4A6E-9E64-BCC64DD64155}" type="datetime1">
              <a:rPr lang="en-US"/>
              <a:pPr lvl="0"/>
              <a:t>9/22/2025</a:t>
            </a:fld>
            <a:endParaRPr lang="en-US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3E6EC7A-0991-4BE8-B58B-97281C7F3E7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05456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1"/>
          </p:nvPr>
        </p:nvSpPr>
        <p:spPr>
          <a:xfrm>
            <a:off x="609603" y="1535113"/>
            <a:ext cx="5386913" cy="639759"/>
          </a:xfrm>
        </p:spPr>
        <p:txBody>
          <a:bodyPr anchor="b"/>
          <a:lstStyle>
            <a:lvl1pPr marL="0" indent="0">
              <a:spcBef>
                <a:spcPts val="800"/>
              </a:spcBef>
              <a:buNone/>
              <a:defRPr sz="3200" b="1"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 txBox="1">
            <a:spLocks noGrp="1"/>
          </p:cNvSpPr>
          <p:nvPr>
            <p:ph idx="2"/>
          </p:nvPr>
        </p:nvSpPr>
        <p:spPr>
          <a:xfrm>
            <a:off x="609603" y="2174872"/>
            <a:ext cx="5386913" cy="3951286"/>
          </a:xfrm>
        </p:spPr>
        <p:txBody>
          <a:bodyPr/>
          <a:lstStyle>
            <a:lvl1pPr>
              <a:spcBef>
                <a:spcPts val="800"/>
              </a:spcBef>
              <a:defRPr sz="3200"/>
            </a:lvl1pPr>
            <a:lvl2pPr>
              <a:spcBef>
                <a:spcPts val="600"/>
              </a:spcBef>
              <a:defRPr sz="2667"/>
            </a:lvl2pPr>
            <a:lvl3pPr>
              <a:spcBef>
                <a:spcPts val="600"/>
              </a:spcBef>
              <a:defRPr sz="2400"/>
            </a:lvl3pPr>
            <a:lvl4pPr>
              <a:spcBef>
                <a:spcPts val="500"/>
              </a:spcBef>
              <a:defRPr sz="2133"/>
            </a:lvl4pPr>
            <a:lvl5pPr>
              <a:spcBef>
                <a:spcPts val="500"/>
              </a:spcBef>
              <a:defRPr sz="2133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Text Placeholder 4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4" cy="639759"/>
          </a:xfrm>
        </p:spPr>
        <p:txBody>
          <a:bodyPr anchor="b"/>
          <a:lstStyle>
            <a:lvl1pPr marL="0" indent="0">
              <a:spcBef>
                <a:spcPts val="800"/>
              </a:spcBef>
              <a:buNone/>
              <a:defRPr sz="3200" b="1"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 txBox="1">
            <a:spLocks noGrp="1"/>
          </p:cNvSpPr>
          <p:nvPr>
            <p:ph idx="4"/>
          </p:nvPr>
        </p:nvSpPr>
        <p:spPr>
          <a:xfrm>
            <a:off x="6193368" y="2174872"/>
            <a:ext cx="5389034" cy="3951286"/>
          </a:xfrm>
        </p:spPr>
        <p:txBody>
          <a:bodyPr/>
          <a:lstStyle>
            <a:lvl1pPr>
              <a:spcBef>
                <a:spcPts val="800"/>
              </a:spcBef>
              <a:defRPr sz="3200"/>
            </a:lvl1pPr>
            <a:lvl2pPr>
              <a:spcBef>
                <a:spcPts val="600"/>
              </a:spcBef>
              <a:defRPr sz="2667"/>
            </a:lvl2pPr>
            <a:lvl3pPr>
              <a:spcBef>
                <a:spcPts val="600"/>
              </a:spcBef>
              <a:defRPr sz="2400"/>
            </a:lvl3pPr>
            <a:lvl4pPr>
              <a:spcBef>
                <a:spcPts val="500"/>
              </a:spcBef>
              <a:defRPr sz="2133"/>
            </a:lvl4pPr>
            <a:lvl5pPr>
              <a:spcBef>
                <a:spcPts val="500"/>
              </a:spcBef>
              <a:defRPr sz="2133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Date Placeholder 6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69DB2A2-E7B0-4BC5-919A-2495365981FE}" type="datetime1">
              <a:rPr lang="en-US"/>
              <a:pPr lvl="0"/>
              <a:t>9/22/2025</a:t>
            </a:fld>
            <a:endParaRPr lang="en-US"/>
          </a:p>
        </p:txBody>
      </p:sp>
      <p:sp>
        <p:nvSpPr>
          <p:cNvPr id="8" name="Footer Placeholder 7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9" name="Slide Number Placeholder 8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3A21618-3A9D-4B65-BEC0-695E2C6D581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99392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256880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0830C80-502E-4193-8975-7A31DB98BF15}" type="datetime1">
              <a:rPr lang="en-US"/>
              <a:pPr lvl="0"/>
              <a:t>9/22/2025</a:t>
            </a:fld>
            <a:endParaRPr lang="en-US"/>
          </a:p>
        </p:txBody>
      </p:sp>
      <p:sp>
        <p:nvSpPr>
          <p:cNvPr id="3" name="Footer Placeholder 2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Slide Number Placeholder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526CDA2-05FF-4F26-9D1E-15B5059A259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82305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 y sub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6153162" y="266821"/>
            <a:ext cx="6575605" cy="1622867"/>
          </a:xfrm>
        </p:spPr>
        <p:txBody>
          <a:bodyPr anchor="b" anchorCtr="0">
            <a:noAutofit/>
          </a:bodyPr>
          <a:lstStyle>
            <a:lvl1pPr algn="r">
              <a:defRPr sz="4400"/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 txBox="1">
            <a:spLocks noGrp="1"/>
          </p:cNvSpPr>
          <p:nvPr>
            <p:ph type="pic" idx="1"/>
          </p:nvPr>
        </p:nvSpPr>
        <p:spPr>
          <a:xfrm>
            <a:off x="2517297" y="2712915"/>
            <a:ext cx="9065004" cy="460228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" name="Text Placeholder 3"/>
          <p:cNvSpPr txBox="1">
            <a:spLocks noGrp="1"/>
          </p:cNvSpPr>
          <p:nvPr>
            <p:ph type="body" idx="2"/>
          </p:nvPr>
        </p:nvSpPr>
        <p:spPr>
          <a:xfrm>
            <a:off x="4662891" y="2141232"/>
            <a:ext cx="8065876" cy="409166"/>
          </a:xfrm>
        </p:spPr>
        <p:txBody>
          <a:bodyPr/>
          <a:lstStyle>
            <a:lvl1pPr marL="0" indent="0" algn="r">
              <a:spcBef>
                <a:spcPts val="400"/>
              </a:spcBef>
              <a:buNone/>
              <a:defRPr sz="1867"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Freeform 3"/>
          <p:cNvSpPr/>
          <p:nvPr/>
        </p:nvSpPr>
        <p:spPr>
          <a:xfrm>
            <a:off x="643335" y="393585"/>
            <a:ext cx="1873998" cy="1622867"/>
          </a:xfrm>
          <a:custGeom>
            <a:avLst/>
            <a:gdLst>
              <a:gd name="f0" fmla="val w"/>
              <a:gd name="f1" fmla="val h"/>
              <a:gd name="f2" fmla="val 0"/>
              <a:gd name="f3" fmla="val 1405496"/>
              <a:gd name="f4" fmla="val 1217152"/>
              <a:gd name="f5" fmla="val 1217153"/>
              <a:gd name="f6" fmla="*/ f0 1 1405496"/>
              <a:gd name="f7" fmla="*/ f1 1 1217152"/>
              <a:gd name="f8" fmla="+- f4 0 f2"/>
              <a:gd name="f9" fmla="+- f3 0 f2"/>
              <a:gd name="f10" fmla="*/ f9 1 1405496"/>
              <a:gd name="f11" fmla="*/ f8 1 1217152"/>
              <a:gd name="f12" fmla="*/ f2 1 f10"/>
              <a:gd name="f13" fmla="*/ f3 1 f10"/>
              <a:gd name="f14" fmla="*/ f2 1 f11"/>
              <a:gd name="f15" fmla="*/ f4 1 f11"/>
              <a:gd name="f16" fmla="*/ f12 f6 1"/>
              <a:gd name="f17" fmla="*/ f13 f6 1"/>
              <a:gd name="f18" fmla="*/ f15 f7 1"/>
              <a:gd name="f19" fmla="*/ f14 f7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6" t="f19" r="f17" b="f18"/>
            <a:pathLst>
              <a:path w="1405496" h="1217152">
                <a:moveTo>
                  <a:pt x="f2" y="f2"/>
                </a:moveTo>
                <a:lnTo>
                  <a:pt x="f3" y="f2"/>
                </a:lnTo>
                <a:lnTo>
                  <a:pt x="f3" y="f5"/>
                </a:lnTo>
                <a:lnTo>
                  <a:pt x="f2" y="f5"/>
                </a:lnTo>
                <a:lnTo>
                  <a:pt x="f2" y="f2"/>
                </a:lnTo>
                <a:close/>
              </a:path>
            </a:pathLst>
          </a:custGeom>
          <a:blipFill>
            <a:blip r:embed="rId2">
              <a:alphaModFix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6" name="Freeform 7"/>
          <p:cNvSpPr/>
          <p:nvPr/>
        </p:nvSpPr>
        <p:spPr>
          <a:xfrm>
            <a:off x="3172620" y="-130631"/>
            <a:ext cx="2980532" cy="1490270"/>
          </a:xfrm>
          <a:custGeom>
            <a:avLst/>
            <a:gdLst>
              <a:gd name="f0" fmla="val w"/>
              <a:gd name="f1" fmla="val h"/>
              <a:gd name="f2" fmla="val 0"/>
              <a:gd name="f3" fmla="val 3725672"/>
              <a:gd name="f4" fmla="val 1862836"/>
              <a:gd name="f5" fmla="val 1028827"/>
              <a:gd name="f6" fmla="val 834009"/>
              <a:gd name="f7" fmla="val 2891663"/>
              <a:gd name="f8" fmla="*/ f0 1 3725672"/>
              <a:gd name="f9" fmla="*/ f1 1 1862836"/>
              <a:gd name="f10" fmla="+- f4 0 f2"/>
              <a:gd name="f11" fmla="+- f3 0 f2"/>
              <a:gd name="f12" fmla="*/ f11 1 3725672"/>
              <a:gd name="f13" fmla="*/ f10 1 1862836"/>
              <a:gd name="f14" fmla="*/ f2 1 f12"/>
              <a:gd name="f15" fmla="*/ f3 1 f12"/>
              <a:gd name="f16" fmla="*/ f2 1 f13"/>
              <a:gd name="f17" fmla="*/ f4 1 f13"/>
              <a:gd name="f18" fmla="*/ f14 f8 1"/>
              <a:gd name="f19" fmla="*/ f15 f8 1"/>
              <a:gd name="f20" fmla="*/ f17 f9 1"/>
              <a:gd name="f21" fmla="*/ f16 f9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3725672" h="1862836">
                <a:moveTo>
                  <a:pt x="f2" y="f2"/>
                </a:moveTo>
                <a:cubicBezTo>
                  <a:pt x="f2" y="f5"/>
                  <a:pt x="f6" y="f4"/>
                  <a:pt x="f4" y="f4"/>
                </a:cubicBezTo>
                <a:cubicBezTo>
                  <a:pt x="f7" y="f4"/>
                  <a:pt x="f3" y="f5"/>
                  <a:pt x="f3" y="f2"/>
                </a:cubicBezTo>
                <a:close/>
              </a:path>
            </a:pathLst>
          </a:cu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Freeform 5"/>
          <p:cNvSpPr/>
          <p:nvPr/>
        </p:nvSpPr>
        <p:spPr>
          <a:xfrm>
            <a:off x="482602" y="4230060"/>
            <a:ext cx="1972799" cy="3085176"/>
          </a:xfrm>
          <a:custGeom>
            <a:avLst/>
            <a:gdLst>
              <a:gd name="f0" fmla="val w"/>
              <a:gd name="f1" fmla="val h"/>
              <a:gd name="f2" fmla="val 0"/>
              <a:gd name="f3" fmla="val 3461385"/>
              <a:gd name="f4" fmla="val 5413121"/>
              <a:gd name="f5" fmla="*/ f0 1 3461385"/>
              <a:gd name="f6" fmla="*/ f1 1 5413121"/>
              <a:gd name="f7" fmla="+- f4 0 f2"/>
              <a:gd name="f8" fmla="+- f3 0 f2"/>
              <a:gd name="f9" fmla="*/ f8 1 3461385"/>
              <a:gd name="f10" fmla="*/ f7 1 5413121"/>
              <a:gd name="f11" fmla="*/ f2 1 f9"/>
              <a:gd name="f12" fmla="*/ f3 1 f9"/>
              <a:gd name="f13" fmla="*/ f2 1 f10"/>
              <a:gd name="f14" fmla="*/ f4 1 f10"/>
              <a:gd name="f15" fmla="*/ f11 f5 1"/>
              <a:gd name="f16" fmla="*/ f12 f5 1"/>
              <a:gd name="f17" fmla="*/ f14 f6 1"/>
              <a:gd name="f18" fmla="*/ f13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5" t="f18" r="f16" b="f17"/>
            <a:pathLst>
              <a:path w="3461385" h="5413121">
                <a:moveTo>
                  <a:pt x="f2" y="f4"/>
                </a:moveTo>
                <a:lnTo>
                  <a:pt x="f3" y="f4"/>
                </a:lnTo>
                <a:lnTo>
                  <a:pt x="f3" y="f2"/>
                </a:lnTo>
                <a:lnTo>
                  <a:pt x="f2" y="f2"/>
                </a:lnTo>
                <a:close/>
              </a:path>
            </a:pathLst>
          </a:custGeom>
          <a:solidFill>
            <a:srgbClr val="2084C7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Freeform 9"/>
          <p:cNvSpPr/>
          <p:nvPr/>
        </p:nvSpPr>
        <p:spPr>
          <a:xfrm>
            <a:off x="11582329" y="1931322"/>
            <a:ext cx="1422440" cy="5383895"/>
          </a:xfrm>
          <a:custGeom>
            <a:avLst/>
            <a:gdLst>
              <a:gd name="f0" fmla="val w"/>
              <a:gd name="f1" fmla="val h"/>
              <a:gd name="f2" fmla="val 0"/>
              <a:gd name="f3" fmla="val 2028063"/>
              <a:gd name="f4" fmla="val 7676134"/>
              <a:gd name="f5" fmla="val 2008124"/>
              <a:gd name="f6" fmla="val 4306570"/>
              <a:gd name="f7" fmla="val 1571371"/>
              <a:gd name="f8" fmla="val 42799"/>
              <a:gd name="f9" fmla="*/ f0 1 2028063"/>
              <a:gd name="f10" fmla="*/ f1 1 7676134"/>
              <a:gd name="f11" fmla="+- f4 0 f2"/>
              <a:gd name="f12" fmla="+- f3 0 f2"/>
              <a:gd name="f13" fmla="*/ f12 1 2028063"/>
              <a:gd name="f14" fmla="*/ f11 1 7676134"/>
              <a:gd name="f15" fmla="*/ f2 1 f13"/>
              <a:gd name="f16" fmla="*/ f3 1 f13"/>
              <a:gd name="f17" fmla="*/ f2 1 f14"/>
              <a:gd name="f18" fmla="*/ f4 1 f14"/>
              <a:gd name="f19" fmla="*/ f15 f9 1"/>
              <a:gd name="f20" fmla="*/ f16 f9 1"/>
              <a:gd name="f21" fmla="*/ f18 f10 1"/>
              <a:gd name="f22" fmla="*/ f17 f1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9" t="f22" r="f20" b="f21"/>
            <a:pathLst>
              <a:path w="2028063" h="7676134">
                <a:moveTo>
                  <a:pt x="f5" y="f2"/>
                </a:moveTo>
                <a:lnTo>
                  <a:pt x="f2" y="f6"/>
                </a:lnTo>
                <a:lnTo>
                  <a:pt x="f7" y="f4"/>
                </a:lnTo>
                <a:lnTo>
                  <a:pt x="f3" y="f4"/>
                </a:lnTo>
                <a:lnTo>
                  <a:pt x="f3" y="f8"/>
                </a:lnTo>
                <a:lnTo>
                  <a:pt x="f5" y="f2"/>
                </a:lnTo>
                <a:close/>
              </a:path>
            </a:pathLst>
          </a:custGeom>
          <a:solidFill>
            <a:srgbClr val="FDC20B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1431381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 txBox="1">
            <a:spLocks noGrp="1"/>
          </p:cNvSpPr>
          <p:nvPr>
            <p:ph type="pic" idx="4294967295"/>
          </p:nvPr>
        </p:nvSpPr>
        <p:spPr>
          <a:xfrm>
            <a:off x="2517297" y="1524003"/>
            <a:ext cx="10484958" cy="579119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2542" y="2194569"/>
            <a:ext cx="2403600" cy="5155186"/>
          </a:xfrm>
          <a:custGeom>
            <a:avLst/>
            <a:gdLst>
              <a:gd name="f0" fmla="val w"/>
              <a:gd name="f1" fmla="val h"/>
              <a:gd name="f2" fmla="val 0"/>
              <a:gd name="f3" fmla="val 2403602"/>
              <a:gd name="f4" fmla="val 5155184"/>
              <a:gd name="f5" fmla="*/ f0 1 2403602"/>
              <a:gd name="f6" fmla="*/ f1 1 5155184"/>
              <a:gd name="f7" fmla="+- f4 0 f2"/>
              <a:gd name="f8" fmla="+- f3 0 f2"/>
              <a:gd name="f9" fmla="*/ f8 1 2403602"/>
              <a:gd name="f10" fmla="*/ f7 1 5155184"/>
              <a:gd name="f11" fmla="*/ f2 1 f9"/>
              <a:gd name="f12" fmla="*/ f3 1 f9"/>
              <a:gd name="f13" fmla="*/ f2 1 f10"/>
              <a:gd name="f14" fmla="*/ f4 1 f10"/>
              <a:gd name="f15" fmla="*/ f11 f5 1"/>
              <a:gd name="f16" fmla="*/ f12 f5 1"/>
              <a:gd name="f17" fmla="*/ f14 f6 1"/>
              <a:gd name="f18" fmla="*/ f13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5" t="f18" r="f16" b="f17"/>
            <a:pathLst>
              <a:path w="2403602" h="5155184">
                <a:moveTo>
                  <a:pt x="f2" y="f4"/>
                </a:moveTo>
                <a:lnTo>
                  <a:pt x="f3" y="f4"/>
                </a:lnTo>
                <a:lnTo>
                  <a:pt x="f2" y="f2"/>
                </a:lnTo>
                <a:close/>
              </a:path>
            </a:pathLst>
          </a:custGeom>
          <a:solidFill>
            <a:srgbClr val="BC0A80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482602" y="283134"/>
            <a:ext cx="2609825" cy="928801"/>
          </a:xfrm>
          <a:custGeom>
            <a:avLst/>
            <a:gdLst>
              <a:gd name="f0" fmla="val w"/>
              <a:gd name="f1" fmla="val h"/>
              <a:gd name="f2" fmla="val 0"/>
              <a:gd name="f3" fmla="val 1957370"/>
              <a:gd name="f4" fmla="val 696601"/>
              <a:gd name="f5" fmla="*/ f0 1 1957370"/>
              <a:gd name="f6" fmla="*/ f1 1 696601"/>
              <a:gd name="f7" fmla="+- f4 0 f2"/>
              <a:gd name="f8" fmla="+- f3 0 f2"/>
              <a:gd name="f9" fmla="*/ f8 1 1957370"/>
              <a:gd name="f10" fmla="*/ f7 1 696601"/>
              <a:gd name="f11" fmla="*/ f2 1 f9"/>
              <a:gd name="f12" fmla="*/ f3 1 f9"/>
              <a:gd name="f13" fmla="*/ f2 1 f10"/>
              <a:gd name="f14" fmla="*/ f4 1 f10"/>
              <a:gd name="f15" fmla="*/ f11 f5 1"/>
              <a:gd name="f16" fmla="*/ f12 f5 1"/>
              <a:gd name="f17" fmla="*/ f14 f6 1"/>
              <a:gd name="f18" fmla="*/ f13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5" t="f18" r="f16" b="f17"/>
            <a:pathLst>
              <a:path w="1957370" h="696601">
                <a:moveTo>
                  <a:pt x="f2" y="f2"/>
                </a:moveTo>
                <a:lnTo>
                  <a:pt x="f3" y="f2"/>
                </a:lnTo>
                <a:lnTo>
                  <a:pt x="f3" y="f4"/>
                </a:lnTo>
                <a:lnTo>
                  <a:pt x="f2" y="f4"/>
                </a:lnTo>
                <a:lnTo>
                  <a:pt x="f2" y="f2"/>
                </a:lnTo>
                <a:close/>
              </a:path>
            </a:pathLst>
          </a:custGeom>
          <a:blipFill>
            <a:blip r:embed="rId2">
              <a:alphaModFix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Freeform 8"/>
          <p:cNvSpPr/>
          <p:nvPr/>
        </p:nvSpPr>
        <p:spPr>
          <a:xfrm>
            <a:off x="8653296" y="0"/>
            <a:ext cx="2438421" cy="1186699"/>
          </a:xfrm>
          <a:custGeom>
            <a:avLst/>
            <a:gdLst>
              <a:gd name="f0" fmla="val w"/>
              <a:gd name="f1" fmla="val h"/>
              <a:gd name="f2" fmla="val 0"/>
              <a:gd name="f3" fmla="val 2880995"/>
              <a:gd name="f4" fmla="val 1402080"/>
              <a:gd name="f5" fmla="val 774446"/>
              <a:gd name="f6" fmla="val 644906"/>
              <a:gd name="f7" fmla="val 1440434"/>
              <a:gd name="f8" fmla="val 2235962"/>
              <a:gd name="f9" fmla="*/ f0 1 2880995"/>
              <a:gd name="f10" fmla="*/ f1 1 1402080"/>
              <a:gd name="f11" fmla="+- f4 0 f2"/>
              <a:gd name="f12" fmla="+- f3 0 f2"/>
              <a:gd name="f13" fmla="*/ f12 1 2880995"/>
              <a:gd name="f14" fmla="*/ f11 1 1402080"/>
              <a:gd name="f15" fmla="*/ f2 1 f13"/>
              <a:gd name="f16" fmla="*/ f3 1 f13"/>
              <a:gd name="f17" fmla="*/ f2 1 f14"/>
              <a:gd name="f18" fmla="*/ f4 1 f14"/>
              <a:gd name="f19" fmla="*/ f15 f9 1"/>
              <a:gd name="f20" fmla="*/ f16 f9 1"/>
              <a:gd name="f21" fmla="*/ f18 f10 1"/>
              <a:gd name="f22" fmla="*/ f17 f1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9" t="f22" r="f20" b="f21"/>
            <a:pathLst>
              <a:path w="2880995" h="1402080">
                <a:moveTo>
                  <a:pt x="f2" y="f2"/>
                </a:moveTo>
                <a:cubicBezTo>
                  <a:pt x="f2" y="f5"/>
                  <a:pt x="f6" y="f4"/>
                  <a:pt x="f7" y="f4"/>
                </a:cubicBezTo>
                <a:cubicBezTo>
                  <a:pt x="f8" y="f4"/>
                  <a:pt x="f3" y="f5"/>
                  <a:pt x="f3" y="f2"/>
                </a:cubicBezTo>
                <a:close/>
              </a:path>
            </a:pathLst>
          </a:cu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7551328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2389720" y="4800600"/>
            <a:ext cx="7315200" cy="566735"/>
          </a:xfrm>
        </p:spPr>
        <p:txBody>
          <a:bodyPr anchor="b" anchorCtr="0"/>
          <a:lstStyle>
            <a:lvl1pPr algn="l">
              <a:defRPr sz="2667"/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Picture Placeholder 2"/>
          <p:cNvSpPr txBox="1">
            <a:spLocks noGrp="1"/>
          </p:cNvSpPr>
          <p:nvPr>
            <p:ph type="pic" idx="1"/>
          </p:nvPr>
        </p:nvSpPr>
        <p:spPr>
          <a:xfrm>
            <a:off x="2389720" y="612776"/>
            <a:ext cx="7315200" cy="4114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" name="Text Placeholder 3"/>
          <p:cNvSpPr txBox="1">
            <a:spLocks noGrp="1"/>
          </p:cNvSpPr>
          <p:nvPr>
            <p:ph type="body" idx="2"/>
          </p:nvPr>
        </p:nvSpPr>
        <p:spPr>
          <a:xfrm>
            <a:off x="2389720" y="5367335"/>
            <a:ext cx="7315200" cy="804864"/>
          </a:xfrm>
        </p:spPr>
        <p:txBody>
          <a:bodyPr/>
          <a:lstStyle>
            <a:lvl1pPr marL="0" indent="0">
              <a:spcBef>
                <a:spcPts val="400"/>
              </a:spcBef>
              <a:buNone/>
              <a:defRPr sz="1867"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EE154C5-36C4-4F5F-B287-1D276DE2B63B}" type="datetime1">
              <a:rPr lang="en-US"/>
              <a:pPr lvl="0"/>
              <a:t>9/22/2025</a:t>
            </a:fld>
            <a:endParaRPr lang="en-US"/>
          </a:p>
        </p:txBody>
      </p:sp>
      <p:sp>
        <p:nvSpPr>
          <p:cNvPr id="6" name="Footer Placeholder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D530F78-14AA-4F0B-98EE-F2F874DC369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04202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6891AE2-19F9-4024-857D-EBA518D3F7E0}" type="datetime1">
              <a:rPr lang="en-US"/>
              <a:pPr lvl="0"/>
              <a:t>9/22/2025</a:t>
            </a:fld>
            <a:endParaRPr lang="en-US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4B6B1A9-7213-4111-AB91-77A383908D7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01021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 txBox="1">
            <a:spLocks noGrp="1"/>
          </p:cNvSpPr>
          <p:nvPr>
            <p:ph type="title" orient="vert"/>
          </p:nvPr>
        </p:nvSpPr>
        <p:spPr>
          <a:xfrm>
            <a:off x="8839203" y="274640"/>
            <a:ext cx="2743200" cy="5851529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Vertical Text Placeholder 2"/>
          <p:cNvSpPr txBox="1">
            <a:spLocks noGrp="1"/>
          </p:cNvSpPr>
          <p:nvPr>
            <p:ph type="body" orient="vert" idx="1"/>
          </p:nvPr>
        </p:nvSpPr>
        <p:spPr>
          <a:xfrm>
            <a:off x="609603" y="274640"/>
            <a:ext cx="8026402" cy="5851529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37C4A85-33E9-46AB-80FB-6C1BE5209108}" type="datetime1">
              <a:rPr lang="en-US"/>
              <a:pPr lvl="0"/>
              <a:t>9/22/2025</a:t>
            </a:fld>
            <a:endParaRPr lang="en-US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8632832-9051-4B4D-AA89-AEF0E42F964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906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 txBox="1">
            <a:spLocks noGrp="1"/>
          </p:cNvSpPr>
          <p:nvPr>
            <p:ph type="title"/>
          </p:nvPr>
        </p:nvSpPr>
        <p:spPr>
          <a:xfrm>
            <a:off x="609603" y="27464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rmAutofit/>
          </a:bodyPr>
          <a:lstStyle/>
          <a:p>
            <a:pPr lvl="0"/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 txBox="1">
            <a:spLocks noGrp="1"/>
          </p:cNvSpPr>
          <p:nvPr>
            <p:ph type="body" idx="1"/>
          </p:nvPr>
        </p:nvSpPr>
        <p:spPr>
          <a:xfrm>
            <a:off x="609603" y="1600200"/>
            <a:ext cx="10972800" cy="45259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2"/>
          </p:nvPr>
        </p:nvSpPr>
        <p:spPr>
          <a:xfrm>
            <a:off x="609603" y="6356351"/>
            <a:ext cx="2844798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600" b="0" i="0" u="none" strike="noStrike" kern="1200" cap="none" spc="0" baseline="0">
                <a:solidFill>
                  <a:srgbClr val="898989"/>
                </a:solidFill>
                <a:uFillTx/>
                <a:latin typeface="PT Sans" pitchFamily="34"/>
              </a:defRPr>
            </a:lvl1pPr>
          </a:lstStyle>
          <a:p>
            <a:pPr lvl="0"/>
            <a:fld id="{D99B984B-93E4-4B15-8721-B4A1D0F4CE7A}" type="datetime1">
              <a:rPr lang="en-US"/>
              <a:pPr lvl="0"/>
              <a:t>9/22/2025</a:t>
            </a:fld>
            <a:endParaRPr lang="en-US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3"/>
          </p:nvPr>
        </p:nvSpPr>
        <p:spPr>
          <a:xfrm>
            <a:off x="4165604" y="6356351"/>
            <a:ext cx="3860797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600" b="0" i="0" u="none" strike="noStrike" kern="1200" cap="none" spc="0" baseline="0">
                <a:solidFill>
                  <a:srgbClr val="898989"/>
                </a:solidFill>
                <a:uFillTx/>
                <a:latin typeface="PT Sans" pitchFamily="34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8737604" y="6356351"/>
            <a:ext cx="2844798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600" b="0" i="0" u="none" strike="noStrike" kern="1200" cap="none" spc="0" baseline="0">
                <a:solidFill>
                  <a:srgbClr val="898989"/>
                </a:solidFill>
                <a:uFillTx/>
                <a:latin typeface="PT Sans" pitchFamily="34"/>
              </a:defRPr>
            </a:lvl1pPr>
          </a:lstStyle>
          <a:p>
            <a:pPr lvl="0"/>
            <a:fld id="{F9117B6C-4109-414D-B813-DBF19531B789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</p:sldLayoutIdLst>
  <p:txStyles>
    <p:titleStyle>
      <a:lvl1pPr marL="0" marR="0" lvl="0" indent="0" algn="ctr" defTabSz="1219169" rtl="0" fontAlgn="auto" hangingPunct="1">
        <a:lnSpc>
          <a:spcPct val="100000"/>
        </a:lnSpc>
        <a:spcBef>
          <a:spcPts val="0"/>
        </a:spcBef>
        <a:spcAft>
          <a:spcPts val="0"/>
        </a:spcAft>
        <a:buNone/>
        <a:tabLst/>
        <a:defRPr lang="es-ES" sz="5867" b="1" i="0" u="none" strike="noStrike" kern="1200" cap="none" spc="0" baseline="0">
          <a:solidFill>
            <a:srgbClr val="000000"/>
          </a:solidFill>
          <a:uFillTx/>
          <a:latin typeface="PT Serif" pitchFamily="18"/>
        </a:defRPr>
      </a:lvl1pPr>
    </p:titleStyle>
    <p:bodyStyle>
      <a:lvl1pPr marL="457190" marR="0" lvl="0" indent="-457190" algn="l" defTabSz="1219169" rtl="0" fontAlgn="auto" hangingPunct="1">
        <a:lnSpc>
          <a:spcPct val="10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s-ES" sz="4267" b="0" i="0" u="none" strike="noStrike" kern="1200" cap="none" spc="0" baseline="0">
          <a:solidFill>
            <a:srgbClr val="000000"/>
          </a:solidFill>
          <a:uFillTx/>
          <a:latin typeface="PT Sans" pitchFamily="34"/>
        </a:defRPr>
      </a:lvl1pPr>
      <a:lvl2pPr marL="990578" marR="0" lvl="1" indent="-380993" algn="l" defTabSz="1219169" rtl="0" fontAlgn="auto" hangingPunct="1">
        <a:lnSpc>
          <a:spcPct val="100000"/>
        </a:lnSpc>
        <a:spcBef>
          <a:spcPts val="900"/>
        </a:spcBef>
        <a:spcAft>
          <a:spcPts val="0"/>
        </a:spcAft>
        <a:buSzPct val="100000"/>
        <a:buFont typeface="Arial" pitchFamily="34"/>
        <a:buChar char="–"/>
        <a:tabLst/>
        <a:defRPr lang="es-ES" sz="3733" b="0" i="0" u="none" strike="noStrike" kern="1200" cap="none" spc="0" baseline="0">
          <a:solidFill>
            <a:srgbClr val="000000"/>
          </a:solidFill>
          <a:uFillTx/>
          <a:latin typeface="PT Sans" pitchFamily="34"/>
        </a:defRPr>
      </a:lvl2pPr>
      <a:lvl3pPr marL="1523966" marR="0" lvl="2" indent="-304787" algn="l" defTabSz="1219169" rtl="0" fontAlgn="auto" hangingPunct="1">
        <a:lnSpc>
          <a:spcPct val="100000"/>
        </a:lnSpc>
        <a:spcBef>
          <a:spcPts val="800"/>
        </a:spcBef>
        <a:spcAft>
          <a:spcPts val="0"/>
        </a:spcAft>
        <a:buSzPct val="100000"/>
        <a:buFont typeface="Arial" pitchFamily="34"/>
        <a:buChar char="•"/>
        <a:tabLst/>
        <a:defRPr lang="es-ES" sz="3200" b="0" i="0" u="none" strike="noStrike" kern="1200" cap="none" spc="0" baseline="0">
          <a:solidFill>
            <a:srgbClr val="000000"/>
          </a:solidFill>
          <a:uFillTx/>
          <a:latin typeface="PT Sans" pitchFamily="34"/>
        </a:defRPr>
      </a:lvl3pPr>
      <a:lvl4pPr marL="2133551" marR="0" lvl="3" indent="-304787" algn="l" defTabSz="1219169" rtl="0" fontAlgn="auto" hangingPunct="1">
        <a:lnSpc>
          <a:spcPct val="100000"/>
        </a:lnSpc>
        <a:spcBef>
          <a:spcPts val="600"/>
        </a:spcBef>
        <a:spcAft>
          <a:spcPts val="0"/>
        </a:spcAft>
        <a:buSzPct val="100000"/>
        <a:buFont typeface="Arial" pitchFamily="34"/>
        <a:buChar char="–"/>
        <a:tabLst/>
        <a:defRPr lang="es-ES" sz="2667" b="0" i="0" u="none" strike="noStrike" kern="1200" cap="none" spc="0" baseline="0">
          <a:solidFill>
            <a:srgbClr val="000000"/>
          </a:solidFill>
          <a:uFillTx/>
          <a:latin typeface="PT Sans" pitchFamily="34"/>
        </a:defRPr>
      </a:lvl4pPr>
      <a:lvl5pPr marL="2743126" marR="0" lvl="4" indent="-304787" algn="l" defTabSz="1219169" rtl="0" fontAlgn="auto" hangingPunct="1">
        <a:lnSpc>
          <a:spcPct val="100000"/>
        </a:lnSpc>
        <a:spcBef>
          <a:spcPts val="600"/>
        </a:spcBef>
        <a:spcAft>
          <a:spcPts val="0"/>
        </a:spcAft>
        <a:buSzPct val="100000"/>
        <a:buFont typeface="Arial" pitchFamily="34"/>
        <a:buChar char="»"/>
        <a:tabLst/>
        <a:defRPr lang="es-ES" sz="2667" b="0" i="0" u="none" strike="noStrike" kern="1200" cap="none" spc="0" baseline="0">
          <a:solidFill>
            <a:srgbClr val="000000"/>
          </a:solidFill>
          <a:uFillTx/>
          <a:latin typeface="PT Sans" pitchFamily="34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firebase.google.com/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firebase.google.com/?hl=es-419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arsonitcertification.com/" TargetMode="External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aws.amazon.com/es/nosql/document/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aws.amazon.com/es/nosql/document/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hyperlink" Target="https://jonmircha.com/api-rest" TargetMode="Externa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firebase.google.com/docs/database/rtdb-vs-firestore?hl=es-419&amp;authuser=0&amp;_gl=1*1hhpngo*_ga*ODgwMDI3MjQuMTc1NzA2NDIyMw..*_ga_CW55HF8NVT*czE3NTcyNDA4MzkkbzIkZzEkdDE3NTcyNDc4MTQkajEyJGwwJGgw" TargetMode="Externa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QcsAb2RR52c&amp;list=PLl-K7zZEsYLmOF_07IayrTntevxtbUxDL" TargetMode="Externa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firebase-developers/what-is-firebase-the-complete-story-abridged-bcc730c5f2c0" TargetMode="Externa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firebase-developers/what-is-firebase-the-complete-story-abridged-bcc730c5f2c0" TargetMode="External"/><Relationship Id="rId2" Type="http://schemas.openxmlformats.org/officeDocument/2006/relationships/image" Target="../media/image25.gif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firebase.google.com/docs/firestore/query-data/queries?hl=es-419#query_operators" TargetMode="External"/><Relationship Id="rId2" Type="http://schemas.openxmlformats.org/officeDocument/2006/relationships/hyperlink" Target="https://firebase.google.com/docs/firestore/query-data/queries?hl=es-419#kotlin" TargetMode="External"/><Relationship Id="rId1" Type="http://schemas.openxmlformats.org/officeDocument/2006/relationships/slideLayout" Target="../slideLayouts/slideLayout14.xml"/><Relationship Id="rId4" Type="http://schemas.openxmlformats.org/officeDocument/2006/relationships/hyperlink" Target="https://firebase.google.com/docs/firestore/best-practices?hl=es-419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hyperlink" Target="https://firebase.google.com/docs/auth?hl=es-419" TargetMode="Externa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 txBox="1"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/>
            <a:r>
              <a:rPr lang="es-ES" dirty="0"/>
              <a:t>Cloud Firestore</a:t>
            </a:r>
          </a:p>
        </p:txBody>
      </p:sp>
      <p:sp>
        <p:nvSpPr>
          <p:cNvPr id="3" name="Subtítulo 2"/>
          <p:cNvSpPr txBox="1"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/>
            <a:r>
              <a:rPr lang="es-ES" dirty="0"/>
              <a:t>Base de datos </a:t>
            </a:r>
            <a:r>
              <a:rPr lang="es-ES" dirty="0" err="1"/>
              <a:t>BaaS</a:t>
            </a:r>
            <a:r>
              <a:rPr lang="es-ES" dirty="0"/>
              <a:t> NoSQL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99C3646-2542-44E4-F04B-9008BEC448D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905499" y="1600200"/>
            <a:ext cx="5676903" cy="4525959"/>
          </a:xfrm>
        </p:spPr>
        <p:txBody>
          <a:bodyPr>
            <a:normAutofit fontScale="70000" lnSpcReduction="20000"/>
          </a:bodyPr>
          <a:lstStyle/>
          <a:p>
            <a:r>
              <a:rPr lang="es-ES" dirty="0" err="1"/>
              <a:t>Firebase</a:t>
            </a:r>
            <a:endParaRPr lang="es-ES" dirty="0"/>
          </a:p>
          <a:p>
            <a:r>
              <a:rPr lang="es-ES" dirty="0"/>
              <a:t>Estructura Base de datos</a:t>
            </a:r>
          </a:p>
          <a:p>
            <a:r>
              <a:rPr lang="es-ES" dirty="0"/>
              <a:t>Comparación desarrollo</a:t>
            </a:r>
          </a:p>
          <a:p>
            <a:r>
              <a:rPr lang="es-ES" dirty="0"/>
              <a:t>Cloud Firestore</a:t>
            </a:r>
          </a:p>
          <a:p>
            <a:r>
              <a:rPr lang="es-ES" dirty="0"/>
              <a:t>Conectar IDE y API</a:t>
            </a:r>
          </a:p>
          <a:p>
            <a:r>
              <a:rPr lang="es-ES" dirty="0"/>
              <a:t>Crear Base de datos</a:t>
            </a:r>
          </a:p>
          <a:p>
            <a:r>
              <a:rPr lang="es-ES" dirty="0"/>
              <a:t>Conectarse desde IDE</a:t>
            </a:r>
          </a:p>
          <a:p>
            <a:r>
              <a:rPr lang="es-ES" dirty="0"/>
              <a:t>Ejercicios</a:t>
            </a:r>
          </a:p>
          <a:p>
            <a:r>
              <a:rPr lang="es-ES" dirty="0"/>
              <a:t>Errores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BD7FE9B-8647-C37C-6A8B-309BDB525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Índice</a:t>
            </a:r>
          </a:p>
        </p:txBody>
      </p:sp>
    </p:spTree>
    <p:extLst>
      <p:ext uri="{BB962C8B-B14F-4D97-AF65-F5344CB8AC3E}">
        <p14:creationId xmlns:p14="http://schemas.microsoft.com/office/powerpoint/2010/main" val="25004114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 txBox="1">
            <a:spLocks noGrp="1"/>
          </p:cNvSpPr>
          <p:nvPr>
            <p:ph type="title"/>
          </p:nvPr>
        </p:nvSpPr>
        <p:spPr>
          <a:xfrm>
            <a:off x="4444998" y="3441573"/>
            <a:ext cx="3657600" cy="1968620"/>
          </a:xfrm>
        </p:spPr>
        <p:txBody>
          <a:bodyPr/>
          <a:lstStyle/>
          <a:p>
            <a:pPr lvl="0"/>
            <a:r>
              <a:rPr lang="es-ES"/>
              <a:t>Firebase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416548" y="1871090"/>
            <a:ext cx="1714500" cy="1714500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/>
          <p:cNvSpPr txBox="1">
            <a:spLocks noGrp="1"/>
          </p:cNvSpPr>
          <p:nvPr>
            <p:ph type="body" idx="4294967295"/>
          </p:nvPr>
        </p:nvSpPr>
        <p:spPr>
          <a:xfrm>
            <a:off x="1519147" y="2590796"/>
            <a:ext cx="9892162" cy="35353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ítulo 2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s-ES" dirty="0"/>
              <a:t>Productos disponibles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829" y="2442152"/>
            <a:ext cx="9366372" cy="426435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5" name="TextBox 11"/>
          <p:cNvSpPr txBox="1"/>
          <p:nvPr/>
        </p:nvSpPr>
        <p:spPr>
          <a:xfrm>
            <a:off x="926534" y="6709684"/>
            <a:ext cx="3673940" cy="60221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4245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707" b="0" i="0" u="none" strike="noStrike" kern="1200" cap="none" spc="0" baseline="0" dirty="0">
                <a:solidFill>
                  <a:srgbClr val="000000"/>
                </a:solidFill>
                <a:uFillTx/>
                <a:latin typeface="PT Sans"/>
                <a:ea typeface="PT Sans"/>
                <a:cs typeface="PT Sans"/>
                <a:hlinkClick r:id="rId3"/>
              </a:rPr>
              <a:t>Footer: firebase.google.com</a:t>
            </a:r>
            <a:endParaRPr lang="es-ES" sz="1707" b="0" i="0" u="none" strike="noStrike" kern="1200" cap="none" spc="0" baseline="0" dirty="0">
              <a:solidFill>
                <a:srgbClr val="000000"/>
              </a:solidFill>
              <a:uFillTx/>
              <a:latin typeface="PT Sans"/>
              <a:ea typeface="PT Sans"/>
              <a:cs typeface="PT Sans"/>
            </a:endParaRPr>
          </a:p>
        </p:txBody>
      </p:sp>
      <p:sp>
        <p:nvSpPr>
          <p:cNvPr id="6" name="Rectángulo 5"/>
          <p:cNvSpPr/>
          <p:nvPr/>
        </p:nvSpPr>
        <p:spPr>
          <a:xfrm>
            <a:off x="4054129" y="3009528"/>
            <a:ext cx="1656179" cy="360035"/>
          </a:xfrm>
          <a:prstGeom prst="rect">
            <a:avLst/>
          </a:prstGeom>
          <a:noFill/>
          <a:ln w="25402" cap="flat">
            <a:solidFill>
              <a:srgbClr val="0F3E2A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1800" b="0" i="0" u="none" strike="noStrike" kern="1200" cap="none" spc="0" baseline="0">
              <a:solidFill>
                <a:srgbClr val="FFFFFF"/>
              </a:solidFill>
              <a:uFillTx/>
              <a:latin typeface="Calibri"/>
            </a:endParaRPr>
          </a:p>
        </p:txBody>
      </p:sp>
      <p:cxnSp>
        <p:nvCxnSpPr>
          <p:cNvPr id="7" name="Conector recto 7"/>
          <p:cNvCxnSpPr/>
          <p:nvPr/>
        </p:nvCxnSpPr>
        <p:spPr>
          <a:xfrm>
            <a:off x="4270156" y="5169770"/>
            <a:ext cx="1440153" cy="0"/>
          </a:xfrm>
          <a:prstGeom prst="straightConnector1">
            <a:avLst/>
          </a:prstGeom>
          <a:noFill/>
          <a:ln w="22229" cap="flat">
            <a:solidFill>
              <a:srgbClr val="2D986C"/>
            </a:solidFill>
            <a:custDash>
              <a:ds d="299960" sp="299960"/>
            </a:custDash>
            <a:miter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s-ES" dirty="0"/>
              <a:t>Grandes usuarios</a:t>
            </a:r>
          </a:p>
        </p:txBody>
      </p:sp>
      <p:pic>
        <p:nvPicPr>
          <p:cNvPr id="3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9868" y="2073420"/>
            <a:ext cx="8954956" cy="4874702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TextBox 11"/>
          <p:cNvSpPr txBox="1"/>
          <p:nvPr/>
        </p:nvSpPr>
        <p:spPr>
          <a:xfrm>
            <a:off x="926534" y="6709684"/>
            <a:ext cx="3673940" cy="60221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4245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707" b="0" i="0" u="none" strike="noStrike" kern="1200" cap="none" spc="0" baseline="0">
                <a:solidFill>
                  <a:srgbClr val="000000"/>
                </a:solidFill>
                <a:uFillTx/>
                <a:latin typeface="PT Sans"/>
                <a:ea typeface="PT Sans"/>
                <a:cs typeface="PT Sans"/>
                <a:hlinkClick r:id="rId3"/>
              </a:rPr>
              <a:t>https://firebase.google.com/?hl=es-419</a:t>
            </a:r>
            <a:endParaRPr lang="es-ES" sz="1707" b="0" i="0" u="none" strike="noStrike" kern="1200" cap="none" spc="0" baseline="0">
              <a:solidFill>
                <a:srgbClr val="000000"/>
              </a:solidFill>
              <a:uFillTx/>
              <a:latin typeface="PT Sans"/>
              <a:ea typeface="PT Sans"/>
              <a:cs typeface="PT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9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s-ES"/>
              <a:t>Estructura</a:t>
            </a:r>
            <a:br>
              <a:rPr lang="es-ES"/>
            </a:br>
            <a:r>
              <a:rPr lang="es-ES"/>
              <a:t>Base de datos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/>
          <p:cNvSpPr txBox="1">
            <a:spLocks noGrp="1"/>
          </p:cNvSpPr>
          <p:nvPr>
            <p:ph type="body" idx="4294967295"/>
          </p:nvPr>
        </p:nvSpPr>
        <p:spPr>
          <a:xfrm>
            <a:off x="1997954" y="1440399"/>
            <a:ext cx="4525813" cy="705038"/>
          </a:xfrm>
        </p:spPr>
        <p:txBody>
          <a:bodyPr/>
          <a:lstStyle/>
          <a:p>
            <a:pPr marL="0" lvl="0" indent="0">
              <a:spcBef>
                <a:spcPts val="700"/>
              </a:spcBef>
              <a:buNone/>
            </a:pPr>
            <a:r>
              <a:rPr lang="es-ES" sz="2800" b="1">
                <a:solidFill>
                  <a:srgbClr val="DD5B2C"/>
                </a:solidFill>
              </a:rPr>
              <a:t>SQL</a:t>
            </a:r>
          </a:p>
        </p:txBody>
      </p:sp>
      <p:sp>
        <p:nvSpPr>
          <p:cNvPr id="3" name="Marcador de contenido 2"/>
          <p:cNvSpPr txBox="1">
            <a:spLocks noGrp="1"/>
          </p:cNvSpPr>
          <p:nvPr>
            <p:ph type="body" idx="4294967295"/>
          </p:nvPr>
        </p:nvSpPr>
        <p:spPr>
          <a:xfrm>
            <a:off x="6837215" y="1446900"/>
            <a:ext cx="4525813" cy="554510"/>
          </a:xfrm>
        </p:spPr>
        <p:txBody>
          <a:bodyPr/>
          <a:lstStyle/>
          <a:p>
            <a:pPr marL="0" lvl="0" indent="0">
              <a:spcBef>
                <a:spcPts val="700"/>
              </a:spcBef>
              <a:buNone/>
            </a:pPr>
            <a:r>
              <a:rPr lang="es-ES" sz="2800" b="1">
                <a:solidFill>
                  <a:srgbClr val="397FB7"/>
                </a:solidFill>
              </a:rPr>
              <a:t>NO-SQL</a:t>
            </a:r>
          </a:p>
        </p:txBody>
      </p:sp>
      <p:sp>
        <p:nvSpPr>
          <p:cNvPr id="4" name="Marcador de contenido 1"/>
          <p:cNvSpPr txBox="1"/>
          <p:nvPr/>
        </p:nvSpPr>
        <p:spPr>
          <a:xfrm>
            <a:off x="1612754" y="2138068"/>
            <a:ext cx="4745626" cy="143028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457200" marR="0" lvl="0" indent="-457200" algn="l" defTabSz="1219169" rtl="0" fontAlgn="auto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2800" b="1" i="0" u="none" strike="noStrike" kern="1200" cap="none" spc="0" baseline="0">
                <a:solidFill>
                  <a:srgbClr val="000000"/>
                </a:solidFill>
                <a:uFillTx/>
                <a:latin typeface="PT Sans" pitchFamily="34"/>
              </a:rPr>
              <a:t>INTEGRIDAD</a:t>
            </a:r>
          </a:p>
          <a:p>
            <a:pPr marL="457200" marR="0" lvl="0" indent="-457200" algn="l" defTabSz="1219169" rtl="0" fontAlgn="auto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2800" b="0" i="0" u="none" strike="noStrike" kern="1200" cap="none" spc="0" baseline="0">
                <a:solidFill>
                  <a:srgbClr val="000000"/>
                </a:solidFill>
                <a:uFillTx/>
                <a:latin typeface="PT Sans" pitchFamily="34"/>
              </a:rPr>
              <a:t>Relacionales (tablas)</a:t>
            </a:r>
          </a:p>
          <a:p>
            <a:pPr marL="457190" marR="0" lvl="0" indent="-457190" algn="l" defTabSz="1219169" rtl="0" fontAlgn="auto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2800" b="0" i="0" u="none" strike="noStrike" kern="1200" cap="none" spc="0" baseline="0">
              <a:solidFill>
                <a:srgbClr val="000000"/>
              </a:solidFill>
              <a:uFillTx/>
              <a:latin typeface="PT Sans" pitchFamily="34"/>
            </a:endParaRPr>
          </a:p>
          <a:p>
            <a:pPr marL="457190" marR="0" lvl="0" indent="-457190" algn="l" defTabSz="1219169" rtl="0" fontAlgn="auto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2800" b="0" i="0" u="none" strike="noStrike" kern="1200" cap="none" spc="0" baseline="0">
              <a:solidFill>
                <a:srgbClr val="000000"/>
              </a:solidFill>
              <a:uFillTx/>
              <a:latin typeface="PT Sans" pitchFamily="34"/>
            </a:endParaRPr>
          </a:p>
          <a:p>
            <a:pPr marL="990578" marR="0" lvl="1" indent="-380993" algn="l" defTabSz="1219169" rtl="0" fontAlgn="auto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ct val="100000"/>
              <a:buFont typeface="Arial" pitchFamily="34"/>
              <a:buChar char="–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3733" b="0" i="0" u="none" strike="noStrike" kern="1200" cap="none" spc="0" baseline="0">
              <a:solidFill>
                <a:srgbClr val="000000"/>
              </a:solidFill>
              <a:uFillTx/>
              <a:latin typeface="PT Sans" pitchFamily="34"/>
            </a:endParaRPr>
          </a:p>
        </p:txBody>
      </p:sp>
      <p:sp>
        <p:nvSpPr>
          <p:cNvPr id="5" name="CuadroTexto 5"/>
          <p:cNvSpPr txBox="1"/>
          <p:nvPr/>
        </p:nvSpPr>
        <p:spPr>
          <a:xfrm>
            <a:off x="6646416" y="2001420"/>
            <a:ext cx="5163205" cy="181587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457200" marR="0" lvl="0" indent="-4572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2800" b="1" i="0" u="none" strike="noStrike" kern="1200" cap="none" spc="0" baseline="0">
                <a:solidFill>
                  <a:srgbClr val="000000"/>
                </a:solidFill>
                <a:uFillTx/>
                <a:latin typeface="PT Sans" pitchFamily="34"/>
              </a:rPr>
              <a:t>VELOCIDAD</a:t>
            </a:r>
          </a:p>
          <a:p>
            <a:pPr marL="457200" marR="0" lvl="0" indent="-4572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2800" b="1" i="0" u="none" strike="noStrike" kern="1200" cap="none" spc="0" baseline="0">
                <a:solidFill>
                  <a:srgbClr val="000000"/>
                </a:solidFill>
                <a:uFillTx/>
                <a:latin typeface="PT Sans" pitchFamily="34"/>
              </a:rPr>
              <a:t>FLEXIBILIDAD</a:t>
            </a:r>
          </a:p>
          <a:p>
            <a:pPr marL="457200" marR="0" lvl="0" indent="-4572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2800" b="0" i="0" u="none" strike="noStrike" kern="1200" cap="none" spc="0" baseline="0">
                <a:solidFill>
                  <a:srgbClr val="000000"/>
                </a:solidFill>
                <a:uFillTx/>
                <a:latin typeface="PT Sans" pitchFamily="34"/>
              </a:rPr>
              <a:t>Documentales (json,xml…)</a:t>
            </a:r>
          </a:p>
          <a:p>
            <a:pPr marL="457200" marR="0" lvl="0" indent="-45720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2800" b="0" i="0" u="none" strike="noStrike" kern="1200" cap="none" spc="0" baseline="0">
                <a:solidFill>
                  <a:srgbClr val="000000"/>
                </a:solidFill>
                <a:uFillTx/>
                <a:latin typeface="PT Sans" pitchFamily="34"/>
              </a:rPr>
              <a:t>Clave-valor (Redis, caché…)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959729" y="1619347"/>
            <a:ext cx="7085338" cy="4506812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CuadroTexto 3"/>
          <p:cNvSpPr txBox="1"/>
          <p:nvPr/>
        </p:nvSpPr>
        <p:spPr>
          <a:xfrm>
            <a:off x="1519147" y="6386590"/>
            <a:ext cx="5199278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800" b="0" i="0" u="none" strike="noStrike" kern="1200" cap="none" spc="0" baseline="0">
                <a:solidFill>
                  <a:srgbClr val="000000"/>
                </a:solidFill>
                <a:uFillTx/>
                <a:latin typeface="PT Sans" pitchFamily="34"/>
                <a:hlinkClick r:id="rId3"/>
              </a:rPr>
              <a:t>https://www.pearsonitcertification.com</a:t>
            </a:r>
            <a:endParaRPr lang="es-ES" sz="1800" b="0" i="0" u="none" strike="noStrike" kern="1200" cap="none" spc="0" baseline="0">
              <a:solidFill>
                <a:srgbClr val="000000"/>
              </a:solidFill>
              <a:uFillTx/>
              <a:latin typeface="PT Sans" pitchFamily="3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>
            <a:spLocks noGrp="1"/>
          </p:cNvSpPr>
          <p:nvPr>
            <p:ph type="title"/>
          </p:nvPr>
        </p:nvSpPr>
        <p:spPr>
          <a:xfrm>
            <a:off x="1389833" y="921294"/>
            <a:ext cx="9988951" cy="2051300"/>
          </a:xfrm>
        </p:spPr>
        <p:txBody>
          <a:bodyPr anchorCtr="1"/>
          <a:lstStyle/>
          <a:p>
            <a:pPr lvl="0" algn="ctr"/>
            <a:r>
              <a:rPr lang="es-ES"/>
              <a:t>Base de datos Documental</a:t>
            </a:r>
            <a:br>
              <a:rPr lang="es-ES"/>
            </a:br>
            <a:r>
              <a:rPr lang="es-ES"/>
              <a:t>Estructura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325931" y="2605153"/>
            <a:ext cx="7882173" cy="4176467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CuadroTexto 4"/>
          <p:cNvSpPr txBox="1"/>
          <p:nvPr/>
        </p:nvSpPr>
        <p:spPr>
          <a:xfrm>
            <a:off x="4558183" y="6785305"/>
            <a:ext cx="6527261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hlinkClick r:id="rId3"/>
              </a:rPr>
              <a:t>https://aws.amazon.com/es/nosql/document/</a:t>
            </a:r>
            <a:endParaRPr lang="es-E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>
            <a:spLocks noGrp="1"/>
          </p:cNvSpPr>
          <p:nvPr>
            <p:ph type="title"/>
          </p:nvPr>
        </p:nvSpPr>
        <p:spPr>
          <a:xfrm>
            <a:off x="1402040" y="1174254"/>
            <a:ext cx="9988951" cy="2051300"/>
          </a:xfrm>
        </p:spPr>
        <p:txBody>
          <a:bodyPr anchorCtr="1"/>
          <a:lstStyle/>
          <a:p>
            <a:pPr lvl="0" algn="ctr"/>
            <a:r>
              <a:rPr lang="es-ES" dirty="0"/>
              <a:t>Base de datos Documental</a:t>
            </a:r>
            <a:br>
              <a:rPr lang="es-ES" dirty="0"/>
            </a:br>
            <a:r>
              <a:rPr lang="es-ES" dirty="0"/>
              <a:t>Query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25734" y="3513582"/>
            <a:ext cx="11838380" cy="2520278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CuadroTexto 4"/>
          <p:cNvSpPr txBox="1"/>
          <p:nvPr/>
        </p:nvSpPr>
        <p:spPr>
          <a:xfrm>
            <a:off x="4414165" y="6339334"/>
            <a:ext cx="6527261" cy="369335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hlinkClick r:id="rId3"/>
              </a:rPr>
              <a:t>https://aws.amazon.com/es/nosql/document/</a:t>
            </a:r>
            <a:endParaRPr lang="es-ES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s-ES"/>
              <a:t>Comparación desarrollo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/>
          <p:cNvSpPr txBox="1"/>
          <p:nvPr/>
        </p:nvSpPr>
        <p:spPr>
          <a:xfrm>
            <a:off x="1997954" y="1440399"/>
            <a:ext cx="4525813" cy="7050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marL="0" marR="0" lvl="0" indent="0" algn="l" defTabSz="1219169" rtl="0" fontAlgn="auto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2800" b="1" i="0" u="none" strike="noStrike" kern="1200" cap="none" spc="0" baseline="0">
                <a:solidFill>
                  <a:srgbClr val="DD5B2C"/>
                </a:solidFill>
                <a:uFillTx/>
                <a:latin typeface="PT Sans" pitchFamily="34"/>
              </a:rPr>
              <a:t>Tradicional</a:t>
            </a:r>
          </a:p>
        </p:txBody>
      </p:sp>
      <p:sp>
        <p:nvSpPr>
          <p:cNvPr id="3" name="Marcador de contenido 2"/>
          <p:cNvSpPr txBox="1"/>
          <p:nvPr/>
        </p:nvSpPr>
        <p:spPr>
          <a:xfrm>
            <a:off x="6837215" y="1446900"/>
            <a:ext cx="4525813" cy="55451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marL="0" marR="0" lvl="0" indent="0" algn="l" defTabSz="1219169" rtl="0" fontAlgn="auto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2800" b="1" i="0" u="none" strike="noStrike" kern="1200" cap="none" spc="0" baseline="0" dirty="0">
                <a:solidFill>
                  <a:srgbClr val="397FB7"/>
                </a:solidFill>
                <a:uFillTx/>
                <a:latin typeface="PT Sans" pitchFamily="34"/>
              </a:rPr>
              <a:t>Firestore</a:t>
            </a:r>
          </a:p>
        </p:txBody>
      </p:sp>
      <p:sp>
        <p:nvSpPr>
          <p:cNvPr id="4" name="Marcador de contenido 1"/>
          <p:cNvSpPr txBox="1"/>
          <p:nvPr/>
        </p:nvSpPr>
        <p:spPr>
          <a:xfrm>
            <a:off x="957788" y="2138068"/>
            <a:ext cx="5400601" cy="382378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457200" marR="0" lvl="0" indent="-457200" algn="l" defTabSz="1219169" rtl="0" fontAlgn="auto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2800" b="0" i="0" u="none" strike="noStrike" kern="1200" cap="none" spc="0" baseline="0" dirty="0">
                <a:solidFill>
                  <a:srgbClr val="000000"/>
                </a:solidFill>
                <a:uFillTx/>
                <a:latin typeface="PT Sans" pitchFamily="34"/>
              </a:rPr>
              <a:t>En la app pon un sistema de comunicación API-REST HTTP</a:t>
            </a:r>
          </a:p>
          <a:p>
            <a:pPr marL="457200" marR="0" lvl="0" indent="-457200" algn="l" defTabSz="1219169" rtl="0" fontAlgn="auto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2800" b="0" i="0" u="none" strike="noStrike" kern="1200" cap="none" spc="0" baseline="0" dirty="0" err="1">
                <a:solidFill>
                  <a:srgbClr val="000000"/>
                </a:solidFill>
                <a:uFillTx/>
                <a:latin typeface="PT Sans" pitchFamily="34"/>
              </a:rPr>
              <a:t>Desarrollala</a:t>
            </a:r>
            <a:r>
              <a:rPr lang="es-ES" sz="2800" b="0" i="0" u="none" strike="noStrike" kern="1200" cap="none" spc="0" baseline="0" dirty="0">
                <a:solidFill>
                  <a:srgbClr val="000000"/>
                </a:solidFill>
                <a:uFillTx/>
                <a:latin typeface="PT Sans" pitchFamily="34"/>
              </a:rPr>
              <a:t> un </a:t>
            </a:r>
            <a:r>
              <a:rPr lang="es-ES" sz="2800" b="0" i="0" u="none" strike="noStrike" kern="1200" cap="none" spc="0" baseline="0" dirty="0" err="1">
                <a:solidFill>
                  <a:srgbClr val="000000"/>
                </a:solidFill>
                <a:uFillTx/>
                <a:latin typeface="PT Sans" pitchFamily="34"/>
              </a:rPr>
              <a:t>Backend</a:t>
            </a:r>
            <a:r>
              <a:rPr lang="es-ES" sz="2800" b="0" i="0" u="none" strike="noStrike" kern="1200" cap="none" spc="0" baseline="0" dirty="0">
                <a:solidFill>
                  <a:srgbClr val="000000"/>
                </a:solidFill>
                <a:uFillTx/>
                <a:latin typeface="PT Sans" pitchFamily="34"/>
              </a:rPr>
              <a:t> o Middleware</a:t>
            </a:r>
          </a:p>
          <a:p>
            <a:pPr marL="990587" marR="0" lvl="1" indent="-457200" algn="l" defTabSz="1219169" rtl="0" fontAlgn="auto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–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2266" b="0" i="0" u="none" strike="noStrike" kern="1200" cap="none" spc="0" baseline="0" dirty="0">
                <a:solidFill>
                  <a:srgbClr val="000000"/>
                </a:solidFill>
                <a:uFillTx/>
                <a:latin typeface="PT Sans" pitchFamily="34"/>
              </a:rPr>
              <a:t>Servidor lee JSON entrada</a:t>
            </a:r>
          </a:p>
          <a:p>
            <a:pPr marL="990587" marR="0" lvl="1" indent="-457200" algn="l" defTabSz="1219169" rtl="0" fontAlgn="auto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–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2266" b="0" i="0" u="none" strike="noStrike" kern="1200" cap="none" spc="0" baseline="0" dirty="0">
                <a:solidFill>
                  <a:srgbClr val="000000"/>
                </a:solidFill>
                <a:uFillTx/>
                <a:latin typeface="PT Sans" pitchFamily="34"/>
              </a:rPr>
              <a:t>Servidor realiza Query</a:t>
            </a:r>
          </a:p>
          <a:p>
            <a:pPr marL="990587" marR="0" lvl="1" indent="-457200" algn="l" defTabSz="1219169" rtl="0" fontAlgn="auto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–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2266" b="0" i="0" u="none" strike="noStrike" kern="1200" cap="none" spc="0" baseline="0" dirty="0">
                <a:solidFill>
                  <a:srgbClr val="000000"/>
                </a:solidFill>
                <a:uFillTx/>
                <a:latin typeface="PT Sans" pitchFamily="34"/>
              </a:rPr>
              <a:t>Envía respuesta</a:t>
            </a:r>
          </a:p>
          <a:p>
            <a:pPr marL="457190" marR="0" lvl="0" indent="-457190" algn="l" defTabSz="1219169" rtl="0" fontAlgn="auto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2800" b="0" i="0" u="none" strike="noStrike" kern="1200" cap="none" spc="0" baseline="0" dirty="0">
                <a:solidFill>
                  <a:srgbClr val="000000"/>
                </a:solidFill>
                <a:uFillTx/>
                <a:latin typeface="PT Sans" pitchFamily="34"/>
              </a:rPr>
              <a:t>App lee datos respuesta</a:t>
            </a:r>
          </a:p>
          <a:p>
            <a:pPr marL="990578" marR="0" lvl="1" indent="-380993" algn="l" defTabSz="1219169" rtl="0" fontAlgn="auto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ct val="100000"/>
              <a:buFont typeface="Arial" pitchFamily="34"/>
              <a:buChar char="–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3733" b="0" i="0" u="none" strike="noStrike" kern="1200" cap="none" spc="0" baseline="0" dirty="0">
              <a:solidFill>
                <a:srgbClr val="000000"/>
              </a:solidFill>
              <a:uFillTx/>
              <a:latin typeface="PT Sans" pitchFamily="34"/>
            </a:endParaRPr>
          </a:p>
        </p:txBody>
      </p:sp>
      <p:sp>
        <p:nvSpPr>
          <p:cNvPr id="5" name="Marcador de contenido 1"/>
          <p:cNvSpPr txBox="1"/>
          <p:nvPr/>
        </p:nvSpPr>
        <p:spPr>
          <a:xfrm>
            <a:off x="6480060" y="2031412"/>
            <a:ext cx="5400601" cy="382378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457200" marR="0" lvl="0" indent="-457200" algn="l" defTabSz="1219169" rtl="0" fontAlgn="auto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2800" b="0" i="0" u="none" strike="noStrike" kern="1200" cap="none" spc="0" baseline="0">
                <a:solidFill>
                  <a:srgbClr val="000000"/>
                </a:solidFill>
                <a:uFillTx/>
                <a:latin typeface="PT Sans" pitchFamily="34"/>
              </a:rPr>
              <a:t>Configura infraestructura</a:t>
            </a:r>
          </a:p>
          <a:p>
            <a:pPr marL="457200" marR="0" lvl="0" indent="-457200" algn="l" defTabSz="1219169" rtl="0" fontAlgn="auto" hangingPunct="1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2800" b="0" i="0" u="none" strike="noStrike" kern="1200" cap="none" spc="0" baseline="0">
                <a:solidFill>
                  <a:srgbClr val="000000"/>
                </a:solidFill>
                <a:uFillTx/>
                <a:latin typeface="PT Sans" pitchFamily="34"/>
              </a:rPr>
              <a:t>SDK de Android realiza consultas</a:t>
            </a:r>
          </a:p>
          <a:p>
            <a:pPr marL="990578" marR="0" lvl="1" indent="-380993" algn="l" defTabSz="1219169" rtl="0" fontAlgn="auto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ct val="100000"/>
              <a:buFont typeface="Arial" pitchFamily="34"/>
              <a:buChar char="–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s-ES" sz="3733" b="0" i="0" u="none" strike="noStrike" kern="1200" cap="none" spc="0" baseline="0">
              <a:solidFill>
                <a:srgbClr val="000000"/>
              </a:solidFill>
              <a:uFillTx/>
              <a:latin typeface="PT Sans" pitchFamily="3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1"/>
          <p:cNvSpPr txBox="1"/>
          <p:nvPr/>
        </p:nvSpPr>
        <p:spPr>
          <a:xfrm>
            <a:off x="4784607" y="6278846"/>
            <a:ext cx="3264462" cy="60221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4245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707" b="0" i="0" u="none" strike="noStrike" kern="1200" cap="none" spc="0" baseline="0">
                <a:solidFill>
                  <a:srgbClr val="000000"/>
                </a:solidFill>
                <a:uFillTx/>
                <a:latin typeface="PT Sans"/>
                <a:ea typeface="PT Sans"/>
                <a:cs typeface="PT Sans"/>
                <a:hlinkClick r:id="rId2"/>
              </a:rPr>
              <a:t>https://jonmircha.com/api-rest</a:t>
            </a:r>
            <a:endParaRPr lang="es-ES" sz="1707" b="0" i="0" u="none" strike="noStrike" kern="1200" cap="none" spc="0" baseline="0">
              <a:solidFill>
                <a:srgbClr val="000000"/>
              </a:solidFill>
              <a:uFillTx/>
              <a:latin typeface="PT Sans"/>
              <a:ea typeface="PT Sans"/>
              <a:cs typeface="PT Sans"/>
            </a:endParaRPr>
          </a:p>
        </p:txBody>
      </p:sp>
      <p:pic>
        <p:nvPicPr>
          <p:cNvPr id="3" name="Picture 2" descr="Arquitectura REST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933212" y="1425348"/>
            <a:ext cx="6799158" cy="4979813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s-ES" dirty="0"/>
              <a:t>Cloud Firestore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/>
          <p:cNvSpPr txBox="1">
            <a:spLocks noGrp="1"/>
          </p:cNvSpPr>
          <p:nvPr>
            <p:ph type="body" idx="4294967295"/>
          </p:nvPr>
        </p:nvSpPr>
        <p:spPr>
          <a:xfrm>
            <a:off x="254002" y="1219196"/>
            <a:ext cx="12191996" cy="5873620"/>
          </a:xfrm>
        </p:spPr>
        <p:txBody>
          <a:bodyPr/>
          <a:lstStyle/>
          <a:p>
            <a:pPr lvl="0"/>
            <a:r>
              <a:rPr lang="es-ES" b="1" dirty="0" err="1"/>
              <a:t>Firebase</a:t>
            </a:r>
            <a:r>
              <a:rPr lang="es-ES" b="1" dirty="0"/>
              <a:t>: </a:t>
            </a:r>
          </a:p>
          <a:p>
            <a:pPr lvl="1"/>
            <a:r>
              <a:rPr lang="es-ES" u="sng" dirty="0"/>
              <a:t>Agrupación de servicios</a:t>
            </a:r>
            <a:r>
              <a:rPr lang="es-ES" dirty="0"/>
              <a:t> de cloud </a:t>
            </a:r>
            <a:r>
              <a:rPr lang="es-ES" dirty="0" err="1"/>
              <a:t>computing</a:t>
            </a:r>
            <a:endParaRPr lang="es-ES" dirty="0"/>
          </a:p>
          <a:p>
            <a:pPr lvl="0"/>
            <a:r>
              <a:rPr lang="es-ES" b="1" dirty="0"/>
              <a:t>Cloud Firestore:</a:t>
            </a:r>
          </a:p>
          <a:p>
            <a:pPr lvl="1"/>
            <a:r>
              <a:rPr lang="es-ES" dirty="0"/>
              <a:t>Servicio de </a:t>
            </a:r>
            <a:r>
              <a:rPr lang="es-ES" dirty="0" err="1"/>
              <a:t>firebase</a:t>
            </a:r>
            <a:endParaRPr lang="es-ES" dirty="0"/>
          </a:p>
          <a:p>
            <a:pPr lvl="1"/>
            <a:r>
              <a:rPr lang="es-ES" dirty="0"/>
              <a:t>Sucesor del producto original de </a:t>
            </a:r>
            <a:r>
              <a:rPr lang="es-ES" dirty="0" err="1"/>
              <a:t>Firebase</a:t>
            </a:r>
            <a:r>
              <a:rPr lang="es-ES" dirty="0"/>
              <a:t> (</a:t>
            </a:r>
            <a:r>
              <a:rPr lang="es-ES" dirty="0" err="1"/>
              <a:t>Realtime</a:t>
            </a:r>
            <a:r>
              <a:rPr lang="es-ES" dirty="0"/>
              <a:t>)</a:t>
            </a:r>
          </a:p>
          <a:p>
            <a:pPr lvl="1"/>
            <a:r>
              <a:rPr lang="es-ES" u="sng" dirty="0"/>
              <a:t>Base de datos documental</a:t>
            </a:r>
          </a:p>
          <a:p>
            <a:pPr lvl="1"/>
            <a:endParaRPr lang="es-E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rcRect l="8926" t="14162" b="12187"/>
          <a:stretch>
            <a:fillRect/>
          </a:stretch>
        </p:blipFill>
        <p:spPr>
          <a:xfrm>
            <a:off x="8518623" y="4804202"/>
            <a:ext cx="2830049" cy="2288624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/>
          <p:cNvSpPr txBox="1">
            <a:spLocks noGrp="1"/>
          </p:cNvSpPr>
          <p:nvPr>
            <p:ph type="body" idx="4294967295"/>
          </p:nvPr>
        </p:nvSpPr>
        <p:spPr>
          <a:xfrm>
            <a:off x="1422358" y="4305671"/>
            <a:ext cx="9988960" cy="1820488"/>
          </a:xfrm>
        </p:spPr>
        <p:txBody>
          <a:bodyPr anchorCtr="1"/>
          <a:lstStyle/>
          <a:p>
            <a:pPr marL="0" lvl="0" indent="0" algn="ctr">
              <a:buNone/>
            </a:pPr>
            <a:r>
              <a:rPr lang="es-ES" dirty="0">
                <a:hlinkClick r:id="rId2"/>
              </a:rPr>
              <a:t>COMPARACIÓN</a:t>
            </a:r>
            <a:endParaRPr lang="es-ES" dirty="0"/>
          </a:p>
        </p:txBody>
      </p:sp>
      <p:sp>
        <p:nvSpPr>
          <p:cNvPr id="3" name="Título 2"/>
          <p:cNvSpPr txBox="1">
            <a:spLocks noGrp="1"/>
          </p:cNvSpPr>
          <p:nvPr>
            <p:ph type="title"/>
          </p:nvPr>
        </p:nvSpPr>
        <p:spPr>
          <a:xfrm>
            <a:off x="1408377" y="1425348"/>
            <a:ext cx="9988951" cy="2339327"/>
          </a:xfrm>
        </p:spPr>
        <p:txBody>
          <a:bodyPr anchorCtr="1"/>
          <a:lstStyle/>
          <a:p>
            <a:pPr lvl="0" algn="ctr"/>
            <a:r>
              <a:rPr lang="es-ES" dirty="0" err="1"/>
              <a:t>Realtime</a:t>
            </a:r>
            <a:r>
              <a:rPr lang="es-ES" dirty="0"/>
              <a:t> </a:t>
            </a:r>
            <a:r>
              <a:rPr lang="es-ES" dirty="0" err="1"/>
              <a:t>Database</a:t>
            </a:r>
            <a:br>
              <a:rPr lang="es-ES" dirty="0"/>
            </a:br>
            <a:r>
              <a:rPr lang="es-ES" dirty="0"/>
              <a:t>VS</a:t>
            </a:r>
            <a:br>
              <a:rPr lang="es-ES" dirty="0"/>
            </a:br>
            <a:r>
              <a:rPr lang="es-ES" dirty="0"/>
              <a:t>Firestore </a:t>
            </a:r>
            <a:r>
              <a:rPr lang="es-ES" dirty="0" err="1"/>
              <a:t>Database</a:t>
            </a:r>
            <a:endParaRPr lang="es-E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/>
          <p:cNvSpPr txBox="1">
            <a:spLocks noGrp="1"/>
          </p:cNvSpPr>
          <p:nvPr>
            <p:ph type="body" idx="4294967295"/>
          </p:nvPr>
        </p:nvSpPr>
        <p:spPr>
          <a:xfrm>
            <a:off x="1519147" y="2590796"/>
            <a:ext cx="9892162" cy="3886204"/>
          </a:xfrm>
        </p:spPr>
        <p:txBody>
          <a:bodyPr>
            <a:normAutofit/>
          </a:bodyPr>
          <a:lstStyle/>
          <a:p>
            <a:pPr lvl="0">
              <a:lnSpc>
                <a:spcPct val="80000"/>
              </a:lnSpc>
              <a:spcBef>
                <a:spcPts val="700"/>
              </a:spcBef>
            </a:pPr>
            <a:r>
              <a:rPr lang="es-ES" sz="3000" dirty="0"/>
              <a:t>Usa nuestra base de datos </a:t>
            </a:r>
            <a:r>
              <a:rPr lang="es-ES" sz="3000" b="1" dirty="0"/>
              <a:t>NoSQL</a:t>
            </a:r>
            <a:r>
              <a:rPr lang="es-ES" sz="3000" dirty="0"/>
              <a:t> flexible, escalable y en la nube a fin de almacenar y sincronizar datos para el desarrollo tanto del lado del cliente como del servidor. </a:t>
            </a:r>
          </a:p>
          <a:p>
            <a:pPr marL="0" lvl="0" indent="0">
              <a:lnSpc>
                <a:spcPct val="80000"/>
              </a:lnSpc>
              <a:spcBef>
                <a:spcPts val="700"/>
              </a:spcBef>
              <a:buNone/>
            </a:pPr>
            <a:endParaRPr lang="es-ES" sz="3000" dirty="0"/>
          </a:p>
          <a:p>
            <a:pPr lvl="0">
              <a:lnSpc>
                <a:spcPct val="80000"/>
              </a:lnSpc>
              <a:spcBef>
                <a:spcPts val="700"/>
              </a:spcBef>
            </a:pPr>
            <a:r>
              <a:rPr lang="es-ES" sz="3000" dirty="0"/>
              <a:t>Cloud Firestore es una base de datos </a:t>
            </a:r>
            <a:r>
              <a:rPr lang="es-ES" sz="3000" b="1" dirty="0"/>
              <a:t>flexible y escalable </a:t>
            </a:r>
            <a:r>
              <a:rPr lang="es-ES" sz="3000" dirty="0"/>
              <a:t>para el desarrollo en servidores, dispositivos móviles y la Web desde </a:t>
            </a:r>
            <a:r>
              <a:rPr lang="es-ES" sz="3000" dirty="0" err="1"/>
              <a:t>Firebase</a:t>
            </a:r>
            <a:r>
              <a:rPr lang="es-ES" sz="3000" dirty="0"/>
              <a:t> y Google Cloud </a:t>
            </a:r>
          </a:p>
          <a:p>
            <a:pPr lvl="0">
              <a:lnSpc>
                <a:spcPct val="80000"/>
              </a:lnSpc>
              <a:spcBef>
                <a:spcPts val="700"/>
              </a:spcBef>
            </a:pPr>
            <a:endParaRPr lang="es-ES" sz="3000" dirty="0"/>
          </a:p>
          <a:p>
            <a:pPr lvl="0">
              <a:lnSpc>
                <a:spcPct val="80000"/>
              </a:lnSpc>
              <a:spcBef>
                <a:spcPts val="700"/>
              </a:spcBef>
            </a:pPr>
            <a:r>
              <a:rPr lang="es-ES" sz="3000" dirty="0">
                <a:hlinkClick r:id="rId2"/>
              </a:rPr>
              <a:t>Presentando Cloud Firestore</a:t>
            </a:r>
            <a:endParaRPr lang="es-ES" sz="3000" dirty="0"/>
          </a:p>
          <a:p>
            <a:pPr lvl="0">
              <a:lnSpc>
                <a:spcPct val="80000"/>
              </a:lnSpc>
              <a:spcBef>
                <a:spcPts val="700"/>
              </a:spcBef>
            </a:pPr>
            <a:endParaRPr lang="es-ES" sz="3000" dirty="0"/>
          </a:p>
        </p:txBody>
      </p:sp>
      <p:sp>
        <p:nvSpPr>
          <p:cNvPr id="3" name="Título 2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s-ES" dirty="0"/>
              <a:t>Cloud Firestore descripción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s-ES"/>
              <a:t>Elimina el backend</a:t>
            </a:r>
          </a:p>
        </p:txBody>
      </p:sp>
      <p:pic>
        <p:nvPicPr>
          <p:cNvPr id="4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757985" y="2145429"/>
            <a:ext cx="7991471" cy="501015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5" name="TextBox 11"/>
          <p:cNvSpPr txBox="1"/>
          <p:nvPr/>
        </p:nvSpPr>
        <p:spPr>
          <a:xfrm>
            <a:off x="3016111" y="6706045"/>
            <a:ext cx="6972565" cy="60221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ts val="4245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707" b="0" i="0" u="none" strike="noStrike" kern="1200" cap="none" spc="0" baseline="0">
                <a:solidFill>
                  <a:srgbClr val="000000"/>
                </a:solidFill>
                <a:uFillTx/>
                <a:latin typeface="PT Sans"/>
                <a:ea typeface="PT Sans"/>
                <a:cs typeface="PT Sans"/>
                <a:hlinkClick r:id="rId3"/>
              </a:rPr>
              <a:t>medium.com | </a:t>
            </a:r>
            <a:r>
              <a:rPr lang="en-US" sz="1707" b="0" i="0" u="none" strike="noStrike" kern="1200" cap="none" spc="0" baseline="0">
                <a:solidFill>
                  <a:srgbClr val="000000"/>
                </a:solidFill>
                <a:uFillTx/>
                <a:latin typeface="PT Sans"/>
                <a:ea typeface="PT Sans"/>
                <a:cs typeface="PT Sans"/>
                <a:hlinkClick r:id="rId3"/>
              </a:rPr>
              <a:t>What is Firebase? The complete story, abridged.</a:t>
            </a:r>
            <a:endParaRPr lang="es-ES" sz="1707" b="0" i="0" u="none" strike="noStrike" kern="1200" cap="none" spc="0" baseline="0">
              <a:solidFill>
                <a:srgbClr val="000000"/>
              </a:solidFill>
              <a:uFillTx/>
              <a:latin typeface="PT Sans"/>
              <a:ea typeface="PT Sans"/>
              <a:cs typeface="PT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2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s-ES"/>
              <a:t>Actualización en tiempo real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550075" y="2285039"/>
            <a:ext cx="6141220" cy="442100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4" name="TextBox 11"/>
          <p:cNvSpPr txBox="1"/>
          <p:nvPr/>
        </p:nvSpPr>
        <p:spPr>
          <a:xfrm>
            <a:off x="3262039" y="6694871"/>
            <a:ext cx="6972565" cy="60221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t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ts val="4245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s-ES" sz="1707" b="0" i="0" u="none" strike="noStrike" kern="1200" cap="none" spc="0" baseline="0">
                <a:solidFill>
                  <a:srgbClr val="000000"/>
                </a:solidFill>
                <a:uFillTx/>
                <a:latin typeface="PT Sans"/>
                <a:ea typeface="PT Sans"/>
                <a:cs typeface="PT Sans"/>
                <a:hlinkClick r:id="rId3"/>
              </a:rPr>
              <a:t>medium.com | </a:t>
            </a:r>
            <a:r>
              <a:rPr lang="en-US" sz="1707" b="0" i="0" u="none" strike="noStrike" kern="1200" cap="none" spc="0" baseline="0">
                <a:solidFill>
                  <a:srgbClr val="000000"/>
                </a:solidFill>
                <a:uFillTx/>
                <a:latin typeface="PT Sans"/>
                <a:ea typeface="PT Sans"/>
                <a:cs typeface="PT Sans"/>
                <a:hlinkClick r:id="rId3"/>
              </a:rPr>
              <a:t>What is Firebase? The complete story, abridged.</a:t>
            </a:r>
            <a:endParaRPr lang="es-ES" sz="1707" b="0" i="0" u="none" strike="noStrike" kern="1200" cap="none" spc="0" baseline="0">
              <a:solidFill>
                <a:srgbClr val="000000"/>
              </a:solidFill>
              <a:uFillTx/>
              <a:latin typeface="PT Sans"/>
              <a:ea typeface="PT Sans"/>
              <a:cs typeface="PT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BADE8-1D6D-01D0-95FB-452FD3690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Ejercicios</a:t>
            </a:r>
          </a:p>
        </p:txBody>
      </p:sp>
    </p:spTree>
    <p:extLst>
      <p:ext uri="{BB962C8B-B14F-4D97-AF65-F5344CB8AC3E}">
        <p14:creationId xmlns:p14="http://schemas.microsoft.com/office/powerpoint/2010/main" val="39173539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E76E829-9367-C623-DF71-F20C8B8605E5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781175" y="2438119"/>
            <a:ext cx="9801228" cy="4270794"/>
          </a:xfrm>
        </p:spPr>
        <p:txBody>
          <a:bodyPr/>
          <a:lstStyle/>
          <a:p>
            <a:pPr marL="0" indent="0">
              <a:buNone/>
            </a:pPr>
            <a:r>
              <a:rPr lang="es-ES" sz="2400" b="1" dirty="0"/>
              <a:t>Inserción de datos</a:t>
            </a:r>
          </a:p>
          <a:p>
            <a:r>
              <a:rPr lang="es-ES" sz="2400" dirty="0"/>
              <a:t>Documentación consultas</a:t>
            </a:r>
          </a:p>
          <a:p>
            <a:pPr lvl="1"/>
            <a:r>
              <a:rPr lang="es-ES" sz="1800" dirty="0">
                <a:hlinkClick r:id="rId2"/>
              </a:rPr>
              <a:t>https://firebase.google.com/docs/firestore/query-data/queries?hl=es-419#kotlin</a:t>
            </a:r>
            <a:endParaRPr lang="es-ES" sz="1800" dirty="0"/>
          </a:p>
          <a:p>
            <a:r>
              <a:rPr lang="es-ES" sz="2400" dirty="0"/>
              <a:t>Genera Test alrededor de los </a:t>
            </a:r>
            <a:r>
              <a:rPr lang="es-ES" sz="2400" dirty="0">
                <a:hlinkClick r:id="rId3"/>
              </a:rPr>
              <a:t>Operadores de consultas</a:t>
            </a:r>
            <a:r>
              <a:rPr lang="es-ES" sz="2400" dirty="0"/>
              <a:t>. </a:t>
            </a:r>
          </a:p>
          <a:p>
            <a:r>
              <a:rPr lang="es-ES" sz="2400" dirty="0"/>
              <a:t>Para las pruebas tendrás insertar los datos necesarios.</a:t>
            </a:r>
          </a:p>
          <a:p>
            <a:pPr lvl="1"/>
            <a:r>
              <a:rPr lang="es-ES" sz="1866" dirty="0"/>
              <a:t>Ejemplo: si estoy filtrando una búsqueda en la que Mikel de España aparezca, debo introducir a esta persona.</a:t>
            </a:r>
          </a:p>
          <a:p>
            <a:pPr lvl="1"/>
            <a:r>
              <a:rPr lang="es-ES" sz="1866" dirty="0"/>
              <a:t>Es muy útil que estas personas tengan identificadores claros a nivel de atributo, para que no existan varias veces. Al ser pruebas podemos forzar el valor de la ID para tener mayor control.</a:t>
            </a:r>
          </a:p>
          <a:p>
            <a:endParaRPr lang="es-ES" sz="2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3CF9416-ADD8-52A1-A2BE-8D6352465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Ejercicio 0</a:t>
            </a:r>
          </a:p>
        </p:txBody>
      </p:sp>
      <p:sp>
        <p:nvSpPr>
          <p:cNvPr id="4" name="Rectángulo 3"/>
          <p:cNvSpPr/>
          <p:nvPr/>
        </p:nvSpPr>
        <p:spPr>
          <a:xfrm>
            <a:off x="1282149" y="6803191"/>
            <a:ext cx="841181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>
                <a:hlinkClick r:id="rId4"/>
              </a:rPr>
              <a:t>Buenas practicas ID </a:t>
            </a:r>
            <a:r>
              <a:rPr lang="es-ES" dirty="0" err="1">
                <a:hlinkClick r:id="rId4"/>
              </a:rPr>
              <a:t>firestore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536913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/>
          <p:cNvSpPr>
            <a:spLocks noGrp="1"/>
          </p:cNvSpPr>
          <p:nvPr>
            <p:ph idx="4294967295"/>
          </p:nvPr>
        </p:nvSpPr>
        <p:spPr>
          <a:xfrm>
            <a:off x="1769165" y="2762249"/>
            <a:ext cx="4833732" cy="42576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1800" dirty="0"/>
              <a:t>Entregar mínimo dos clases, la que contiene las pruebas y el </a:t>
            </a:r>
            <a:r>
              <a:rPr lang="es-ES" sz="1800" dirty="0" err="1"/>
              <a:t>main</a:t>
            </a:r>
            <a:r>
              <a:rPr lang="es-ES" sz="1800" dirty="0"/>
              <a:t> </a:t>
            </a:r>
            <a:r>
              <a:rPr lang="es-ES" sz="1800" dirty="0" err="1"/>
              <a:t>activity</a:t>
            </a:r>
            <a:r>
              <a:rPr lang="es-ES" sz="1800" dirty="0"/>
              <a:t>.</a:t>
            </a:r>
          </a:p>
          <a:p>
            <a:pPr marL="0" indent="0">
              <a:buNone/>
            </a:pPr>
            <a:r>
              <a:rPr lang="es-ES" sz="1800" dirty="0"/>
              <a:t>En caso de haber creado otras </a:t>
            </a:r>
            <a:r>
              <a:rPr lang="es-ES" sz="1800"/>
              <a:t>también entregar.</a:t>
            </a:r>
            <a:endParaRPr lang="es-ES" sz="1800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Plantilla ejercicio 0</a:t>
            </a:r>
          </a:p>
        </p:txBody>
      </p:sp>
      <p:sp>
        <p:nvSpPr>
          <p:cNvPr id="4" name="Marcador de contenido 1"/>
          <p:cNvSpPr>
            <a:spLocks noGrp="1"/>
          </p:cNvSpPr>
          <p:nvPr>
            <p:ph idx="4294967295"/>
          </p:nvPr>
        </p:nvSpPr>
        <p:spPr>
          <a:xfrm>
            <a:off x="6901070" y="2146852"/>
            <a:ext cx="4833732" cy="48730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b="1" dirty="0">
                <a:solidFill>
                  <a:schemeClr val="accent6"/>
                </a:solidFill>
              </a:rPr>
              <a:t>Documentación</a:t>
            </a:r>
          </a:p>
          <a:p>
            <a:pPr marL="0" indent="0">
              <a:buNone/>
            </a:pPr>
            <a:r>
              <a:rPr lang="es-ES" sz="2400" b="1" dirty="0"/>
              <a:t>ACTUALIZACIÓN DE DATOS</a:t>
            </a:r>
          </a:p>
          <a:p>
            <a:pPr marL="0" indent="0">
              <a:buNone/>
            </a:pPr>
            <a:r>
              <a:rPr lang="es-ES" sz="1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&lt;Pon fragmento de código&gt;</a:t>
            </a:r>
          </a:p>
          <a:p>
            <a:pPr marL="0" indent="0">
              <a:buNone/>
            </a:pPr>
            <a:r>
              <a:rPr lang="es-ES" sz="1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&lt;Imagen de la nube actualizada&gt;</a:t>
            </a:r>
          </a:p>
          <a:p>
            <a:pPr marL="0" indent="0">
              <a:buNone/>
            </a:pPr>
            <a:r>
              <a:rPr lang="es-ES" sz="2400" b="1" dirty="0"/>
              <a:t>PRUEBAS DE LOS OPERADORES</a:t>
            </a:r>
          </a:p>
          <a:p>
            <a:pPr marL="0" indent="0">
              <a:buNone/>
            </a:pPr>
            <a:r>
              <a:rPr lang="es-ES" sz="1800" b="1" dirty="0"/>
              <a:t>&lt; menor que</a:t>
            </a:r>
          </a:p>
          <a:p>
            <a:pPr marL="0" indent="0">
              <a:buNone/>
            </a:pPr>
            <a:r>
              <a:rPr lang="es-ES" sz="1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Requisitos, descritos y ejemplo concreto</a:t>
            </a:r>
          </a:p>
          <a:p>
            <a:pPr marL="0" indent="0">
              <a:buNone/>
            </a:pPr>
            <a:r>
              <a:rPr lang="es-ES" sz="1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&lt;Ejemplo de código prueba&gt;</a:t>
            </a:r>
          </a:p>
          <a:p>
            <a:pPr marL="0" indent="0">
              <a:buNone/>
            </a:pPr>
            <a:r>
              <a:rPr lang="es-ES" sz="18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&lt;Captura de pantalla del resultado&gt;</a:t>
            </a:r>
          </a:p>
          <a:p>
            <a:pPr marL="0" indent="0">
              <a:buNone/>
            </a:pPr>
            <a:endParaRPr lang="es-ES" sz="1800" b="1" dirty="0"/>
          </a:p>
          <a:p>
            <a:pPr marL="0" indent="0">
              <a:buNone/>
            </a:pPr>
            <a:endParaRPr lang="es-ES" sz="1800" dirty="0"/>
          </a:p>
        </p:txBody>
      </p:sp>
    </p:spTree>
    <p:extLst>
      <p:ext uri="{BB962C8B-B14F-4D97-AF65-F5344CB8AC3E}">
        <p14:creationId xmlns:p14="http://schemas.microsoft.com/office/powerpoint/2010/main" val="1440304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930E974-D53C-DAF5-28CE-387053CE347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422358" y="2590796"/>
            <a:ext cx="5266677" cy="3535363"/>
          </a:xfrm>
        </p:spPr>
        <p:txBody>
          <a:bodyPr>
            <a:normAutofit lnSpcReduction="10000"/>
          </a:bodyPr>
          <a:lstStyle/>
          <a:p>
            <a:r>
              <a:rPr lang="es-ES" sz="2400" dirty="0"/>
              <a:t>Crea productos, con 3 atributos</a:t>
            </a:r>
          </a:p>
          <a:p>
            <a:pPr lvl="1"/>
            <a:r>
              <a:rPr lang="es-ES" sz="1866" dirty="0"/>
              <a:t>Descripción</a:t>
            </a:r>
          </a:p>
          <a:p>
            <a:pPr lvl="1"/>
            <a:r>
              <a:rPr lang="es-ES" sz="1866" dirty="0"/>
              <a:t>Código</a:t>
            </a:r>
          </a:p>
          <a:p>
            <a:pPr lvl="1"/>
            <a:r>
              <a:rPr lang="es-ES" sz="1866" dirty="0"/>
              <a:t>Precio</a:t>
            </a:r>
          </a:p>
          <a:p>
            <a:r>
              <a:rPr lang="es-ES" sz="2400" dirty="0"/>
              <a:t>Lee parámetros de entrada desde GUI y realiza con estos unas consultas a Firestore</a:t>
            </a:r>
          </a:p>
          <a:p>
            <a:r>
              <a:rPr lang="es-ES" sz="2400" dirty="0"/>
              <a:t>Integra todos los botones del ejemplo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0CA22A2-AC36-56B0-53B3-D96DCA9FE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Ejercicio 1 – Consultar productos</a:t>
            </a: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E560ECEE-0F6B-7EE2-3C1A-6DF3DB273D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9035" y="2184821"/>
            <a:ext cx="5258534" cy="5115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5401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/>
          <p:cNvSpPr>
            <a:spLocks noGrp="1"/>
          </p:cNvSpPr>
          <p:nvPr>
            <p:ph idx="4294967295"/>
          </p:nvPr>
        </p:nvSpPr>
        <p:spPr>
          <a:xfrm>
            <a:off x="1422358" y="2590797"/>
            <a:ext cx="9988960" cy="3144082"/>
          </a:xfrm>
        </p:spPr>
        <p:txBody>
          <a:bodyPr>
            <a:normAutofit/>
          </a:bodyPr>
          <a:lstStyle/>
          <a:p>
            <a:r>
              <a:rPr lang="es-ES" sz="2400" dirty="0"/>
              <a:t>Alta: Crea producto nuevo</a:t>
            </a:r>
          </a:p>
          <a:p>
            <a:r>
              <a:rPr lang="es-ES" sz="2400" dirty="0"/>
              <a:t>Consulta por código: Escribe un código y consulta</a:t>
            </a:r>
          </a:p>
          <a:p>
            <a:r>
              <a:rPr lang="es-ES" sz="2400" dirty="0"/>
              <a:t>Consulta por descripción: Escribe una descripción y consulta</a:t>
            </a:r>
          </a:p>
          <a:p>
            <a:r>
              <a:rPr lang="es-ES" sz="2400" dirty="0"/>
              <a:t>Baja por código: Elimina productos usando su Código</a:t>
            </a:r>
          </a:p>
          <a:p>
            <a:r>
              <a:rPr lang="es-ES" sz="2400" dirty="0"/>
              <a:t>Modificación: Encuentra producto con código, modifica el precio</a:t>
            </a:r>
          </a:p>
          <a:p>
            <a:r>
              <a:rPr lang="es-ES" sz="2400" dirty="0"/>
              <a:t>Listar: Consulta todos los datos</a:t>
            </a:r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Ejercicio 1 –Descripción botones</a:t>
            </a:r>
          </a:p>
        </p:txBody>
      </p:sp>
      <p:sp>
        <p:nvSpPr>
          <p:cNvPr id="4" name="Marcador de contenido 1"/>
          <p:cNvSpPr txBox="1">
            <a:spLocks/>
          </p:cNvSpPr>
          <p:nvPr/>
        </p:nvSpPr>
        <p:spPr>
          <a:xfrm>
            <a:off x="3343923" y="5734879"/>
            <a:ext cx="6535572" cy="132314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>
            <a:lvl1pPr marL="457190" marR="0" lvl="0" indent="-457190" algn="l" defTabSz="1219169" rtl="0" fontAlgn="auto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s-ES" sz="4267" b="0" i="0" u="none" strike="noStrike" kern="1200" cap="none" spc="0" baseline="0">
                <a:solidFill>
                  <a:srgbClr val="000000"/>
                </a:solidFill>
                <a:uFillTx/>
                <a:latin typeface="PT Sans" pitchFamily="34"/>
              </a:defRPr>
            </a:lvl1pPr>
            <a:lvl2pPr marL="990578" marR="0" lvl="1" indent="-380993" algn="l" defTabSz="1219169" rtl="0" fontAlgn="auto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ct val="100000"/>
              <a:buFont typeface="Arial" pitchFamily="34"/>
              <a:buChar char="–"/>
              <a:tabLst/>
              <a:defRPr lang="es-ES" sz="3733" b="0" i="0" u="none" strike="noStrike" kern="1200" cap="none" spc="0" baseline="0">
                <a:solidFill>
                  <a:srgbClr val="000000"/>
                </a:solidFill>
                <a:uFillTx/>
                <a:latin typeface="PT Sans" pitchFamily="34"/>
              </a:defRPr>
            </a:lvl2pPr>
            <a:lvl3pPr marL="1523966" marR="0" lvl="2" indent="-304787" algn="l" defTabSz="1219169" rtl="0" fontAlgn="auto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es-ES" sz="3200" b="0" i="0" u="none" strike="noStrike" kern="1200" cap="none" spc="0" baseline="0">
                <a:solidFill>
                  <a:srgbClr val="000000"/>
                </a:solidFill>
                <a:uFillTx/>
                <a:latin typeface="PT Sans" pitchFamily="34"/>
              </a:defRPr>
            </a:lvl3pPr>
            <a:lvl4pPr marL="2133551" marR="0" lvl="3" indent="-304787" algn="l" defTabSz="1219169" rtl="0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Arial" pitchFamily="34"/>
              <a:buChar char="–"/>
              <a:tabLst/>
              <a:defRPr lang="es-ES" sz="2667" b="0" i="0" u="none" strike="noStrike" kern="1200" cap="none" spc="0" baseline="0">
                <a:solidFill>
                  <a:srgbClr val="000000"/>
                </a:solidFill>
                <a:uFillTx/>
                <a:latin typeface="PT Sans" pitchFamily="34"/>
              </a:defRPr>
            </a:lvl4pPr>
            <a:lvl5pPr marL="2743126" marR="0" lvl="4" indent="-304787" algn="l" defTabSz="1219169" rtl="0" fontAlgn="auto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Arial" pitchFamily="34"/>
              <a:buChar char="»"/>
              <a:tabLst/>
              <a:defRPr lang="es-ES" sz="2667" b="0" i="0" u="none" strike="noStrike" kern="1200" cap="none" spc="0" baseline="0">
                <a:solidFill>
                  <a:srgbClr val="000000"/>
                </a:solidFill>
                <a:uFillTx/>
                <a:latin typeface="PT Sans" pitchFamily="34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800" dirty="0">
                <a:solidFill>
                  <a:schemeClr val="accent2"/>
                </a:solidFill>
              </a:rPr>
              <a:t>- Recuerda, cada caso tiene unas condiciones que se deben cumplir antes de tratar de hacer la query</a:t>
            </a:r>
          </a:p>
          <a:p>
            <a:pPr marL="0" indent="0">
              <a:buNone/>
            </a:pPr>
            <a:r>
              <a:rPr lang="es-ES" sz="1800" dirty="0">
                <a:solidFill>
                  <a:schemeClr val="accent2"/>
                </a:solidFill>
              </a:rPr>
              <a:t>- Debes realizar validaciones</a:t>
            </a:r>
          </a:p>
        </p:txBody>
      </p:sp>
    </p:spTree>
    <p:extLst>
      <p:ext uri="{BB962C8B-B14F-4D97-AF65-F5344CB8AC3E}">
        <p14:creationId xmlns:p14="http://schemas.microsoft.com/office/powerpoint/2010/main" val="10370724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31BB31E-C809-A22A-586C-F70D1DF5B6C6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724025" y="2857500"/>
            <a:ext cx="9858378" cy="3801717"/>
          </a:xfrm>
        </p:spPr>
        <p:txBody>
          <a:bodyPr>
            <a:normAutofit/>
          </a:bodyPr>
          <a:lstStyle/>
          <a:p>
            <a:r>
              <a:rPr lang="es-ES" sz="2400" dirty="0"/>
              <a:t>A continuación, hay ejemplos de código desde los que se puede partir para el trabajo.</a:t>
            </a:r>
          </a:p>
          <a:p>
            <a:r>
              <a:rPr lang="es-ES" sz="2400" dirty="0"/>
              <a:t>No están completos, elimina fragmentos pruébalo y arréglalo para quete sea útil.</a:t>
            </a:r>
          </a:p>
          <a:p>
            <a:r>
              <a:rPr lang="es-ES" sz="2400" dirty="0"/>
              <a:t>Está probado y ejecutado en 2025, es posible encontrar problemas de </a:t>
            </a:r>
            <a:r>
              <a:rPr lang="es-ES" sz="2400" dirty="0" err="1"/>
              <a:t>import</a:t>
            </a:r>
            <a:r>
              <a:rPr lang="es-ES" sz="2400" dirty="0"/>
              <a:t> o nombres de clases que habrá que corregir poco a poco para poder probarlo.</a:t>
            </a:r>
          </a:p>
          <a:p>
            <a:r>
              <a:rPr lang="es-ES" sz="2400" dirty="0"/>
              <a:t>Recomiendo meterlo dentro de una función para facilitar el </a:t>
            </a:r>
            <a:r>
              <a:rPr lang="es-ES" sz="2400" dirty="0" err="1"/>
              <a:t>preview</a:t>
            </a:r>
            <a:r>
              <a:rPr lang="es-ES" sz="2400" dirty="0"/>
              <a:t>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7F92102-430A-4C1B-BC87-BE40C74B0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Jetpack</a:t>
            </a:r>
            <a:r>
              <a:rPr lang="es-ES" dirty="0"/>
              <a:t> Compose ejemplos</a:t>
            </a:r>
          </a:p>
        </p:txBody>
      </p:sp>
    </p:spTree>
    <p:extLst>
      <p:ext uri="{BB962C8B-B14F-4D97-AF65-F5344CB8AC3E}">
        <p14:creationId xmlns:p14="http://schemas.microsoft.com/office/powerpoint/2010/main" val="7578732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D29757C-7CC8-21CF-1019-D8FF3196F0C3}"/>
              </a:ext>
            </a:extLst>
          </p:cNvPr>
          <p:cNvSpPr txBox="1"/>
          <p:nvPr/>
        </p:nvSpPr>
        <p:spPr>
          <a:xfrm>
            <a:off x="3204093" y="1552073"/>
            <a:ext cx="6596614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1000" i="1" noProof="1">
                <a:solidFill>
                  <a:srgbClr val="8C8C8C"/>
                </a:solidFill>
                <a:effectLst/>
                <a:latin typeface="JetBrains Mono"/>
              </a:rPr>
              <a:t>// [START content]</a:t>
            </a:r>
            <a:br>
              <a:rPr lang="es-ES" sz="1000" i="1" noProof="1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s-ES" sz="1000" i="1" noProof="1">
                <a:solidFill>
                  <a:srgbClr val="00627A"/>
                </a:solidFill>
                <a:effectLst/>
                <a:latin typeface="JetBrains Mono"/>
              </a:rPr>
              <a:t>setContent </a:t>
            </a:r>
            <a:r>
              <a:rPr lang="es-ES" sz="1000" b="1" noProof="1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es-ES" sz="1000" b="1" noProof="1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s-ES" sz="1000" b="1" noProof="1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s-ES" sz="1000" noProof="1">
                <a:solidFill>
                  <a:srgbClr val="009900"/>
                </a:solidFill>
                <a:effectLst/>
                <a:latin typeface="JetBrains Mono"/>
              </a:rPr>
              <a:t>MyApplicationTheme </a:t>
            </a:r>
            <a:r>
              <a:rPr lang="es-ES" sz="1000" b="1" noProof="1">
                <a:solidFill>
                  <a:srgbClr val="080808"/>
                </a:solidFill>
                <a:effectLst/>
                <a:latin typeface="JetBrains Mono"/>
              </a:rPr>
              <a:t>{</a:t>
            </a:r>
            <a:r>
              <a:rPr lang="es-ES" sz="1000" i="1" noProof="1">
                <a:solidFill>
                  <a:srgbClr val="FF0000"/>
                </a:solidFill>
                <a:latin typeface="JetBrains Mono"/>
              </a:rPr>
              <a:t>// Ojo con sobrescribir esto, fíjate en tu tema original</a:t>
            </a:r>
            <a:br>
              <a:rPr lang="es-ES" sz="1000" b="1" noProof="1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s-ES" sz="1000" b="1" noProof="1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s-ES" sz="1000" i="1" noProof="1">
                <a:solidFill>
                  <a:srgbClr val="8C8C8C"/>
                </a:solidFill>
                <a:effectLst/>
                <a:latin typeface="JetBrains Mono"/>
              </a:rPr>
              <a:t>// Estado para guardar los alumnos</a:t>
            </a:r>
            <a:br>
              <a:rPr lang="es-ES" sz="1000" i="1" noProof="1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s-ES" sz="1000" i="1" noProof="1"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lang="es-ES" sz="1000" noProof="1">
                <a:solidFill>
                  <a:srgbClr val="0033B3"/>
                </a:solidFill>
                <a:effectLst/>
                <a:latin typeface="JetBrains Mono"/>
              </a:rPr>
              <a:t>var </a:t>
            </a:r>
            <a:r>
              <a:rPr lang="es-ES" sz="1000" noProof="1">
                <a:solidFill>
                  <a:srgbClr val="000000"/>
                </a:solidFill>
                <a:effectLst/>
                <a:latin typeface="JetBrains Mono"/>
              </a:rPr>
              <a:t>alumnos </a:t>
            </a:r>
            <a:r>
              <a:rPr lang="es-ES" sz="1000" noProof="1">
                <a:solidFill>
                  <a:srgbClr val="0033B3"/>
                </a:solidFill>
                <a:effectLst/>
                <a:latin typeface="JetBrains Mono"/>
              </a:rPr>
              <a:t>by </a:t>
            </a:r>
            <a:r>
              <a:rPr lang="es-ES" sz="1000" noProof="1">
                <a:solidFill>
                  <a:srgbClr val="009900"/>
                </a:solidFill>
                <a:effectLst/>
                <a:latin typeface="JetBrains Mono"/>
              </a:rPr>
              <a:t>remember </a:t>
            </a:r>
            <a:r>
              <a:rPr lang="es-ES" sz="1000" b="1" noProof="1">
                <a:solidFill>
                  <a:srgbClr val="080808"/>
                </a:solidFill>
                <a:effectLst/>
                <a:latin typeface="JetBrains Mono"/>
              </a:rPr>
              <a:t>{ </a:t>
            </a:r>
            <a:r>
              <a:rPr lang="es-ES" sz="1000" i="1" noProof="1">
                <a:solidFill>
                  <a:srgbClr val="00627A"/>
                </a:solidFill>
                <a:effectLst/>
                <a:latin typeface="JetBrains Mono"/>
              </a:rPr>
              <a:t>mutableStateOf</a:t>
            </a:r>
            <a:r>
              <a:rPr lang="es-ES" sz="1000" noProof="1"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lang="es-ES" sz="1000" noProof="1">
                <a:solidFill>
                  <a:srgbClr val="000000"/>
                </a:solidFill>
                <a:effectLst/>
                <a:latin typeface="JetBrains Mono"/>
              </a:rPr>
              <a:t>List</a:t>
            </a:r>
            <a:r>
              <a:rPr lang="es-ES" sz="1000" noProof="1">
                <a:solidFill>
                  <a:srgbClr val="080808"/>
                </a:solidFill>
                <a:effectLst/>
                <a:latin typeface="JetBrains Mono"/>
              </a:rPr>
              <a:t>&lt;</a:t>
            </a:r>
            <a:r>
              <a:rPr lang="es-ES" sz="1000" noProof="1">
                <a:solidFill>
                  <a:srgbClr val="000000"/>
                </a:solidFill>
                <a:effectLst/>
                <a:latin typeface="JetBrains Mono"/>
              </a:rPr>
              <a:t>Alumno</a:t>
            </a:r>
            <a:r>
              <a:rPr lang="es-ES" sz="1000" noProof="1">
                <a:solidFill>
                  <a:srgbClr val="080808"/>
                </a:solidFill>
                <a:effectLst/>
                <a:latin typeface="JetBrains Mono"/>
              </a:rPr>
              <a:t>&gt;&gt;(</a:t>
            </a:r>
            <a:r>
              <a:rPr lang="es-ES" sz="1000" i="1" noProof="1">
                <a:solidFill>
                  <a:srgbClr val="00627A"/>
                </a:solidFill>
                <a:effectLst/>
                <a:latin typeface="JetBrains Mono"/>
              </a:rPr>
              <a:t>emptyList</a:t>
            </a:r>
            <a:r>
              <a:rPr lang="es-ES" sz="1000" noProof="1">
                <a:solidFill>
                  <a:srgbClr val="080808"/>
                </a:solidFill>
                <a:effectLst/>
                <a:latin typeface="JetBrains Mono"/>
              </a:rPr>
              <a:t>()) </a:t>
            </a:r>
            <a:r>
              <a:rPr lang="es-ES" sz="1000" b="1" noProof="1">
                <a:solidFill>
                  <a:srgbClr val="080808"/>
                </a:solidFill>
                <a:effectLst/>
                <a:latin typeface="JetBrains Mono"/>
              </a:rPr>
              <a:t>}</a:t>
            </a:r>
            <a:br>
              <a:rPr lang="es-ES" sz="1000" b="1" noProof="1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s-ES" sz="1000" b="1" noProof="1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s-ES" sz="1000" noProof="1">
                <a:solidFill>
                  <a:srgbClr val="009900"/>
                </a:solidFill>
                <a:effectLst/>
                <a:latin typeface="JetBrains Mono"/>
              </a:rPr>
              <a:t>LaunchedEffect</a:t>
            </a:r>
            <a:r>
              <a:rPr lang="es-ES" sz="1000" noProof="1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s-ES" sz="1000" noProof="1">
                <a:solidFill>
                  <a:srgbClr val="000000"/>
                </a:solidFill>
                <a:effectLst/>
                <a:latin typeface="JetBrains Mono"/>
              </a:rPr>
              <a:t>Unit</a:t>
            </a:r>
            <a:r>
              <a:rPr lang="es-ES" sz="1000" noProof="1">
                <a:solidFill>
                  <a:srgbClr val="080808"/>
                </a:solidFill>
                <a:effectLst/>
                <a:latin typeface="JetBrains Mono"/>
              </a:rPr>
              <a:t>) </a:t>
            </a:r>
            <a:r>
              <a:rPr lang="es-ES" sz="1000" b="1" noProof="1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es-ES" sz="1000" b="1" noProof="1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s-ES" sz="1000" b="1" noProof="1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es-ES" sz="1000" noProof="1">
                <a:solidFill>
                  <a:srgbClr val="000000"/>
                </a:solidFill>
                <a:effectLst/>
                <a:latin typeface="JetBrains Mono"/>
              </a:rPr>
              <a:t>alumnos </a:t>
            </a:r>
            <a:r>
              <a:rPr lang="es-ES" sz="1000" noProof="1">
                <a:solidFill>
                  <a:srgbClr val="080808"/>
                </a:solidFill>
                <a:effectLst/>
                <a:latin typeface="JetBrains Mono"/>
              </a:rPr>
              <a:t>= obtenerAlumnos()</a:t>
            </a:r>
            <a:br>
              <a:rPr lang="es-ES" sz="1000" noProof="1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s-ES" sz="1000" noProof="1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s-ES" sz="1000" b="1" noProof="1">
                <a:solidFill>
                  <a:srgbClr val="080808"/>
                </a:solidFill>
                <a:effectLst/>
                <a:latin typeface="JetBrains Mono"/>
              </a:rPr>
              <a:t>}</a:t>
            </a:r>
            <a:br>
              <a:rPr lang="es-ES" sz="1000" b="1" noProof="1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s-ES" sz="1000" b="1" noProof="1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s-ES" sz="1000" noProof="1">
                <a:solidFill>
                  <a:srgbClr val="009900"/>
                </a:solidFill>
                <a:effectLst/>
                <a:latin typeface="JetBrains Mono"/>
              </a:rPr>
              <a:t>Scaffold</a:t>
            </a:r>
            <a:r>
              <a:rPr lang="es-ES" sz="1000" noProof="1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s-ES" sz="1000" noProof="1">
                <a:solidFill>
                  <a:srgbClr val="4A86E8"/>
                </a:solidFill>
                <a:effectLst/>
                <a:latin typeface="JetBrains Mono"/>
              </a:rPr>
              <a:t>modifier = </a:t>
            </a:r>
            <a:r>
              <a:rPr lang="es-ES" sz="1000" noProof="1">
                <a:solidFill>
                  <a:srgbClr val="000000"/>
                </a:solidFill>
                <a:effectLst/>
                <a:latin typeface="JetBrains Mono"/>
              </a:rPr>
              <a:t>Modifier</a:t>
            </a:r>
            <a:r>
              <a:rPr lang="es-ES" sz="1000" noProof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s-ES" sz="1000" i="1" noProof="1">
                <a:solidFill>
                  <a:srgbClr val="00627A"/>
                </a:solidFill>
                <a:effectLst/>
                <a:latin typeface="JetBrains Mono"/>
              </a:rPr>
              <a:t>fillMaxSize</a:t>
            </a:r>
            <a:r>
              <a:rPr lang="es-ES" sz="1000" noProof="1">
                <a:solidFill>
                  <a:srgbClr val="080808"/>
                </a:solidFill>
                <a:effectLst/>
                <a:latin typeface="JetBrains Mono"/>
              </a:rPr>
              <a:t>()) </a:t>
            </a:r>
            <a:r>
              <a:rPr lang="es-ES" sz="1000" b="1" noProof="1">
                <a:solidFill>
                  <a:srgbClr val="080808"/>
                </a:solidFill>
                <a:effectLst/>
                <a:latin typeface="JetBrains Mono"/>
              </a:rPr>
              <a:t>{ </a:t>
            </a:r>
            <a:r>
              <a:rPr lang="es-ES" sz="1000" noProof="1">
                <a:solidFill>
                  <a:srgbClr val="000000"/>
                </a:solidFill>
                <a:effectLst/>
                <a:latin typeface="JetBrains Mono"/>
              </a:rPr>
              <a:t>innerPadding </a:t>
            </a:r>
            <a:r>
              <a:rPr lang="es-ES" sz="1000" b="1" noProof="1">
                <a:solidFill>
                  <a:srgbClr val="080808"/>
                </a:solidFill>
                <a:effectLst/>
                <a:latin typeface="JetBrains Mono"/>
              </a:rPr>
              <a:t>-&gt;</a:t>
            </a:r>
            <a:br>
              <a:rPr lang="es-ES" sz="1000" b="1" noProof="1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s-ES" sz="1000" b="1" noProof="1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es-ES" sz="1000" noProof="1">
                <a:solidFill>
                  <a:srgbClr val="009900"/>
                </a:solidFill>
                <a:effectLst/>
                <a:latin typeface="JetBrains Mono"/>
              </a:rPr>
              <a:t>Column</a:t>
            </a:r>
            <a:r>
              <a:rPr lang="es-ES" sz="1000" noProof="1">
                <a:solidFill>
                  <a:srgbClr val="080808"/>
                </a:solidFill>
                <a:effectLst/>
                <a:latin typeface="JetBrains Mono"/>
              </a:rPr>
              <a:t>(</a:t>
            </a:r>
            <a:br>
              <a:rPr lang="es-ES" sz="1000" noProof="1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s-ES" sz="1000" noProof="1">
                <a:solidFill>
                  <a:srgbClr val="080808"/>
                </a:solidFill>
                <a:effectLst/>
                <a:latin typeface="JetBrains Mono"/>
              </a:rPr>
              <a:t>                </a:t>
            </a:r>
            <a:r>
              <a:rPr lang="es-ES" sz="1000" noProof="1">
                <a:solidFill>
                  <a:srgbClr val="4A86E8"/>
                </a:solidFill>
                <a:effectLst/>
                <a:latin typeface="JetBrains Mono"/>
              </a:rPr>
              <a:t>modifier = </a:t>
            </a:r>
            <a:r>
              <a:rPr lang="es-ES" sz="1000" noProof="1">
                <a:solidFill>
                  <a:srgbClr val="000000"/>
                </a:solidFill>
                <a:effectLst/>
                <a:latin typeface="JetBrains Mono"/>
              </a:rPr>
              <a:t>Modifier </a:t>
            </a:r>
            <a:r>
              <a:rPr lang="es-ES" sz="1000" i="1" noProof="1">
                <a:solidFill>
                  <a:srgbClr val="8C8C8C"/>
                </a:solidFill>
                <a:effectLst/>
                <a:latin typeface="JetBrains Mono"/>
              </a:rPr>
              <a:t>//Oye, columna, respeta el espacio reservado por el Scaffold para barras y otros elementos</a:t>
            </a:r>
            <a:br>
              <a:rPr lang="es-ES" sz="1000" i="1" noProof="1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s-ES" sz="1000" i="1" noProof="1">
                <a:solidFill>
                  <a:srgbClr val="8C8C8C"/>
                </a:solidFill>
                <a:effectLst/>
                <a:latin typeface="JetBrains Mono"/>
              </a:rPr>
              <a:t>                    </a:t>
            </a:r>
            <a:r>
              <a:rPr lang="es-ES" sz="1000" noProof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s-ES" sz="1000" i="1" noProof="1">
                <a:solidFill>
                  <a:srgbClr val="00627A"/>
                </a:solidFill>
                <a:effectLst/>
                <a:latin typeface="JetBrains Mono"/>
              </a:rPr>
              <a:t>padding</a:t>
            </a:r>
            <a:r>
              <a:rPr lang="es-ES" sz="1000" noProof="1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s-ES" sz="1000" noProof="1">
                <a:solidFill>
                  <a:srgbClr val="000000"/>
                </a:solidFill>
                <a:effectLst/>
                <a:latin typeface="JetBrains Mono"/>
              </a:rPr>
              <a:t>innerPadding</a:t>
            </a:r>
            <a:r>
              <a:rPr lang="es-ES" sz="1000" noProof="1">
                <a:solidFill>
                  <a:srgbClr val="080808"/>
                </a:solidFill>
                <a:effectLst/>
                <a:latin typeface="JetBrains Mono"/>
              </a:rPr>
              <a:t>) </a:t>
            </a:r>
            <a:r>
              <a:rPr lang="es-ES" sz="1000" i="1" noProof="1">
                <a:solidFill>
                  <a:srgbClr val="8C8C8C"/>
                </a:solidFill>
                <a:effectLst/>
                <a:latin typeface="JetBrains Mono"/>
              </a:rPr>
              <a:t>// evita que los textos choquen con las barras</a:t>
            </a:r>
            <a:br>
              <a:rPr lang="es-ES" sz="1000" i="1" noProof="1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s-ES" sz="1000" i="1" noProof="1">
                <a:solidFill>
                  <a:srgbClr val="8C8C8C"/>
                </a:solidFill>
                <a:effectLst/>
                <a:latin typeface="JetBrains Mono"/>
              </a:rPr>
              <a:t>                    //Sin .padding(innerPadding) → Los textos quedarían ocultos detrás de la AppBar.</a:t>
            </a:r>
            <a:br>
              <a:rPr lang="es-ES" sz="1000" i="1" noProof="1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s-ES" sz="1000" i="1" noProof="1">
                <a:solidFill>
                  <a:srgbClr val="8C8C8C"/>
                </a:solidFill>
                <a:effectLst/>
                <a:latin typeface="JetBrains Mono"/>
              </a:rPr>
              <a:t>                    //Con .padding(innerPadding) → Los textos aparecen justo debajo de la AppBar y arriba de la BottomBar.</a:t>
            </a:r>
            <a:br>
              <a:rPr lang="es-ES" sz="1000" i="1" noProof="1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s-ES" sz="1000" i="1" noProof="1">
                <a:solidFill>
                  <a:srgbClr val="8C8C8C"/>
                </a:solidFill>
                <a:effectLst/>
                <a:latin typeface="JetBrains Mono"/>
              </a:rPr>
              <a:t>                    </a:t>
            </a:r>
            <a:r>
              <a:rPr lang="es-ES" sz="1000" noProof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s-ES" sz="1000" i="1" noProof="1">
                <a:solidFill>
                  <a:srgbClr val="00627A"/>
                </a:solidFill>
                <a:effectLst/>
                <a:latin typeface="JetBrains Mono"/>
              </a:rPr>
              <a:t>fillMaxSize</a:t>
            </a:r>
            <a:r>
              <a:rPr lang="es-ES" sz="1000" noProof="1">
                <a:solidFill>
                  <a:srgbClr val="080808"/>
                </a:solidFill>
                <a:effectLst/>
                <a:latin typeface="JetBrains Mono"/>
              </a:rPr>
              <a:t>(), </a:t>
            </a:r>
            <a:r>
              <a:rPr lang="es-ES" sz="1000" i="1" noProof="1">
                <a:solidFill>
                  <a:srgbClr val="8C8C8C"/>
                </a:solidFill>
                <a:effectLst/>
                <a:latin typeface="JetBrains Mono"/>
              </a:rPr>
              <a:t>// columna ocupa toda la ventana</a:t>
            </a:r>
            <a:br>
              <a:rPr lang="es-ES" sz="1000" i="1" noProof="1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s-ES" sz="1000" i="1" noProof="1">
                <a:solidFill>
                  <a:srgbClr val="8C8C8C"/>
                </a:solidFill>
                <a:effectLst/>
                <a:latin typeface="JetBrains Mono"/>
              </a:rPr>
              <a:t>                </a:t>
            </a:r>
            <a:r>
              <a:rPr lang="es-ES" sz="1000" noProof="1">
                <a:solidFill>
                  <a:srgbClr val="4A86E8"/>
                </a:solidFill>
                <a:effectLst/>
                <a:latin typeface="JetBrains Mono"/>
              </a:rPr>
              <a:t>verticalArrangement = </a:t>
            </a:r>
            <a:r>
              <a:rPr lang="es-ES" sz="1000" noProof="1">
                <a:solidFill>
                  <a:srgbClr val="000000"/>
                </a:solidFill>
                <a:effectLst/>
                <a:latin typeface="JetBrains Mono"/>
              </a:rPr>
              <a:t>Arrangement</a:t>
            </a:r>
            <a:r>
              <a:rPr lang="es-ES" sz="1000" noProof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s-ES" sz="1000" noProof="1">
                <a:solidFill>
                  <a:srgbClr val="871094"/>
                </a:solidFill>
                <a:effectLst/>
                <a:latin typeface="JetBrains Mono"/>
              </a:rPr>
              <a:t>Top</a:t>
            </a:r>
            <a:r>
              <a:rPr lang="es-ES" sz="1000" noProof="1">
                <a:solidFill>
                  <a:srgbClr val="080808"/>
                </a:solidFill>
                <a:effectLst/>
                <a:latin typeface="JetBrains Mono"/>
              </a:rPr>
              <a:t>,</a:t>
            </a:r>
            <a:br>
              <a:rPr lang="es-ES" sz="1000" noProof="1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s-ES" sz="1000" noProof="1">
                <a:solidFill>
                  <a:srgbClr val="080808"/>
                </a:solidFill>
                <a:effectLst/>
                <a:latin typeface="JetBrains Mono"/>
              </a:rPr>
              <a:t>                </a:t>
            </a:r>
            <a:r>
              <a:rPr lang="es-ES" sz="1000" noProof="1">
                <a:solidFill>
                  <a:srgbClr val="4A86E8"/>
                </a:solidFill>
                <a:effectLst/>
                <a:latin typeface="JetBrains Mono"/>
              </a:rPr>
              <a:t>horizontalAlignment = </a:t>
            </a:r>
            <a:r>
              <a:rPr lang="es-ES" sz="1000" noProof="1">
                <a:solidFill>
                  <a:srgbClr val="000000"/>
                </a:solidFill>
                <a:effectLst/>
                <a:latin typeface="JetBrains Mono"/>
              </a:rPr>
              <a:t>Alignment</a:t>
            </a:r>
            <a:r>
              <a:rPr lang="es-ES" sz="1000" noProof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s-ES" sz="1000" noProof="1">
                <a:solidFill>
                  <a:srgbClr val="871094"/>
                </a:solidFill>
                <a:effectLst/>
                <a:latin typeface="JetBrains Mono"/>
              </a:rPr>
              <a:t>CenterHorizontally</a:t>
            </a:r>
            <a:br>
              <a:rPr lang="es-ES" sz="1000" noProof="1">
                <a:solidFill>
                  <a:srgbClr val="871094"/>
                </a:solidFill>
                <a:effectLst/>
                <a:latin typeface="JetBrains Mono"/>
              </a:rPr>
            </a:br>
            <a:r>
              <a:rPr lang="es-ES" sz="1000" noProof="1">
                <a:solidFill>
                  <a:srgbClr val="871094"/>
                </a:solidFill>
                <a:effectLst/>
                <a:latin typeface="JetBrains Mono"/>
              </a:rPr>
              <a:t>            </a:t>
            </a:r>
            <a:r>
              <a:rPr lang="es-ES" sz="1000" noProof="1">
                <a:solidFill>
                  <a:srgbClr val="080808"/>
                </a:solidFill>
                <a:effectLst/>
                <a:latin typeface="JetBrains Mono"/>
              </a:rPr>
              <a:t>) </a:t>
            </a:r>
            <a:r>
              <a:rPr lang="es-ES" sz="1000" b="1" noProof="1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es-ES" sz="1000" b="1" noProof="1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s-ES" sz="1000" b="1" noProof="1">
                <a:solidFill>
                  <a:srgbClr val="080808"/>
                </a:solidFill>
                <a:effectLst/>
                <a:latin typeface="JetBrains Mono"/>
              </a:rPr>
              <a:t>                </a:t>
            </a:r>
            <a:r>
              <a:rPr lang="es-ES" sz="1000" noProof="1">
                <a:solidFill>
                  <a:srgbClr val="009900"/>
                </a:solidFill>
                <a:effectLst/>
                <a:latin typeface="JetBrains Mono"/>
              </a:rPr>
              <a:t>Text</a:t>
            </a:r>
            <a:r>
              <a:rPr lang="es-ES" sz="1000" noProof="1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s-ES" sz="1000" noProof="1">
                <a:solidFill>
                  <a:srgbClr val="067D17"/>
                </a:solidFill>
                <a:effectLst/>
                <a:latin typeface="JetBrains Mono"/>
              </a:rPr>
              <a:t>"Hola"</a:t>
            </a:r>
            <a:r>
              <a:rPr lang="es-ES" sz="1000" noProof="1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s-ES" sz="1000" noProof="1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s-ES" sz="1000" noProof="1">
                <a:solidFill>
                  <a:srgbClr val="080808"/>
                </a:solidFill>
                <a:effectLst/>
                <a:latin typeface="JetBrains Mono"/>
              </a:rPr>
              <a:t>                </a:t>
            </a:r>
            <a:r>
              <a:rPr lang="es-ES" sz="1000" noProof="1">
                <a:solidFill>
                  <a:srgbClr val="009900"/>
                </a:solidFill>
                <a:effectLst/>
                <a:latin typeface="JetBrains Mono"/>
              </a:rPr>
              <a:t>Spacer</a:t>
            </a:r>
            <a:r>
              <a:rPr lang="es-ES" sz="1000" noProof="1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s-ES" sz="1000" noProof="1">
                <a:solidFill>
                  <a:srgbClr val="4A86E8"/>
                </a:solidFill>
                <a:effectLst/>
                <a:latin typeface="JetBrains Mono"/>
              </a:rPr>
              <a:t>modifier = </a:t>
            </a:r>
            <a:r>
              <a:rPr lang="es-ES" sz="1000" noProof="1">
                <a:solidFill>
                  <a:srgbClr val="000000"/>
                </a:solidFill>
                <a:effectLst/>
                <a:latin typeface="JetBrains Mono"/>
              </a:rPr>
              <a:t>Modifier</a:t>
            </a:r>
            <a:r>
              <a:rPr lang="es-ES" sz="1000" noProof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s-ES" sz="1000" i="1" noProof="1">
                <a:solidFill>
                  <a:srgbClr val="00627A"/>
                </a:solidFill>
                <a:effectLst/>
                <a:latin typeface="JetBrains Mono"/>
              </a:rPr>
              <a:t>height</a:t>
            </a:r>
            <a:r>
              <a:rPr lang="es-ES" sz="1000" noProof="1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s-ES" sz="1000" noProof="1">
                <a:solidFill>
                  <a:srgbClr val="1750EB"/>
                </a:solidFill>
                <a:effectLst/>
                <a:latin typeface="JetBrains Mono"/>
              </a:rPr>
              <a:t>16</a:t>
            </a:r>
            <a:r>
              <a:rPr lang="es-ES" sz="1000" noProof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s-ES" sz="1000" i="1" noProof="1">
                <a:solidFill>
                  <a:srgbClr val="871094"/>
                </a:solidFill>
                <a:effectLst/>
                <a:latin typeface="JetBrains Mono"/>
              </a:rPr>
              <a:t>dp</a:t>
            </a:r>
            <a:r>
              <a:rPr lang="es-ES" sz="1000" noProof="1">
                <a:solidFill>
                  <a:srgbClr val="080808"/>
                </a:solidFill>
                <a:effectLst/>
                <a:latin typeface="JetBrains Mono"/>
              </a:rPr>
              <a:t>))</a:t>
            </a:r>
            <a:br>
              <a:rPr lang="es-ES" sz="1000" noProof="1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s-ES" sz="1000" noProof="1">
                <a:solidFill>
                  <a:srgbClr val="080808"/>
                </a:solidFill>
                <a:effectLst/>
                <a:latin typeface="JetBrains Mono"/>
              </a:rPr>
              <a:t>                </a:t>
            </a:r>
            <a:r>
              <a:rPr lang="es-ES" sz="1000" noProof="1">
                <a:solidFill>
                  <a:srgbClr val="009900"/>
                </a:solidFill>
                <a:effectLst/>
                <a:latin typeface="JetBrains Mono"/>
              </a:rPr>
              <a:t>Text</a:t>
            </a:r>
            <a:r>
              <a:rPr lang="es-ES" sz="1000" noProof="1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s-ES" sz="1000" noProof="1">
                <a:solidFill>
                  <a:srgbClr val="067D17"/>
                </a:solidFill>
                <a:effectLst/>
                <a:latin typeface="JetBrains Mono"/>
              </a:rPr>
              <a:t>"hola2"</a:t>
            </a:r>
            <a:r>
              <a:rPr lang="es-ES" sz="1000" noProof="1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s-ES" sz="1000" noProof="1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s-ES" sz="1000" noProof="1">
                <a:solidFill>
                  <a:srgbClr val="080808"/>
                </a:solidFill>
                <a:effectLst/>
                <a:latin typeface="JetBrains Mono"/>
              </a:rPr>
              <a:t>                </a:t>
            </a:r>
            <a:r>
              <a:rPr lang="es-ES" sz="1000" noProof="1">
                <a:solidFill>
                  <a:srgbClr val="009900"/>
                </a:solidFill>
                <a:effectLst/>
                <a:latin typeface="JetBrains Mono"/>
              </a:rPr>
              <a:t>FilledButtonExample </a:t>
            </a:r>
            <a:r>
              <a:rPr lang="es-ES" sz="1000" b="1" noProof="1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es-ES" sz="1000" b="1" noProof="1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s-ES" sz="1000" b="1" noProof="1">
                <a:solidFill>
                  <a:srgbClr val="080808"/>
                </a:solidFill>
                <a:effectLst/>
                <a:latin typeface="JetBrains Mono"/>
              </a:rPr>
              <a:t>                    </a:t>
            </a:r>
            <a:r>
              <a:rPr lang="es-ES" sz="1000" i="1" noProof="1">
                <a:solidFill>
                  <a:srgbClr val="8C8C8C"/>
                </a:solidFill>
                <a:effectLst/>
                <a:latin typeface="JetBrains Mono"/>
              </a:rPr>
              <a:t>// Acción del botón</a:t>
            </a:r>
            <a:br>
              <a:rPr lang="es-ES" sz="1000" i="1" noProof="1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s-ES" sz="1000" i="1" noProof="1">
                <a:solidFill>
                  <a:srgbClr val="8C8C8C"/>
                </a:solidFill>
                <a:effectLst/>
                <a:latin typeface="JetBrains Mono"/>
              </a:rPr>
              <a:t>                </a:t>
            </a:r>
            <a:r>
              <a:rPr lang="es-ES" sz="1000" b="1" noProof="1">
                <a:solidFill>
                  <a:srgbClr val="080808"/>
                </a:solidFill>
                <a:effectLst/>
                <a:latin typeface="JetBrains Mono"/>
              </a:rPr>
              <a:t>}</a:t>
            </a:r>
            <a:br>
              <a:rPr lang="es-ES" sz="1000" b="1" noProof="1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s-ES" sz="1000" b="1" noProof="1">
                <a:solidFill>
                  <a:srgbClr val="080808"/>
                </a:solidFill>
                <a:effectLst/>
                <a:latin typeface="JetBrains Mono"/>
              </a:rPr>
              <a:t>                </a:t>
            </a:r>
            <a:r>
              <a:rPr lang="es-ES" sz="1000" noProof="1">
                <a:solidFill>
                  <a:srgbClr val="000000"/>
                </a:solidFill>
                <a:effectLst/>
                <a:latin typeface="JetBrains Mono"/>
              </a:rPr>
              <a:t>alumnos</a:t>
            </a:r>
            <a:r>
              <a:rPr lang="es-ES" sz="1000" noProof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s-ES" sz="1000" i="1" noProof="1">
                <a:solidFill>
                  <a:srgbClr val="00627A"/>
                </a:solidFill>
                <a:effectLst/>
                <a:latin typeface="JetBrains Mono"/>
              </a:rPr>
              <a:t>forEach </a:t>
            </a:r>
            <a:r>
              <a:rPr lang="es-ES" sz="1000" b="1" noProof="1">
                <a:solidFill>
                  <a:srgbClr val="080808"/>
                </a:solidFill>
                <a:effectLst/>
                <a:latin typeface="JetBrains Mono"/>
              </a:rPr>
              <a:t>{ </a:t>
            </a:r>
            <a:r>
              <a:rPr lang="es-ES" sz="1000" noProof="1">
                <a:solidFill>
                  <a:srgbClr val="000000"/>
                </a:solidFill>
                <a:effectLst/>
                <a:latin typeface="JetBrains Mono"/>
              </a:rPr>
              <a:t>alumno </a:t>
            </a:r>
            <a:r>
              <a:rPr lang="es-ES" sz="1000" b="1" noProof="1">
                <a:solidFill>
                  <a:srgbClr val="080808"/>
                </a:solidFill>
                <a:effectLst/>
                <a:latin typeface="JetBrains Mono"/>
              </a:rPr>
              <a:t>-&gt;</a:t>
            </a:r>
            <a:br>
              <a:rPr lang="es-ES" sz="1000" b="1" noProof="1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s-ES" sz="1000" b="1" noProof="1">
                <a:solidFill>
                  <a:srgbClr val="080808"/>
                </a:solidFill>
                <a:effectLst/>
                <a:latin typeface="JetBrains Mono"/>
              </a:rPr>
              <a:t>                    </a:t>
            </a:r>
            <a:r>
              <a:rPr lang="es-ES" sz="1000" noProof="1">
                <a:solidFill>
                  <a:srgbClr val="009900"/>
                </a:solidFill>
                <a:effectLst/>
                <a:latin typeface="JetBrains Mono"/>
              </a:rPr>
              <a:t>Text</a:t>
            </a:r>
            <a:r>
              <a:rPr lang="es-ES" sz="1000" noProof="1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s-ES" sz="1000" noProof="1">
                <a:solidFill>
                  <a:srgbClr val="4A86E8"/>
                </a:solidFill>
                <a:effectLst/>
                <a:latin typeface="JetBrains Mono"/>
              </a:rPr>
              <a:t>text = </a:t>
            </a:r>
            <a:r>
              <a:rPr lang="es-ES" sz="1000" noProof="1">
                <a:solidFill>
                  <a:srgbClr val="000000"/>
                </a:solidFill>
                <a:effectLst/>
                <a:latin typeface="JetBrains Mono"/>
              </a:rPr>
              <a:t>alumno</a:t>
            </a:r>
            <a:r>
              <a:rPr lang="es-ES" sz="1000" noProof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s-ES" sz="1000" noProof="1">
                <a:solidFill>
                  <a:srgbClr val="871094"/>
                </a:solidFill>
                <a:effectLst/>
                <a:latin typeface="JetBrains Mono"/>
              </a:rPr>
              <a:t>Nombre</a:t>
            </a:r>
            <a:r>
              <a:rPr lang="es-ES" sz="1000" noProof="1">
                <a:solidFill>
                  <a:srgbClr val="080808"/>
                </a:solidFill>
                <a:effectLst/>
                <a:latin typeface="JetBrains Mono"/>
              </a:rPr>
              <a:t>) </a:t>
            </a:r>
            <a:r>
              <a:rPr lang="es-ES" sz="1000" i="1" noProof="1">
                <a:solidFill>
                  <a:srgbClr val="8C8C8C"/>
                </a:solidFill>
                <a:effectLst/>
                <a:latin typeface="JetBrains Mono"/>
              </a:rPr>
              <a:t>// ahora es un String</a:t>
            </a:r>
            <a:br>
              <a:rPr lang="es-ES" sz="1000" i="1" noProof="1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s-ES" sz="1000" i="1" noProof="1">
                <a:solidFill>
                  <a:srgbClr val="8C8C8C"/>
                </a:solidFill>
                <a:effectLst/>
                <a:latin typeface="JetBrains Mono"/>
              </a:rPr>
              <a:t>                </a:t>
            </a:r>
            <a:r>
              <a:rPr lang="es-ES" sz="1000" b="1" noProof="1">
                <a:solidFill>
                  <a:srgbClr val="080808"/>
                </a:solidFill>
                <a:effectLst/>
                <a:latin typeface="JetBrains Mono"/>
              </a:rPr>
              <a:t>}</a:t>
            </a:r>
            <a:br>
              <a:rPr lang="es-ES" sz="1000" b="1" noProof="1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s-ES" sz="1000" b="1" noProof="1">
                <a:solidFill>
                  <a:srgbClr val="080808"/>
                </a:solidFill>
                <a:effectLst/>
                <a:latin typeface="JetBrains Mono"/>
              </a:rPr>
              <a:t>                </a:t>
            </a:r>
            <a:r>
              <a:rPr lang="es-ES" sz="1000" noProof="1">
                <a:solidFill>
                  <a:srgbClr val="009900"/>
                </a:solidFill>
                <a:effectLst/>
                <a:latin typeface="JetBrains Mono"/>
              </a:rPr>
              <a:t>Text</a:t>
            </a:r>
            <a:r>
              <a:rPr lang="es-ES" sz="1000" noProof="1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s-ES" sz="1000" noProof="1">
                <a:solidFill>
                  <a:srgbClr val="067D17"/>
                </a:solidFill>
                <a:effectLst/>
                <a:latin typeface="JetBrains Mono"/>
              </a:rPr>
              <a:t>"Hola3"</a:t>
            </a:r>
            <a:r>
              <a:rPr lang="es-ES" sz="1000" noProof="1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s-ES" sz="1000" noProof="1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s-ES" sz="1000" noProof="1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es-ES" sz="1000" b="1" noProof="1">
                <a:solidFill>
                  <a:srgbClr val="080808"/>
                </a:solidFill>
                <a:effectLst/>
                <a:latin typeface="JetBrains Mono"/>
              </a:rPr>
              <a:t>}</a:t>
            </a:r>
            <a:br>
              <a:rPr lang="es-ES" sz="1000" b="1" noProof="1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s-ES" sz="1000" b="1" noProof="1">
                <a:solidFill>
                  <a:srgbClr val="080808"/>
                </a:solidFill>
                <a:effectLst/>
                <a:latin typeface="JetBrains Mono"/>
              </a:rPr>
              <a:t>        }</a:t>
            </a:r>
            <a:br>
              <a:rPr lang="es-ES" sz="1000" b="1" noProof="1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s-ES" sz="1000" b="1" noProof="1"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lang="es-ES" sz="1000" b="1" noProof="1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s-ES" sz="1000" b="1" noProof="1">
                <a:solidFill>
                  <a:srgbClr val="080808"/>
                </a:solidFill>
                <a:effectLst/>
                <a:latin typeface="JetBrains Mono"/>
              </a:rPr>
              <a:t>}</a:t>
            </a:r>
            <a:br>
              <a:rPr lang="es-ES" sz="1000" b="1" noProof="1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s-ES" sz="1000" i="1" noProof="1">
                <a:solidFill>
                  <a:srgbClr val="8C8C8C"/>
                </a:solidFill>
                <a:effectLst/>
                <a:latin typeface="JetBrains Mono"/>
              </a:rPr>
              <a:t>// [END content]</a:t>
            </a:r>
            <a:endParaRPr lang="es-ES" sz="1000" noProof="1">
              <a:solidFill>
                <a:srgbClr val="080808"/>
              </a:solidFill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32355795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98F05E8-0E32-8989-2B73-2D5C167038B9}"/>
              </a:ext>
            </a:extLst>
          </p:cNvPr>
          <p:cNvSpPr txBox="1"/>
          <p:nvPr/>
        </p:nvSpPr>
        <p:spPr>
          <a:xfrm>
            <a:off x="5700713" y="1383834"/>
            <a:ext cx="5243512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800" noProof="1">
                <a:solidFill>
                  <a:srgbClr val="0033B3"/>
                </a:solidFill>
                <a:effectLst/>
                <a:latin typeface="JetBrains Mono"/>
              </a:rPr>
              <a:t>class </a:t>
            </a:r>
            <a:r>
              <a:rPr lang="es-ES" sz="800" noProof="1">
                <a:solidFill>
                  <a:srgbClr val="000000"/>
                </a:solidFill>
                <a:effectLst/>
                <a:latin typeface="JetBrains Mono"/>
              </a:rPr>
              <a:t>MainActivity </a:t>
            </a:r>
            <a:r>
              <a:rPr lang="es-ES" sz="800" noProof="1">
                <a:solidFill>
                  <a:srgbClr val="080808"/>
                </a:solidFill>
                <a:effectLst/>
                <a:latin typeface="JetBrains Mono"/>
              </a:rPr>
              <a:t>: ComponentActivity() {</a:t>
            </a:r>
            <a:br>
              <a:rPr lang="es-ES" sz="800" noProof="1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s-ES" sz="800" noProof="1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s-ES" sz="800" noProof="1">
                <a:solidFill>
                  <a:srgbClr val="0033B3"/>
                </a:solidFill>
                <a:effectLst/>
                <a:latin typeface="JetBrains Mono"/>
              </a:rPr>
              <a:t>override fun </a:t>
            </a:r>
            <a:r>
              <a:rPr lang="es-ES" sz="800" noProof="1">
                <a:solidFill>
                  <a:srgbClr val="00627A"/>
                </a:solidFill>
                <a:effectLst/>
                <a:latin typeface="JetBrains Mono"/>
              </a:rPr>
              <a:t>onCreate</a:t>
            </a:r>
            <a:r>
              <a:rPr lang="es-ES" sz="800" noProof="1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s-ES" sz="800" noProof="1">
                <a:solidFill>
                  <a:srgbClr val="000000"/>
                </a:solidFill>
                <a:effectLst/>
                <a:latin typeface="JetBrains Mono"/>
              </a:rPr>
              <a:t>savedInstanceState</a:t>
            </a:r>
            <a:r>
              <a:rPr lang="es-ES" sz="800" noProof="1"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lang="es-ES" sz="800" noProof="1">
                <a:solidFill>
                  <a:srgbClr val="000000"/>
                </a:solidFill>
                <a:effectLst/>
                <a:latin typeface="JetBrains Mono"/>
              </a:rPr>
              <a:t>Bundle</a:t>
            </a:r>
            <a:r>
              <a:rPr lang="es-ES" sz="800" noProof="1">
                <a:solidFill>
                  <a:srgbClr val="080808"/>
                </a:solidFill>
                <a:effectLst/>
                <a:latin typeface="JetBrains Mono"/>
              </a:rPr>
              <a:t>?) {</a:t>
            </a:r>
            <a:br>
              <a:rPr lang="es-ES" sz="800" noProof="1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s-ES" sz="800" noProof="1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s-ES" sz="800" noProof="1">
                <a:solidFill>
                  <a:srgbClr val="0033B3"/>
                </a:solidFill>
                <a:effectLst/>
                <a:latin typeface="JetBrains Mono"/>
              </a:rPr>
              <a:t>super</a:t>
            </a:r>
            <a:r>
              <a:rPr lang="es-ES" sz="800" noProof="1">
                <a:solidFill>
                  <a:srgbClr val="080808"/>
                </a:solidFill>
                <a:effectLst/>
                <a:latin typeface="JetBrains Mono"/>
              </a:rPr>
              <a:t>.onCreate(</a:t>
            </a:r>
            <a:r>
              <a:rPr lang="es-ES" sz="800" noProof="1">
                <a:solidFill>
                  <a:srgbClr val="000000"/>
                </a:solidFill>
                <a:effectLst/>
                <a:latin typeface="JetBrains Mono"/>
              </a:rPr>
              <a:t>savedInstanceState</a:t>
            </a:r>
            <a:r>
              <a:rPr lang="es-ES" sz="800" noProof="1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s-ES" sz="800" noProof="1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s-ES" sz="800" noProof="1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s-ES" sz="800" i="1" noProof="1">
                <a:solidFill>
                  <a:srgbClr val="00627A"/>
                </a:solidFill>
                <a:effectLst/>
                <a:latin typeface="JetBrains Mono"/>
              </a:rPr>
              <a:t>enableEdgeToEdge</a:t>
            </a:r>
            <a:r>
              <a:rPr lang="es-ES" sz="800" noProof="1">
                <a:solidFill>
                  <a:srgbClr val="080808"/>
                </a:solidFill>
                <a:effectLst/>
                <a:latin typeface="JetBrains Mono"/>
              </a:rPr>
              <a:t>()</a:t>
            </a:r>
            <a:br>
              <a:rPr lang="es-ES" sz="800" noProof="1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s-ES" sz="800" noProof="1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s-ES" sz="800" i="1" noProof="1">
                <a:solidFill>
                  <a:srgbClr val="00627A"/>
                </a:solidFill>
                <a:effectLst/>
                <a:latin typeface="JetBrains Mono"/>
              </a:rPr>
              <a:t>setContent </a:t>
            </a:r>
            <a:r>
              <a:rPr lang="es-ES" sz="800" b="1" noProof="1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es-ES" sz="800" b="1" noProof="1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s-ES" sz="800" b="1" noProof="1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es-ES" sz="800" noProof="1">
                <a:solidFill>
                  <a:srgbClr val="009900"/>
                </a:solidFill>
                <a:effectLst/>
                <a:latin typeface="JetBrains Mono"/>
              </a:rPr>
              <a:t>myapplicationTheme </a:t>
            </a:r>
            <a:r>
              <a:rPr lang="es-ES" sz="800" b="1" noProof="1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es-ES" sz="800" b="1" noProof="1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s-ES" sz="800" b="1" noProof="1">
                <a:solidFill>
                  <a:srgbClr val="080808"/>
                </a:solidFill>
                <a:effectLst/>
                <a:latin typeface="JetBrains Mono"/>
              </a:rPr>
              <a:t>                </a:t>
            </a:r>
            <a:r>
              <a:rPr lang="es-ES" sz="800" i="1" noProof="1">
                <a:solidFill>
                  <a:srgbClr val="8C8C8C"/>
                </a:solidFill>
                <a:effectLst/>
                <a:latin typeface="JetBrains Mono"/>
              </a:rPr>
              <a:t>//EXPLICACION Scaffold</a:t>
            </a:r>
            <a:br>
              <a:rPr lang="es-ES" sz="800" i="1" noProof="1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s-ES" sz="800" i="1" noProof="1">
                <a:solidFill>
                  <a:srgbClr val="8C8C8C"/>
                </a:solidFill>
                <a:effectLst/>
                <a:latin typeface="JetBrains Mono"/>
              </a:rPr>
              <a:t>                // Este nos da ya la ventana identificada, para que metamos elementos dentro</a:t>
            </a:r>
            <a:br>
              <a:rPr lang="es-ES" sz="800" i="1" noProof="1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s-ES" sz="800" i="1" noProof="1">
                <a:solidFill>
                  <a:srgbClr val="8C8C8C"/>
                </a:solidFill>
                <a:effectLst/>
                <a:latin typeface="JetBrains Mono"/>
              </a:rPr>
              <a:t>                // Dentro de un inner padding vamos a generar contenido</a:t>
            </a:r>
            <a:br>
              <a:rPr lang="es-ES" sz="800" i="1" noProof="1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s-ES" sz="800" i="1" noProof="1">
                <a:solidFill>
                  <a:srgbClr val="8C8C8C"/>
                </a:solidFill>
                <a:effectLst/>
                <a:latin typeface="JetBrains Mono"/>
              </a:rPr>
              <a:t>                // El contenido es una columna Que va de arriba abajo</a:t>
            </a:r>
            <a:br>
              <a:rPr lang="es-ES" sz="800" i="1" noProof="1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s-ES" sz="800" i="1" noProof="1">
                <a:solidFill>
                  <a:srgbClr val="8C8C8C"/>
                </a:solidFill>
                <a:effectLst/>
                <a:latin typeface="JetBrains Mono"/>
              </a:rPr>
              <a:t>                // está centrada horizontalmente</a:t>
            </a:r>
            <a:br>
              <a:rPr lang="es-ES" sz="800" i="1" noProof="1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s-ES" sz="800" i="1" noProof="1">
                <a:solidFill>
                  <a:srgbClr val="8C8C8C"/>
                </a:solidFill>
                <a:effectLst/>
                <a:latin typeface="JetBrains Mono"/>
              </a:rPr>
              <a:t>                </a:t>
            </a:r>
            <a:r>
              <a:rPr lang="es-ES" sz="800" noProof="1">
                <a:solidFill>
                  <a:srgbClr val="009900"/>
                </a:solidFill>
                <a:effectLst/>
                <a:latin typeface="JetBrains Mono"/>
              </a:rPr>
              <a:t>Scaffold</a:t>
            </a:r>
            <a:r>
              <a:rPr lang="es-ES" sz="800" noProof="1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s-ES" sz="800" noProof="1">
                <a:solidFill>
                  <a:srgbClr val="4A86E8"/>
                </a:solidFill>
                <a:effectLst/>
                <a:latin typeface="JetBrains Mono"/>
              </a:rPr>
              <a:t>modifier = </a:t>
            </a:r>
            <a:r>
              <a:rPr lang="es-ES" sz="800" noProof="1">
                <a:solidFill>
                  <a:srgbClr val="000000"/>
                </a:solidFill>
                <a:effectLst/>
                <a:latin typeface="JetBrains Mono"/>
              </a:rPr>
              <a:t>Modifier</a:t>
            </a:r>
            <a:r>
              <a:rPr lang="es-ES" sz="800" noProof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s-ES" sz="800" i="1" noProof="1">
                <a:solidFill>
                  <a:srgbClr val="00627A"/>
                </a:solidFill>
                <a:effectLst/>
                <a:latin typeface="JetBrains Mono"/>
              </a:rPr>
              <a:t>fillMaxSize</a:t>
            </a:r>
            <a:r>
              <a:rPr lang="es-ES" sz="800" noProof="1">
                <a:solidFill>
                  <a:srgbClr val="080808"/>
                </a:solidFill>
                <a:effectLst/>
                <a:latin typeface="JetBrains Mono"/>
              </a:rPr>
              <a:t>()) </a:t>
            </a:r>
            <a:r>
              <a:rPr lang="es-ES" sz="800" b="1" noProof="1">
                <a:solidFill>
                  <a:srgbClr val="080808"/>
                </a:solidFill>
                <a:effectLst/>
                <a:latin typeface="JetBrains Mono"/>
              </a:rPr>
              <a:t>{ </a:t>
            </a:r>
            <a:r>
              <a:rPr lang="es-ES" sz="800" noProof="1">
                <a:solidFill>
                  <a:srgbClr val="000000"/>
                </a:solidFill>
                <a:effectLst/>
                <a:latin typeface="JetBrains Mono"/>
              </a:rPr>
              <a:t>innerPadding </a:t>
            </a:r>
            <a:r>
              <a:rPr lang="es-ES" sz="800" b="1" noProof="1">
                <a:solidFill>
                  <a:srgbClr val="080808"/>
                </a:solidFill>
                <a:effectLst/>
                <a:latin typeface="JetBrains Mono"/>
              </a:rPr>
              <a:t>-&gt;</a:t>
            </a:r>
            <a:br>
              <a:rPr lang="es-ES" sz="800" b="1" noProof="1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s-ES" sz="800" b="1" noProof="1">
                <a:solidFill>
                  <a:srgbClr val="080808"/>
                </a:solidFill>
                <a:effectLst/>
                <a:latin typeface="JetBrains Mono"/>
              </a:rPr>
              <a:t>                    </a:t>
            </a:r>
            <a:r>
              <a:rPr lang="es-ES" sz="800" noProof="1">
                <a:solidFill>
                  <a:srgbClr val="009900"/>
                </a:solidFill>
                <a:effectLst/>
                <a:latin typeface="JetBrains Mono"/>
              </a:rPr>
              <a:t>Prueba</a:t>
            </a:r>
            <a:r>
              <a:rPr lang="es-ES" sz="800" noProof="1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s-ES" sz="800" noProof="1">
                <a:solidFill>
                  <a:srgbClr val="000000"/>
                </a:solidFill>
                <a:effectLst/>
                <a:latin typeface="JetBrains Mono"/>
              </a:rPr>
              <a:t>innerPadding</a:t>
            </a:r>
            <a:r>
              <a:rPr lang="es-ES" sz="800" noProof="1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s-ES" sz="800" noProof="1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s-ES" sz="800" noProof="1">
                <a:solidFill>
                  <a:srgbClr val="080808"/>
                </a:solidFill>
                <a:effectLst/>
                <a:latin typeface="JetBrains Mono"/>
              </a:rPr>
              <a:t>                </a:t>
            </a:r>
            <a:r>
              <a:rPr lang="es-ES" sz="800" b="1" noProof="1">
                <a:solidFill>
                  <a:srgbClr val="080808"/>
                </a:solidFill>
                <a:effectLst/>
                <a:latin typeface="JetBrains Mono"/>
              </a:rPr>
              <a:t>}</a:t>
            </a:r>
            <a:br>
              <a:rPr lang="es-ES" sz="800" b="1" noProof="1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s-ES" sz="800" b="1" noProof="1">
                <a:solidFill>
                  <a:srgbClr val="080808"/>
                </a:solidFill>
                <a:effectLst/>
                <a:latin typeface="JetBrains Mono"/>
              </a:rPr>
              <a:t>            }</a:t>
            </a:r>
            <a:br>
              <a:rPr lang="es-ES" sz="800" b="1" noProof="1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s-ES" sz="800" b="1" noProof="1">
                <a:solidFill>
                  <a:srgbClr val="080808"/>
                </a:solidFill>
                <a:effectLst/>
                <a:latin typeface="JetBrains Mono"/>
              </a:rPr>
              <a:t>        }</a:t>
            </a:r>
            <a:br>
              <a:rPr lang="es-ES" sz="800" b="1" noProof="1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s-ES" sz="800" b="1" noProof="1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s-ES" sz="800" noProof="1">
                <a:solidFill>
                  <a:srgbClr val="080808"/>
                </a:solidFill>
                <a:effectLst/>
                <a:latin typeface="JetBrains Mono"/>
              </a:rPr>
              <a:t>}</a:t>
            </a:r>
            <a:br>
              <a:rPr lang="es-ES" sz="800" noProof="1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s-ES" sz="800" noProof="1">
                <a:solidFill>
                  <a:srgbClr val="080808"/>
                </a:solidFill>
                <a:effectLst/>
                <a:latin typeface="JetBrains Mono"/>
              </a:rPr>
              <a:t>}</a:t>
            </a:r>
            <a:br>
              <a:rPr lang="es-ES" sz="800" noProof="1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s-ES" sz="800" noProof="1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s-ES" sz="800" noProof="1">
                <a:solidFill>
                  <a:srgbClr val="9E880D"/>
                </a:solidFill>
                <a:effectLst/>
                <a:latin typeface="JetBrains Mono"/>
              </a:rPr>
              <a:t>@Composable</a:t>
            </a:r>
            <a:br>
              <a:rPr lang="es-ES" sz="800" noProof="1">
                <a:solidFill>
                  <a:srgbClr val="9E880D"/>
                </a:solidFill>
                <a:effectLst/>
                <a:latin typeface="JetBrains Mono"/>
              </a:rPr>
            </a:br>
            <a:r>
              <a:rPr lang="es-ES" sz="800" noProof="1">
                <a:solidFill>
                  <a:srgbClr val="0033B3"/>
                </a:solidFill>
                <a:effectLst/>
                <a:latin typeface="JetBrains Mono"/>
              </a:rPr>
              <a:t>fun </a:t>
            </a:r>
            <a:r>
              <a:rPr lang="es-ES" sz="800" noProof="1">
                <a:solidFill>
                  <a:srgbClr val="00627A"/>
                </a:solidFill>
                <a:effectLst/>
                <a:latin typeface="JetBrains Mono"/>
              </a:rPr>
              <a:t>Prueba</a:t>
            </a:r>
            <a:r>
              <a:rPr lang="es-ES" sz="800" noProof="1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s-ES" sz="800" noProof="1">
                <a:solidFill>
                  <a:srgbClr val="000000"/>
                </a:solidFill>
                <a:effectLst/>
                <a:latin typeface="JetBrains Mono"/>
              </a:rPr>
              <a:t>innerPadding</a:t>
            </a:r>
            <a:r>
              <a:rPr lang="es-ES" sz="800" noProof="1">
                <a:solidFill>
                  <a:srgbClr val="080808"/>
                </a:solidFill>
                <a:effectLst/>
                <a:latin typeface="JetBrains Mono"/>
              </a:rPr>
              <a:t>: </a:t>
            </a:r>
            <a:r>
              <a:rPr lang="es-ES" sz="800" noProof="1">
                <a:solidFill>
                  <a:srgbClr val="000000"/>
                </a:solidFill>
                <a:effectLst/>
                <a:latin typeface="JetBrains Mono"/>
              </a:rPr>
              <a:t>PaddingValues</a:t>
            </a:r>
            <a:r>
              <a:rPr lang="es-ES" sz="800" noProof="1"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lang="es-ES" sz="800" noProof="1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s-ES" sz="800" noProof="1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s-ES" sz="800" noProof="1">
                <a:solidFill>
                  <a:srgbClr val="009900"/>
                </a:solidFill>
                <a:effectLst/>
                <a:latin typeface="JetBrains Mono"/>
              </a:rPr>
              <a:t>Column</a:t>
            </a:r>
            <a:r>
              <a:rPr lang="es-ES" sz="800" noProof="1">
                <a:solidFill>
                  <a:srgbClr val="080808"/>
                </a:solidFill>
                <a:effectLst/>
                <a:latin typeface="JetBrains Mono"/>
              </a:rPr>
              <a:t>(</a:t>
            </a:r>
            <a:br>
              <a:rPr lang="es-ES" sz="800" noProof="1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s-ES" sz="800" noProof="1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s-ES" sz="800" noProof="1">
                <a:solidFill>
                  <a:srgbClr val="4A86E8"/>
                </a:solidFill>
                <a:effectLst/>
                <a:latin typeface="JetBrains Mono"/>
              </a:rPr>
              <a:t>modifier = </a:t>
            </a:r>
            <a:r>
              <a:rPr lang="es-ES" sz="800" noProof="1">
                <a:solidFill>
                  <a:srgbClr val="000000"/>
                </a:solidFill>
                <a:effectLst/>
                <a:latin typeface="JetBrains Mono"/>
              </a:rPr>
              <a:t>Modifier</a:t>
            </a:r>
            <a:br>
              <a:rPr lang="es-ES" sz="800" noProof="1">
                <a:solidFill>
                  <a:srgbClr val="000000"/>
                </a:solidFill>
                <a:effectLst/>
                <a:latin typeface="JetBrains Mono"/>
              </a:rPr>
            </a:br>
            <a:r>
              <a:rPr lang="es-ES" sz="800" noProof="1">
                <a:solidFill>
                  <a:srgbClr val="000000"/>
                </a:solidFill>
                <a:effectLst/>
                <a:latin typeface="JetBrains Mono"/>
              </a:rPr>
              <a:t>            </a:t>
            </a:r>
            <a:r>
              <a:rPr lang="es-ES" sz="800" noProof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s-ES" sz="800" i="1" noProof="1">
                <a:solidFill>
                  <a:srgbClr val="00627A"/>
                </a:solidFill>
                <a:effectLst/>
                <a:latin typeface="JetBrains Mono"/>
              </a:rPr>
              <a:t>padding</a:t>
            </a:r>
            <a:r>
              <a:rPr lang="es-ES" sz="800" noProof="1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s-ES" sz="800" noProof="1">
                <a:solidFill>
                  <a:srgbClr val="000000"/>
                </a:solidFill>
                <a:effectLst/>
                <a:latin typeface="JetBrains Mono"/>
              </a:rPr>
              <a:t>innerPadding</a:t>
            </a:r>
            <a:r>
              <a:rPr lang="es-ES" sz="800" noProof="1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s-ES" sz="800" noProof="1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s-ES" sz="800" noProof="1">
                <a:solidFill>
                  <a:srgbClr val="080808"/>
                </a:solidFill>
                <a:effectLst/>
                <a:latin typeface="JetBrains Mono"/>
              </a:rPr>
              <a:t>            .</a:t>
            </a:r>
            <a:r>
              <a:rPr lang="es-ES" sz="800" i="1" noProof="1">
                <a:solidFill>
                  <a:srgbClr val="00627A"/>
                </a:solidFill>
                <a:effectLst/>
                <a:latin typeface="JetBrains Mono"/>
              </a:rPr>
              <a:t>fillMaxSize</a:t>
            </a:r>
            <a:r>
              <a:rPr lang="es-ES" sz="800" noProof="1">
                <a:solidFill>
                  <a:srgbClr val="080808"/>
                </a:solidFill>
                <a:effectLst/>
                <a:latin typeface="JetBrains Mono"/>
              </a:rPr>
              <a:t>(),</a:t>
            </a:r>
            <a:br>
              <a:rPr lang="es-ES" sz="800" noProof="1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s-ES" sz="800" noProof="1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s-ES" sz="800" noProof="1">
                <a:solidFill>
                  <a:srgbClr val="4A86E8"/>
                </a:solidFill>
                <a:effectLst/>
                <a:latin typeface="JetBrains Mono"/>
              </a:rPr>
              <a:t>verticalArrangement = </a:t>
            </a:r>
            <a:r>
              <a:rPr lang="es-ES" sz="800" noProof="1">
                <a:solidFill>
                  <a:srgbClr val="000000"/>
                </a:solidFill>
                <a:effectLst/>
                <a:latin typeface="JetBrains Mono"/>
              </a:rPr>
              <a:t>Arrangement</a:t>
            </a:r>
            <a:r>
              <a:rPr lang="es-ES" sz="800" noProof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s-ES" sz="800" noProof="1">
                <a:solidFill>
                  <a:srgbClr val="871094"/>
                </a:solidFill>
                <a:effectLst/>
                <a:latin typeface="JetBrains Mono"/>
              </a:rPr>
              <a:t>Top</a:t>
            </a:r>
            <a:r>
              <a:rPr lang="es-ES" sz="800" noProof="1">
                <a:solidFill>
                  <a:srgbClr val="080808"/>
                </a:solidFill>
                <a:effectLst/>
                <a:latin typeface="JetBrains Mono"/>
              </a:rPr>
              <a:t>,</a:t>
            </a:r>
            <a:br>
              <a:rPr lang="es-ES" sz="800" noProof="1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s-ES" sz="800" noProof="1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s-ES" sz="800" noProof="1">
                <a:solidFill>
                  <a:srgbClr val="4A86E8"/>
                </a:solidFill>
                <a:effectLst/>
                <a:latin typeface="JetBrains Mono"/>
              </a:rPr>
              <a:t>horizontalAlignment = </a:t>
            </a:r>
            <a:r>
              <a:rPr lang="es-ES" sz="800" noProof="1">
                <a:solidFill>
                  <a:srgbClr val="000000"/>
                </a:solidFill>
                <a:effectLst/>
                <a:latin typeface="JetBrains Mono"/>
              </a:rPr>
              <a:t>Alignment</a:t>
            </a:r>
            <a:r>
              <a:rPr lang="es-ES" sz="800" noProof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s-ES" sz="800" noProof="1">
                <a:solidFill>
                  <a:srgbClr val="871094"/>
                </a:solidFill>
                <a:effectLst/>
                <a:latin typeface="JetBrains Mono"/>
              </a:rPr>
              <a:t>CenterHorizontally</a:t>
            </a:r>
            <a:br>
              <a:rPr lang="es-ES" sz="800" noProof="1">
                <a:solidFill>
                  <a:srgbClr val="871094"/>
                </a:solidFill>
                <a:effectLst/>
                <a:latin typeface="JetBrains Mono"/>
              </a:rPr>
            </a:br>
            <a:r>
              <a:rPr lang="es-ES" sz="800" noProof="1">
                <a:solidFill>
                  <a:srgbClr val="871094"/>
                </a:solidFill>
                <a:effectLst/>
                <a:latin typeface="JetBrains Mono"/>
              </a:rPr>
              <a:t>    </a:t>
            </a:r>
            <a:r>
              <a:rPr lang="es-ES" sz="800" noProof="1">
                <a:solidFill>
                  <a:srgbClr val="080808"/>
                </a:solidFill>
                <a:effectLst/>
                <a:latin typeface="JetBrains Mono"/>
              </a:rPr>
              <a:t>) </a:t>
            </a:r>
            <a:r>
              <a:rPr lang="es-ES" sz="800" b="1" noProof="1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es-ES" sz="800" b="1" noProof="1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s-ES" sz="800" b="1" noProof="1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s-ES" sz="800" noProof="1">
                <a:solidFill>
                  <a:srgbClr val="009900"/>
                </a:solidFill>
                <a:effectLst/>
                <a:latin typeface="JetBrains Mono"/>
              </a:rPr>
              <a:t>Text</a:t>
            </a:r>
            <a:r>
              <a:rPr lang="es-ES" sz="800" noProof="1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s-ES" sz="800" noProof="1">
                <a:solidFill>
                  <a:srgbClr val="067D17"/>
                </a:solidFill>
                <a:effectLst/>
                <a:latin typeface="JetBrains Mono"/>
              </a:rPr>
              <a:t>"Hola"</a:t>
            </a:r>
            <a:r>
              <a:rPr lang="es-ES" sz="800" noProof="1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s-ES" sz="800" noProof="1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s-ES" sz="800" noProof="1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s-ES" sz="800" noProof="1">
                <a:solidFill>
                  <a:srgbClr val="009900"/>
                </a:solidFill>
                <a:effectLst/>
                <a:latin typeface="JetBrains Mono"/>
              </a:rPr>
              <a:t>Spacer</a:t>
            </a:r>
            <a:r>
              <a:rPr lang="es-ES" sz="800" noProof="1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s-ES" sz="800" noProof="1">
                <a:solidFill>
                  <a:srgbClr val="4A86E8"/>
                </a:solidFill>
                <a:effectLst/>
                <a:latin typeface="JetBrains Mono"/>
              </a:rPr>
              <a:t>modifier = </a:t>
            </a:r>
            <a:r>
              <a:rPr lang="es-ES" sz="800" noProof="1">
                <a:solidFill>
                  <a:srgbClr val="000000"/>
                </a:solidFill>
                <a:effectLst/>
                <a:latin typeface="JetBrains Mono"/>
              </a:rPr>
              <a:t>Modifier</a:t>
            </a:r>
            <a:r>
              <a:rPr lang="es-ES" sz="800" noProof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s-ES" sz="800" i="1" noProof="1">
                <a:solidFill>
                  <a:srgbClr val="00627A"/>
                </a:solidFill>
                <a:effectLst/>
                <a:latin typeface="JetBrains Mono"/>
              </a:rPr>
              <a:t>height</a:t>
            </a:r>
            <a:r>
              <a:rPr lang="es-ES" sz="800" noProof="1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s-ES" sz="800" noProof="1">
                <a:solidFill>
                  <a:srgbClr val="1750EB"/>
                </a:solidFill>
                <a:effectLst/>
                <a:latin typeface="JetBrains Mono"/>
              </a:rPr>
              <a:t>16</a:t>
            </a:r>
            <a:r>
              <a:rPr lang="es-ES" sz="800" noProof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s-ES" sz="800" i="1" noProof="1">
                <a:solidFill>
                  <a:srgbClr val="871094"/>
                </a:solidFill>
                <a:effectLst/>
                <a:latin typeface="JetBrains Mono"/>
              </a:rPr>
              <a:t>dp</a:t>
            </a:r>
            <a:r>
              <a:rPr lang="es-ES" sz="800" noProof="1">
                <a:solidFill>
                  <a:srgbClr val="080808"/>
                </a:solidFill>
                <a:effectLst/>
                <a:latin typeface="JetBrains Mono"/>
              </a:rPr>
              <a:t>))</a:t>
            </a:r>
            <a:br>
              <a:rPr lang="es-ES" sz="800" noProof="1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s-ES" sz="800" noProof="1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s-ES" sz="800" noProof="1">
                <a:solidFill>
                  <a:srgbClr val="009900"/>
                </a:solidFill>
                <a:effectLst/>
                <a:latin typeface="JetBrains Mono"/>
              </a:rPr>
              <a:t>Text</a:t>
            </a:r>
            <a:r>
              <a:rPr lang="es-ES" sz="800" noProof="1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s-ES" sz="800" noProof="1">
                <a:solidFill>
                  <a:srgbClr val="067D17"/>
                </a:solidFill>
                <a:effectLst/>
                <a:latin typeface="JetBrains Mono"/>
              </a:rPr>
              <a:t>"hola2"</a:t>
            </a:r>
            <a:r>
              <a:rPr lang="es-ES" sz="800" noProof="1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s-ES" sz="800" noProof="1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s-ES" sz="800" noProof="1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s-ES" sz="800" noProof="1">
                <a:solidFill>
                  <a:srgbClr val="009900"/>
                </a:solidFill>
                <a:effectLst/>
                <a:latin typeface="JetBrains Mono"/>
              </a:rPr>
              <a:t>Text</a:t>
            </a:r>
            <a:r>
              <a:rPr lang="es-ES" sz="800" noProof="1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s-ES" sz="800" noProof="1">
                <a:solidFill>
                  <a:srgbClr val="067D17"/>
                </a:solidFill>
                <a:effectLst/>
                <a:latin typeface="JetBrains Mono"/>
              </a:rPr>
              <a:t>"Hola3"</a:t>
            </a:r>
            <a:r>
              <a:rPr lang="es-ES" sz="800" noProof="1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s-ES" sz="800" noProof="1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s-ES" sz="800" noProof="1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s-ES" sz="800" b="1" noProof="1">
                <a:solidFill>
                  <a:srgbClr val="080808"/>
                </a:solidFill>
                <a:effectLst/>
                <a:latin typeface="JetBrains Mono"/>
              </a:rPr>
              <a:t>}</a:t>
            </a:r>
            <a:br>
              <a:rPr lang="es-ES" sz="800" b="1" noProof="1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s-ES" sz="800" noProof="1">
                <a:solidFill>
                  <a:srgbClr val="080808"/>
                </a:solidFill>
                <a:effectLst/>
                <a:latin typeface="JetBrains Mono"/>
              </a:rPr>
              <a:t>}</a:t>
            </a:r>
            <a:br>
              <a:rPr lang="es-ES" sz="800" noProof="1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s-ES" sz="800" noProof="1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s-ES" sz="800" noProof="1">
                <a:solidFill>
                  <a:srgbClr val="9E880D"/>
                </a:solidFill>
                <a:effectLst/>
                <a:latin typeface="JetBrains Mono"/>
              </a:rPr>
              <a:t>@Preview</a:t>
            </a:r>
            <a:r>
              <a:rPr lang="es-ES" sz="800" noProof="1">
                <a:solidFill>
                  <a:srgbClr val="080808"/>
                </a:solidFill>
                <a:effectLst/>
                <a:latin typeface="JetBrains Mono"/>
              </a:rPr>
              <a:t>(showBackground = </a:t>
            </a:r>
            <a:r>
              <a:rPr lang="es-ES" sz="800" noProof="1">
                <a:solidFill>
                  <a:srgbClr val="0033B3"/>
                </a:solidFill>
                <a:effectLst/>
                <a:latin typeface="JetBrains Mono"/>
              </a:rPr>
              <a:t>true</a:t>
            </a:r>
            <a:r>
              <a:rPr lang="es-ES" sz="800" noProof="1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s-ES" sz="800" noProof="1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s-ES" sz="800" noProof="1">
                <a:solidFill>
                  <a:srgbClr val="9E880D"/>
                </a:solidFill>
                <a:effectLst/>
                <a:latin typeface="JetBrains Mono"/>
              </a:rPr>
              <a:t>@Composable</a:t>
            </a:r>
            <a:br>
              <a:rPr lang="es-ES" sz="800" noProof="1">
                <a:solidFill>
                  <a:srgbClr val="9E880D"/>
                </a:solidFill>
                <a:effectLst/>
                <a:latin typeface="JetBrains Mono"/>
              </a:rPr>
            </a:br>
            <a:r>
              <a:rPr lang="es-ES" sz="800" noProof="1">
                <a:solidFill>
                  <a:srgbClr val="0033B3"/>
                </a:solidFill>
                <a:effectLst/>
                <a:latin typeface="JetBrains Mono"/>
              </a:rPr>
              <a:t>fun </a:t>
            </a:r>
            <a:r>
              <a:rPr lang="es-ES" sz="800" noProof="1">
                <a:solidFill>
                  <a:srgbClr val="00627A"/>
                </a:solidFill>
                <a:effectLst/>
                <a:latin typeface="JetBrains Mono"/>
              </a:rPr>
              <a:t>PruebaPreview</a:t>
            </a:r>
            <a:r>
              <a:rPr lang="es-ES" sz="800" noProof="1"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lang="es-ES" sz="800" noProof="1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s-ES" sz="800" noProof="1">
                <a:solidFill>
                  <a:srgbClr val="080808"/>
                </a:solidFill>
                <a:effectLst/>
                <a:latin typeface="JetBrains Mono"/>
              </a:rPr>
              <a:t> </a:t>
            </a:r>
            <a:r>
              <a:rPr lang="es-ES" sz="800" noProof="1">
                <a:solidFill>
                  <a:srgbClr val="009900"/>
                </a:solidFill>
                <a:latin typeface="JetBrains Mono"/>
              </a:rPr>
              <a:t>myapplicationTheme </a:t>
            </a:r>
            <a:r>
              <a:rPr lang="es-ES" sz="800" b="1" noProof="1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es-ES" sz="800" b="1" noProof="1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s-ES" sz="800" b="1" noProof="1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s-ES" sz="800" noProof="1">
                <a:solidFill>
                  <a:srgbClr val="009900"/>
                </a:solidFill>
                <a:effectLst/>
                <a:latin typeface="JetBrains Mono"/>
              </a:rPr>
              <a:t>Scaffold</a:t>
            </a:r>
            <a:r>
              <a:rPr lang="es-ES" sz="800" noProof="1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s-ES" sz="800" noProof="1">
                <a:solidFill>
                  <a:srgbClr val="4A86E8"/>
                </a:solidFill>
                <a:effectLst/>
                <a:latin typeface="JetBrains Mono"/>
              </a:rPr>
              <a:t>modifier = </a:t>
            </a:r>
            <a:r>
              <a:rPr lang="es-ES" sz="800" noProof="1">
                <a:solidFill>
                  <a:srgbClr val="000000"/>
                </a:solidFill>
                <a:effectLst/>
                <a:latin typeface="JetBrains Mono"/>
              </a:rPr>
              <a:t>Modifier</a:t>
            </a:r>
            <a:r>
              <a:rPr lang="es-ES" sz="800" noProof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s-ES" sz="800" i="1" noProof="1">
                <a:solidFill>
                  <a:srgbClr val="00627A"/>
                </a:solidFill>
                <a:effectLst/>
                <a:latin typeface="JetBrains Mono"/>
              </a:rPr>
              <a:t>fillMaxSize</a:t>
            </a:r>
            <a:r>
              <a:rPr lang="es-ES" sz="800" noProof="1">
                <a:solidFill>
                  <a:srgbClr val="080808"/>
                </a:solidFill>
                <a:effectLst/>
                <a:latin typeface="JetBrains Mono"/>
              </a:rPr>
              <a:t>()) </a:t>
            </a:r>
            <a:r>
              <a:rPr lang="es-ES" sz="800" b="1" noProof="1">
                <a:solidFill>
                  <a:srgbClr val="080808"/>
                </a:solidFill>
                <a:effectLst/>
                <a:latin typeface="JetBrains Mono"/>
              </a:rPr>
              <a:t>{ </a:t>
            </a:r>
            <a:r>
              <a:rPr lang="es-ES" sz="800" noProof="1">
                <a:solidFill>
                  <a:srgbClr val="000000"/>
                </a:solidFill>
                <a:effectLst/>
                <a:latin typeface="JetBrains Mono"/>
              </a:rPr>
              <a:t>innerPadding </a:t>
            </a:r>
            <a:r>
              <a:rPr lang="es-ES" sz="800" b="1" noProof="1">
                <a:solidFill>
                  <a:srgbClr val="080808"/>
                </a:solidFill>
                <a:effectLst/>
                <a:latin typeface="JetBrains Mono"/>
              </a:rPr>
              <a:t>-&gt;</a:t>
            </a:r>
            <a:br>
              <a:rPr lang="es-ES" sz="800" b="1" noProof="1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s-ES" sz="800" b="1" noProof="1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es-ES" sz="800" noProof="1">
                <a:solidFill>
                  <a:srgbClr val="009900"/>
                </a:solidFill>
                <a:effectLst/>
                <a:latin typeface="JetBrains Mono"/>
              </a:rPr>
              <a:t>Prueba</a:t>
            </a:r>
            <a:r>
              <a:rPr lang="es-ES" sz="800" noProof="1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s-ES" sz="800" noProof="1">
                <a:solidFill>
                  <a:srgbClr val="000000"/>
                </a:solidFill>
                <a:effectLst/>
                <a:latin typeface="JetBrains Mono"/>
              </a:rPr>
              <a:t>innerPadding</a:t>
            </a:r>
            <a:r>
              <a:rPr lang="es-ES" sz="800" noProof="1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s-ES" sz="800" noProof="1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s-ES" sz="800" noProof="1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s-ES" sz="800" b="1" noProof="1">
                <a:solidFill>
                  <a:srgbClr val="080808"/>
                </a:solidFill>
                <a:effectLst/>
                <a:latin typeface="JetBrains Mono"/>
              </a:rPr>
              <a:t>}</a:t>
            </a:r>
            <a:br>
              <a:rPr lang="es-ES" sz="800" b="1" noProof="1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s-ES" sz="800" b="1" noProof="1"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lang="es-ES" sz="800" b="1" noProof="1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s-ES" sz="800" noProof="1">
                <a:solidFill>
                  <a:srgbClr val="080808"/>
                </a:solidFill>
                <a:effectLst/>
                <a:latin typeface="JetBrains Mono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8423EE-31DC-BA97-7562-1EE64A5BDEC5}"/>
              </a:ext>
            </a:extLst>
          </p:cNvPr>
          <p:cNvSpPr txBox="1"/>
          <p:nvPr/>
        </p:nvSpPr>
        <p:spPr>
          <a:xfrm>
            <a:off x="828675" y="1457325"/>
            <a:ext cx="13975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Para </a:t>
            </a:r>
            <a:r>
              <a:rPr lang="es-ES" dirty="0" err="1"/>
              <a:t>preview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775369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72C19A6-928F-D91D-BCC2-24CC1A8808B5}"/>
              </a:ext>
            </a:extLst>
          </p:cNvPr>
          <p:cNvSpPr txBox="1"/>
          <p:nvPr/>
        </p:nvSpPr>
        <p:spPr>
          <a:xfrm>
            <a:off x="3240088" y="837128"/>
            <a:ext cx="6524624" cy="6340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ES" sz="1400" noProof="1">
                <a:solidFill>
                  <a:srgbClr val="9E880D"/>
                </a:solidFill>
                <a:effectLst/>
                <a:latin typeface="JetBrains Mono"/>
              </a:rPr>
              <a:t>@Composable</a:t>
            </a:r>
            <a:br>
              <a:rPr lang="es-ES" sz="1400" noProof="1">
                <a:solidFill>
                  <a:srgbClr val="9E880D"/>
                </a:solidFill>
                <a:effectLst/>
                <a:latin typeface="JetBrains Mono"/>
              </a:rPr>
            </a:br>
            <a:r>
              <a:rPr lang="es-ES" sz="1400" noProof="1">
                <a:solidFill>
                  <a:srgbClr val="0033B3"/>
                </a:solidFill>
                <a:effectLst/>
                <a:latin typeface="JetBrains Mono"/>
              </a:rPr>
              <a:t>fun </a:t>
            </a:r>
            <a:r>
              <a:rPr lang="es-ES" sz="1400" noProof="1">
                <a:solidFill>
                  <a:srgbClr val="00627A"/>
                </a:solidFill>
                <a:effectLst/>
                <a:latin typeface="JetBrains Mono"/>
              </a:rPr>
              <a:t>NombreConBoton</a:t>
            </a:r>
            <a:r>
              <a:rPr lang="es-ES" sz="1400" noProof="1">
                <a:solidFill>
                  <a:srgbClr val="080808"/>
                </a:solidFill>
                <a:effectLst/>
                <a:latin typeface="JetBrains Mono"/>
              </a:rPr>
              <a:t>() {</a:t>
            </a:r>
            <a:br>
              <a:rPr lang="es-ES" sz="1400" noProof="1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s-ES" sz="1400" noProof="1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s-ES" sz="1400" noProof="1">
                <a:solidFill>
                  <a:srgbClr val="0033B3"/>
                </a:solidFill>
                <a:effectLst/>
                <a:latin typeface="JetBrains Mono"/>
              </a:rPr>
              <a:t>var </a:t>
            </a:r>
            <a:r>
              <a:rPr lang="es-ES" sz="1400" noProof="1">
                <a:solidFill>
                  <a:srgbClr val="000000"/>
                </a:solidFill>
                <a:effectLst/>
                <a:latin typeface="JetBrains Mono"/>
              </a:rPr>
              <a:t>nombre </a:t>
            </a:r>
            <a:r>
              <a:rPr lang="es-ES" sz="1400" noProof="1">
                <a:solidFill>
                  <a:srgbClr val="0033B3"/>
                </a:solidFill>
                <a:effectLst/>
                <a:latin typeface="JetBrains Mono"/>
              </a:rPr>
              <a:t>by </a:t>
            </a:r>
            <a:r>
              <a:rPr lang="es-ES" sz="1400" noProof="1">
                <a:solidFill>
                  <a:srgbClr val="009900"/>
                </a:solidFill>
                <a:effectLst/>
                <a:latin typeface="JetBrains Mono"/>
              </a:rPr>
              <a:t>remember </a:t>
            </a:r>
            <a:r>
              <a:rPr lang="es-ES" sz="1400" b="1" noProof="1">
                <a:solidFill>
                  <a:srgbClr val="080808"/>
                </a:solidFill>
                <a:effectLst/>
                <a:latin typeface="JetBrains Mono"/>
              </a:rPr>
              <a:t>{ </a:t>
            </a:r>
            <a:r>
              <a:rPr lang="es-ES" sz="1400" i="1" noProof="1">
                <a:solidFill>
                  <a:srgbClr val="00627A"/>
                </a:solidFill>
                <a:effectLst/>
                <a:latin typeface="JetBrains Mono"/>
              </a:rPr>
              <a:t>mutableStateOf</a:t>
            </a:r>
            <a:r>
              <a:rPr lang="es-ES" sz="1400" noProof="1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s-ES" sz="1400" noProof="1">
                <a:solidFill>
                  <a:srgbClr val="067D17"/>
                </a:solidFill>
                <a:effectLst/>
                <a:latin typeface="JetBrains Mono"/>
              </a:rPr>
              <a:t>""</a:t>
            </a:r>
            <a:r>
              <a:rPr lang="es-ES" sz="1400" noProof="1">
                <a:solidFill>
                  <a:srgbClr val="080808"/>
                </a:solidFill>
                <a:effectLst/>
                <a:latin typeface="JetBrains Mono"/>
              </a:rPr>
              <a:t>) </a:t>
            </a:r>
            <a:r>
              <a:rPr lang="es-ES" sz="1400" b="1" noProof="1">
                <a:solidFill>
                  <a:srgbClr val="080808"/>
                </a:solidFill>
                <a:effectLst/>
                <a:latin typeface="JetBrains Mono"/>
              </a:rPr>
              <a:t>}</a:t>
            </a:r>
            <a:br>
              <a:rPr lang="es-ES" sz="1400" b="1" noProof="1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s-ES" sz="1400" b="1" noProof="1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s-ES" sz="1400" b="1" noProof="1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s-ES" sz="1400" noProof="1">
                <a:solidFill>
                  <a:srgbClr val="009900"/>
                </a:solidFill>
                <a:effectLst/>
                <a:latin typeface="JetBrains Mono"/>
              </a:rPr>
              <a:t>Column</a:t>
            </a:r>
            <a:r>
              <a:rPr lang="es-ES" sz="1400" noProof="1">
                <a:solidFill>
                  <a:srgbClr val="080808"/>
                </a:solidFill>
                <a:effectLst/>
                <a:latin typeface="JetBrains Mono"/>
              </a:rPr>
              <a:t>(</a:t>
            </a:r>
            <a:br>
              <a:rPr lang="es-ES" sz="1400" noProof="1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s-ES" sz="1400" noProof="1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s-ES" sz="1400" noProof="1">
                <a:solidFill>
                  <a:srgbClr val="4A86E8"/>
                </a:solidFill>
                <a:effectLst/>
                <a:latin typeface="JetBrains Mono"/>
              </a:rPr>
              <a:t>modifier = </a:t>
            </a:r>
            <a:r>
              <a:rPr lang="es-ES" sz="1400" noProof="1">
                <a:solidFill>
                  <a:srgbClr val="000000"/>
                </a:solidFill>
                <a:effectLst/>
                <a:latin typeface="JetBrains Mono"/>
              </a:rPr>
              <a:t>Modifier</a:t>
            </a:r>
            <a:br>
              <a:rPr lang="es-ES" sz="1400" noProof="1">
                <a:solidFill>
                  <a:srgbClr val="000000"/>
                </a:solidFill>
                <a:effectLst/>
                <a:latin typeface="JetBrains Mono"/>
              </a:rPr>
            </a:br>
            <a:r>
              <a:rPr lang="es-ES" sz="1400" noProof="1">
                <a:solidFill>
                  <a:srgbClr val="000000"/>
                </a:solidFill>
                <a:effectLst/>
                <a:latin typeface="JetBrains Mono"/>
              </a:rPr>
              <a:t>            </a:t>
            </a:r>
            <a:r>
              <a:rPr lang="es-ES" sz="1400" noProof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s-ES" sz="1400" i="1" noProof="1">
                <a:solidFill>
                  <a:srgbClr val="00627A"/>
                </a:solidFill>
                <a:effectLst/>
                <a:latin typeface="JetBrains Mono"/>
              </a:rPr>
              <a:t>fillMaxWidth</a:t>
            </a:r>
            <a:r>
              <a:rPr lang="es-ES" sz="1400" noProof="1">
                <a:solidFill>
                  <a:srgbClr val="080808"/>
                </a:solidFill>
                <a:effectLst/>
                <a:latin typeface="JetBrains Mono"/>
              </a:rPr>
              <a:t>()</a:t>
            </a:r>
            <a:br>
              <a:rPr lang="es-ES" sz="1400" noProof="1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s-ES" sz="1400" noProof="1">
                <a:solidFill>
                  <a:srgbClr val="080808"/>
                </a:solidFill>
                <a:effectLst/>
                <a:latin typeface="JetBrains Mono"/>
              </a:rPr>
              <a:t>            .</a:t>
            </a:r>
            <a:r>
              <a:rPr lang="es-ES" sz="1400" i="1" noProof="1">
                <a:solidFill>
                  <a:srgbClr val="00627A"/>
                </a:solidFill>
                <a:effectLst/>
                <a:latin typeface="JetBrains Mono"/>
              </a:rPr>
              <a:t>padding</a:t>
            </a:r>
            <a:r>
              <a:rPr lang="es-ES" sz="1400" noProof="1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s-ES" sz="1400" noProof="1">
                <a:solidFill>
                  <a:srgbClr val="1750EB"/>
                </a:solidFill>
                <a:effectLst/>
                <a:latin typeface="JetBrains Mono"/>
              </a:rPr>
              <a:t>16</a:t>
            </a:r>
            <a:r>
              <a:rPr lang="es-ES" sz="1400" noProof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s-ES" sz="1400" i="1" noProof="1">
                <a:solidFill>
                  <a:srgbClr val="871094"/>
                </a:solidFill>
                <a:effectLst/>
                <a:latin typeface="JetBrains Mono"/>
              </a:rPr>
              <a:t>dp</a:t>
            </a:r>
            <a:r>
              <a:rPr lang="es-ES" sz="1400" noProof="1">
                <a:solidFill>
                  <a:srgbClr val="080808"/>
                </a:solidFill>
                <a:effectLst/>
                <a:latin typeface="JetBrains Mono"/>
              </a:rPr>
              <a:t>),</a:t>
            </a:r>
            <a:br>
              <a:rPr lang="es-ES" sz="1400" noProof="1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s-ES" sz="1400" noProof="1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s-ES" sz="1400" noProof="1">
                <a:solidFill>
                  <a:srgbClr val="4A86E8"/>
                </a:solidFill>
                <a:effectLst/>
                <a:latin typeface="JetBrains Mono"/>
              </a:rPr>
              <a:t>verticalArrangement = </a:t>
            </a:r>
            <a:r>
              <a:rPr lang="es-ES" sz="1400" noProof="1">
                <a:solidFill>
                  <a:srgbClr val="000000"/>
                </a:solidFill>
                <a:effectLst/>
                <a:latin typeface="JetBrains Mono"/>
              </a:rPr>
              <a:t>Arrangement</a:t>
            </a:r>
            <a:r>
              <a:rPr lang="es-ES" sz="1400" noProof="1">
                <a:solidFill>
                  <a:srgbClr val="080808"/>
                </a:solidFill>
                <a:effectLst/>
                <a:latin typeface="JetBrains Mono"/>
              </a:rPr>
              <a:t>.spacedBy(</a:t>
            </a:r>
            <a:r>
              <a:rPr lang="es-ES" sz="1400" noProof="1">
                <a:solidFill>
                  <a:srgbClr val="1750EB"/>
                </a:solidFill>
                <a:effectLst/>
                <a:latin typeface="JetBrains Mono"/>
              </a:rPr>
              <a:t>12</a:t>
            </a:r>
            <a:r>
              <a:rPr lang="es-ES" sz="1400" noProof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s-ES" sz="1400" i="1" noProof="1">
                <a:solidFill>
                  <a:srgbClr val="871094"/>
                </a:solidFill>
                <a:effectLst/>
                <a:latin typeface="JetBrains Mono"/>
              </a:rPr>
              <a:t>dp</a:t>
            </a:r>
            <a:r>
              <a:rPr lang="es-ES" sz="1400" noProof="1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s-ES" sz="1400" noProof="1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s-ES" sz="1400" noProof="1">
                <a:solidFill>
                  <a:srgbClr val="080808"/>
                </a:solidFill>
                <a:effectLst/>
                <a:latin typeface="JetBrains Mono"/>
              </a:rPr>
              <a:t>    ) </a:t>
            </a:r>
            <a:r>
              <a:rPr lang="es-ES" sz="1400" b="1" noProof="1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es-ES" sz="1400" b="1" noProof="1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s-ES" sz="1400" b="1" noProof="1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s-ES" sz="1400" noProof="1">
                <a:solidFill>
                  <a:srgbClr val="009900"/>
                </a:solidFill>
                <a:effectLst/>
                <a:latin typeface="JetBrains Mono"/>
              </a:rPr>
              <a:t>OutlinedTextField</a:t>
            </a:r>
            <a:r>
              <a:rPr lang="es-ES" sz="1400" noProof="1">
                <a:solidFill>
                  <a:srgbClr val="080808"/>
                </a:solidFill>
                <a:effectLst/>
                <a:latin typeface="JetBrains Mono"/>
              </a:rPr>
              <a:t>(</a:t>
            </a:r>
            <a:br>
              <a:rPr lang="es-ES" sz="1400" noProof="1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s-ES" sz="1400" noProof="1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es-ES" sz="1400" noProof="1">
                <a:solidFill>
                  <a:srgbClr val="4A86E8"/>
                </a:solidFill>
                <a:effectLst/>
                <a:latin typeface="JetBrains Mono"/>
              </a:rPr>
              <a:t>value = </a:t>
            </a:r>
            <a:r>
              <a:rPr lang="es-ES" sz="1400" noProof="1">
                <a:solidFill>
                  <a:srgbClr val="000000"/>
                </a:solidFill>
                <a:effectLst/>
                <a:latin typeface="JetBrains Mono"/>
              </a:rPr>
              <a:t>nombre</a:t>
            </a:r>
            <a:r>
              <a:rPr lang="es-ES" sz="1400" noProof="1">
                <a:solidFill>
                  <a:srgbClr val="080808"/>
                </a:solidFill>
                <a:effectLst/>
                <a:latin typeface="JetBrains Mono"/>
              </a:rPr>
              <a:t>,</a:t>
            </a:r>
            <a:br>
              <a:rPr lang="es-ES" sz="1400" noProof="1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s-ES" sz="1400" noProof="1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es-ES" sz="1400" noProof="1">
                <a:solidFill>
                  <a:srgbClr val="4A86E8"/>
                </a:solidFill>
                <a:effectLst/>
                <a:latin typeface="JetBrains Mono"/>
              </a:rPr>
              <a:t>onValueChange = </a:t>
            </a:r>
            <a:r>
              <a:rPr lang="es-ES" sz="1400" b="1" noProof="1">
                <a:solidFill>
                  <a:srgbClr val="080808"/>
                </a:solidFill>
                <a:effectLst/>
                <a:latin typeface="JetBrains Mono"/>
              </a:rPr>
              <a:t>{ </a:t>
            </a:r>
            <a:r>
              <a:rPr lang="es-ES" sz="1400" noProof="1">
                <a:solidFill>
                  <a:srgbClr val="000000"/>
                </a:solidFill>
                <a:effectLst/>
                <a:latin typeface="JetBrains Mono"/>
              </a:rPr>
              <a:t>nombre </a:t>
            </a:r>
            <a:r>
              <a:rPr lang="es-ES" sz="1400" noProof="1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s-ES" sz="1400" b="1" noProof="1">
                <a:solidFill>
                  <a:srgbClr val="080808"/>
                </a:solidFill>
                <a:effectLst/>
                <a:latin typeface="JetBrains Mono"/>
              </a:rPr>
              <a:t>it }</a:t>
            </a:r>
            <a:r>
              <a:rPr lang="es-ES" sz="1400" noProof="1">
                <a:solidFill>
                  <a:srgbClr val="080808"/>
                </a:solidFill>
                <a:effectLst/>
                <a:latin typeface="JetBrains Mono"/>
              </a:rPr>
              <a:t>,</a:t>
            </a:r>
            <a:br>
              <a:rPr lang="es-ES" sz="1400" noProof="1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s-ES" sz="1400" noProof="1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es-ES" sz="1400" noProof="1">
                <a:solidFill>
                  <a:srgbClr val="4A86E8"/>
                </a:solidFill>
                <a:effectLst/>
                <a:latin typeface="JetBrains Mono"/>
              </a:rPr>
              <a:t>label = </a:t>
            </a:r>
            <a:r>
              <a:rPr lang="es-ES" sz="1400" b="1" noProof="1">
                <a:solidFill>
                  <a:srgbClr val="080808"/>
                </a:solidFill>
                <a:effectLst/>
                <a:latin typeface="JetBrains Mono"/>
              </a:rPr>
              <a:t>{ </a:t>
            </a:r>
            <a:r>
              <a:rPr lang="es-ES" sz="1400" noProof="1">
                <a:solidFill>
                  <a:srgbClr val="009900"/>
                </a:solidFill>
                <a:effectLst/>
                <a:latin typeface="JetBrains Mono"/>
              </a:rPr>
              <a:t>Text</a:t>
            </a:r>
            <a:r>
              <a:rPr lang="es-ES" sz="1400" noProof="1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s-ES" sz="1400" noProof="1">
                <a:solidFill>
                  <a:srgbClr val="067D17"/>
                </a:solidFill>
                <a:effectLst/>
                <a:latin typeface="JetBrains Mono"/>
              </a:rPr>
              <a:t>"Nombre"</a:t>
            </a:r>
            <a:r>
              <a:rPr lang="es-ES" sz="1400" noProof="1">
                <a:solidFill>
                  <a:srgbClr val="080808"/>
                </a:solidFill>
                <a:effectLst/>
                <a:latin typeface="JetBrains Mono"/>
              </a:rPr>
              <a:t>) </a:t>
            </a:r>
            <a:r>
              <a:rPr lang="es-ES" sz="1400" b="1" noProof="1">
                <a:solidFill>
                  <a:srgbClr val="080808"/>
                </a:solidFill>
                <a:effectLst/>
                <a:latin typeface="JetBrains Mono"/>
              </a:rPr>
              <a:t>}</a:t>
            </a:r>
            <a:r>
              <a:rPr lang="es-ES" sz="1400" noProof="1">
                <a:solidFill>
                  <a:srgbClr val="080808"/>
                </a:solidFill>
                <a:effectLst/>
                <a:latin typeface="JetBrains Mono"/>
              </a:rPr>
              <a:t>,</a:t>
            </a:r>
            <a:br>
              <a:rPr lang="es-ES" sz="1400" noProof="1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s-ES" sz="1400" noProof="1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es-ES" sz="1400" noProof="1">
                <a:solidFill>
                  <a:srgbClr val="4A86E8"/>
                </a:solidFill>
                <a:effectLst/>
                <a:latin typeface="JetBrains Mono"/>
              </a:rPr>
              <a:t>placeholder = </a:t>
            </a:r>
            <a:r>
              <a:rPr lang="es-ES" sz="1400" b="1" noProof="1">
                <a:solidFill>
                  <a:srgbClr val="080808"/>
                </a:solidFill>
                <a:effectLst/>
                <a:latin typeface="JetBrains Mono"/>
              </a:rPr>
              <a:t>{ </a:t>
            </a:r>
            <a:r>
              <a:rPr lang="es-ES" sz="1400" noProof="1">
                <a:solidFill>
                  <a:srgbClr val="009900"/>
                </a:solidFill>
                <a:effectLst/>
                <a:latin typeface="JetBrains Mono"/>
              </a:rPr>
              <a:t>Text</a:t>
            </a:r>
            <a:r>
              <a:rPr lang="es-ES" sz="1400" noProof="1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s-ES" sz="1400" noProof="1">
                <a:solidFill>
                  <a:srgbClr val="067D17"/>
                </a:solidFill>
                <a:effectLst/>
                <a:latin typeface="JetBrains Mono"/>
              </a:rPr>
              <a:t>"Escribe tu nombre"</a:t>
            </a:r>
            <a:r>
              <a:rPr lang="es-ES" sz="1400" noProof="1">
                <a:solidFill>
                  <a:srgbClr val="080808"/>
                </a:solidFill>
                <a:effectLst/>
                <a:latin typeface="JetBrains Mono"/>
              </a:rPr>
              <a:t>) </a:t>
            </a:r>
            <a:r>
              <a:rPr lang="es-ES" sz="1400" b="1" noProof="1">
                <a:solidFill>
                  <a:srgbClr val="080808"/>
                </a:solidFill>
                <a:effectLst/>
                <a:latin typeface="JetBrains Mono"/>
              </a:rPr>
              <a:t>}</a:t>
            </a:r>
            <a:r>
              <a:rPr lang="es-ES" sz="1400" noProof="1">
                <a:solidFill>
                  <a:srgbClr val="080808"/>
                </a:solidFill>
                <a:effectLst/>
                <a:latin typeface="JetBrains Mono"/>
              </a:rPr>
              <a:t>,</a:t>
            </a:r>
            <a:br>
              <a:rPr lang="es-ES" sz="1400" noProof="1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s-ES" sz="1400" noProof="1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es-ES" sz="1400" noProof="1">
                <a:solidFill>
                  <a:srgbClr val="4A86E8"/>
                </a:solidFill>
                <a:effectLst/>
                <a:latin typeface="JetBrains Mono"/>
              </a:rPr>
              <a:t>singleLine = </a:t>
            </a:r>
            <a:r>
              <a:rPr lang="es-ES" sz="1400" noProof="1">
                <a:solidFill>
                  <a:srgbClr val="0033B3"/>
                </a:solidFill>
                <a:effectLst/>
                <a:latin typeface="JetBrains Mono"/>
              </a:rPr>
              <a:t>true</a:t>
            </a:r>
            <a:r>
              <a:rPr lang="es-ES" sz="1400" noProof="1">
                <a:solidFill>
                  <a:srgbClr val="080808"/>
                </a:solidFill>
                <a:effectLst/>
                <a:latin typeface="JetBrains Mono"/>
              </a:rPr>
              <a:t>,</a:t>
            </a:r>
            <a:br>
              <a:rPr lang="es-ES" sz="1400" noProof="1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s-ES" sz="1400" noProof="1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es-ES" sz="1400" noProof="1">
                <a:solidFill>
                  <a:srgbClr val="4A86E8"/>
                </a:solidFill>
                <a:effectLst/>
                <a:latin typeface="JetBrains Mono"/>
              </a:rPr>
              <a:t>modifier = </a:t>
            </a:r>
            <a:r>
              <a:rPr lang="es-ES" sz="1400" noProof="1">
                <a:solidFill>
                  <a:srgbClr val="000000"/>
                </a:solidFill>
                <a:effectLst/>
                <a:latin typeface="JetBrains Mono"/>
              </a:rPr>
              <a:t>Modifier</a:t>
            </a:r>
            <a:r>
              <a:rPr lang="es-ES" sz="1400" noProof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s-ES" sz="1400" i="1" noProof="1">
                <a:solidFill>
                  <a:srgbClr val="00627A"/>
                </a:solidFill>
                <a:effectLst/>
                <a:latin typeface="JetBrains Mono"/>
              </a:rPr>
              <a:t>fillMaxWidth</a:t>
            </a:r>
            <a:r>
              <a:rPr lang="es-ES" sz="1400" noProof="1">
                <a:solidFill>
                  <a:srgbClr val="080808"/>
                </a:solidFill>
                <a:effectLst/>
                <a:latin typeface="JetBrains Mono"/>
              </a:rPr>
              <a:t>()</a:t>
            </a:r>
            <a:br>
              <a:rPr lang="es-ES" sz="1400" noProof="1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s-ES" sz="1400" noProof="1">
                <a:solidFill>
                  <a:srgbClr val="080808"/>
                </a:solidFill>
                <a:effectLst/>
                <a:latin typeface="JetBrains Mono"/>
              </a:rPr>
              <a:t>        )</a:t>
            </a:r>
            <a:br>
              <a:rPr lang="es-ES" sz="1400" noProof="1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s-ES" sz="1400" noProof="1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s-ES" sz="1400" noProof="1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s-ES" sz="1400" noProof="1">
                <a:solidFill>
                  <a:srgbClr val="009900"/>
                </a:solidFill>
                <a:effectLst/>
                <a:latin typeface="JetBrains Mono"/>
              </a:rPr>
              <a:t>Button</a:t>
            </a:r>
            <a:r>
              <a:rPr lang="es-ES" sz="1400" noProof="1">
                <a:solidFill>
                  <a:srgbClr val="080808"/>
                </a:solidFill>
                <a:effectLst/>
                <a:latin typeface="JetBrains Mono"/>
              </a:rPr>
              <a:t>(</a:t>
            </a:r>
            <a:br>
              <a:rPr lang="es-ES" sz="1400" noProof="1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s-ES" sz="1400" noProof="1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es-ES" sz="1400" noProof="1">
                <a:solidFill>
                  <a:srgbClr val="4A86E8"/>
                </a:solidFill>
                <a:effectLst/>
                <a:latin typeface="JetBrains Mono"/>
              </a:rPr>
              <a:t>onClick = </a:t>
            </a:r>
            <a:r>
              <a:rPr lang="es-ES" sz="1400" b="1" noProof="1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es-ES" sz="1400" b="1" noProof="1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s-ES" sz="1400" b="1" noProof="1">
                <a:solidFill>
                  <a:srgbClr val="080808"/>
                </a:solidFill>
                <a:effectLst/>
                <a:latin typeface="JetBrains Mono"/>
              </a:rPr>
              <a:t>                </a:t>
            </a:r>
            <a:r>
              <a:rPr lang="es-ES" sz="1400" noProof="1">
                <a:solidFill>
                  <a:srgbClr val="000000"/>
                </a:solidFill>
                <a:effectLst/>
                <a:latin typeface="JetBrains Mono"/>
              </a:rPr>
              <a:t>Log</a:t>
            </a:r>
            <a:r>
              <a:rPr lang="es-ES" sz="1400" noProof="1">
                <a:solidFill>
                  <a:srgbClr val="080808"/>
                </a:solidFill>
                <a:effectLst/>
                <a:latin typeface="JetBrains Mono"/>
              </a:rPr>
              <a:t>.d(</a:t>
            </a:r>
            <a:r>
              <a:rPr lang="es-ES" sz="1400" noProof="1">
                <a:solidFill>
                  <a:srgbClr val="067D17"/>
                </a:solidFill>
                <a:effectLst/>
                <a:latin typeface="JetBrains Mono"/>
              </a:rPr>
              <a:t>"NombreConBoton"</a:t>
            </a:r>
            <a:r>
              <a:rPr lang="es-ES" sz="1400" noProof="1"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lang="es-ES" sz="1400" noProof="1">
                <a:solidFill>
                  <a:srgbClr val="067D17"/>
                </a:solidFill>
                <a:effectLst/>
                <a:latin typeface="JetBrains Mono"/>
              </a:rPr>
              <a:t>"Nombre ingresado: </a:t>
            </a:r>
            <a:r>
              <a:rPr lang="es-ES" sz="1400" noProof="1">
                <a:solidFill>
                  <a:srgbClr val="0037A6"/>
                </a:solidFill>
                <a:effectLst/>
                <a:latin typeface="JetBrains Mono"/>
              </a:rPr>
              <a:t>$</a:t>
            </a:r>
            <a:r>
              <a:rPr lang="es-ES" sz="1400" noProof="1">
                <a:solidFill>
                  <a:srgbClr val="000000"/>
                </a:solidFill>
                <a:effectLst/>
                <a:latin typeface="JetBrains Mono"/>
              </a:rPr>
              <a:t>nombre</a:t>
            </a:r>
            <a:r>
              <a:rPr lang="es-ES" sz="1400" noProof="1">
                <a:solidFill>
                  <a:srgbClr val="067D17"/>
                </a:solidFill>
                <a:effectLst/>
                <a:latin typeface="JetBrains Mono"/>
              </a:rPr>
              <a:t>"</a:t>
            </a:r>
            <a:r>
              <a:rPr lang="es-ES" sz="1400" noProof="1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s-ES" sz="1400" noProof="1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s-ES" sz="1400" noProof="1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es-ES" sz="1400" b="1" noProof="1">
                <a:solidFill>
                  <a:srgbClr val="080808"/>
                </a:solidFill>
                <a:effectLst/>
                <a:latin typeface="JetBrains Mono"/>
              </a:rPr>
              <a:t>}</a:t>
            </a:r>
            <a:r>
              <a:rPr lang="es-ES" sz="1400" noProof="1">
                <a:solidFill>
                  <a:srgbClr val="080808"/>
                </a:solidFill>
                <a:effectLst/>
                <a:latin typeface="JetBrains Mono"/>
              </a:rPr>
              <a:t>,</a:t>
            </a:r>
            <a:br>
              <a:rPr lang="es-ES" sz="1400" noProof="1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s-ES" sz="1400" noProof="1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es-ES" sz="1400" noProof="1">
                <a:solidFill>
                  <a:srgbClr val="4A86E8"/>
                </a:solidFill>
                <a:effectLst/>
                <a:latin typeface="JetBrains Mono"/>
              </a:rPr>
              <a:t>modifier = </a:t>
            </a:r>
            <a:r>
              <a:rPr lang="es-ES" sz="1400" noProof="1">
                <a:solidFill>
                  <a:srgbClr val="000000"/>
                </a:solidFill>
                <a:effectLst/>
                <a:latin typeface="JetBrains Mono"/>
              </a:rPr>
              <a:t>Modifier</a:t>
            </a:r>
            <a:r>
              <a:rPr lang="es-ES" sz="1400" noProof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s-ES" sz="1400" i="1" noProof="1">
                <a:solidFill>
                  <a:srgbClr val="00627A"/>
                </a:solidFill>
                <a:effectLst/>
                <a:latin typeface="JetBrains Mono"/>
              </a:rPr>
              <a:t>fillMaxWidth</a:t>
            </a:r>
            <a:r>
              <a:rPr lang="es-ES" sz="1400" noProof="1">
                <a:solidFill>
                  <a:srgbClr val="080808"/>
                </a:solidFill>
                <a:effectLst/>
                <a:latin typeface="JetBrains Mono"/>
              </a:rPr>
              <a:t>()</a:t>
            </a:r>
            <a:br>
              <a:rPr lang="es-ES" sz="1400" noProof="1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s-ES" sz="1400" noProof="1">
                <a:solidFill>
                  <a:srgbClr val="080808"/>
                </a:solidFill>
                <a:effectLst/>
                <a:latin typeface="JetBrains Mono"/>
              </a:rPr>
              <a:t>        ) </a:t>
            </a:r>
            <a:r>
              <a:rPr lang="es-ES" sz="1400" b="1" noProof="1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es-ES" sz="1400" b="1" noProof="1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s-ES" sz="1400" b="1" noProof="1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es-ES" sz="1400" noProof="1">
                <a:solidFill>
                  <a:srgbClr val="009900"/>
                </a:solidFill>
                <a:effectLst/>
                <a:latin typeface="JetBrains Mono"/>
              </a:rPr>
              <a:t>Text</a:t>
            </a:r>
            <a:r>
              <a:rPr lang="es-ES" sz="1400" noProof="1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s-ES" sz="1400" noProof="1">
                <a:solidFill>
                  <a:srgbClr val="067D17"/>
                </a:solidFill>
                <a:effectLst/>
                <a:latin typeface="JetBrains Mono"/>
              </a:rPr>
              <a:t>"Enviar"</a:t>
            </a:r>
            <a:r>
              <a:rPr lang="es-ES" sz="1400" noProof="1"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lang="es-ES" sz="1400" noProof="1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s-ES" sz="1400" noProof="1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s-ES" sz="1400" b="1" noProof="1">
                <a:solidFill>
                  <a:srgbClr val="080808"/>
                </a:solidFill>
                <a:effectLst/>
                <a:latin typeface="JetBrains Mono"/>
              </a:rPr>
              <a:t>}</a:t>
            </a:r>
            <a:br>
              <a:rPr lang="es-ES" sz="1400" b="1" noProof="1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s-ES" sz="1400" b="1" noProof="1"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lang="es-ES" sz="1400" b="1" noProof="1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s-ES" sz="1400" noProof="1">
                <a:solidFill>
                  <a:srgbClr val="080808"/>
                </a:solidFill>
                <a:effectLst/>
                <a:latin typeface="JetBrains Mono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828340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contenido 1"/>
          <p:cNvSpPr>
            <a:spLocks noGrp="1"/>
          </p:cNvSpPr>
          <p:nvPr>
            <p:ph idx="4294967295"/>
          </p:nvPr>
        </p:nvSpPr>
        <p:spPr>
          <a:xfrm>
            <a:off x="1519148" y="2590796"/>
            <a:ext cx="5209644" cy="3535363"/>
          </a:xfrm>
        </p:spPr>
        <p:txBody>
          <a:bodyPr/>
          <a:lstStyle/>
          <a:p>
            <a:r>
              <a:rPr lang="es-ES" sz="2400" dirty="0"/>
              <a:t>Usa </a:t>
            </a:r>
            <a:r>
              <a:rPr lang="es-ES" sz="2400" dirty="0" err="1"/>
              <a:t>Firebase</a:t>
            </a:r>
            <a:r>
              <a:rPr lang="es-ES" sz="2400" dirty="0"/>
              <a:t> </a:t>
            </a:r>
            <a:r>
              <a:rPr lang="es-ES" sz="2400" dirty="0" err="1"/>
              <a:t>Authentication</a:t>
            </a:r>
            <a:r>
              <a:rPr lang="es-ES" sz="2400" dirty="0"/>
              <a:t> para implementar este </a:t>
            </a:r>
            <a:r>
              <a:rPr lang="es-ES" sz="2400" dirty="0" err="1"/>
              <a:t>login</a:t>
            </a:r>
            <a:r>
              <a:rPr lang="es-ES" sz="2400" dirty="0"/>
              <a:t> seguro</a:t>
            </a:r>
          </a:p>
          <a:p>
            <a:pPr lvl="1"/>
            <a:r>
              <a:rPr lang="es-ES" sz="1800" dirty="0">
                <a:hlinkClick r:id="rId2"/>
              </a:rPr>
              <a:t>https://firebase.google.com/docs/auth?hl=es-419</a:t>
            </a:r>
            <a:endParaRPr lang="es-ES" sz="1800" dirty="0"/>
          </a:p>
        </p:txBody>
      </p:sp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Ejercicio 2 – </a:t>
            </a:r>
            <a:r>
              <a:rPr lang="es-ES" dirty="0" err="1"/>
              <a:t>Login</a:t>
            </a:r>
            <a:r>
              <a:rPr lang="es-ES" dirty="0"/>
              <a:t> </a:t>
            </a:r>
            <a:r>
              <a:rPr lang="es-ES" dirty="0" err="1"/>
              <a:t>form</a:t>
            </a:r>
            <a:endParaRPr lang="es-E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808" y="3223897"/>
            <a:ext cx="3629532" cy="1543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272538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Firebase</Template>
  <TotalTime>983</TotalTime>
  <Words>1406</Words>
  <Application>Microsoft Office PowerPoint</Application>
  <PresentationFormat>Custom</PresentationFormat>
  <Paragraphs>113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Arial</vt:lpstr>
      <vt:lpstr>Calibri</vt:lpstr>
      <vt:lpstr>JetBrains Mono</vt:lpstr>
      <vt:lpstr>PT Sans</vt:lpstr>
      <vt:lpstr>PT Serif</vt:lpstr>
      <vt:lpstr>Tema de Office</vt:lpstr>
      <vt:lpstr>Cloud Firestore</vt:lpstr>
      <vt:lpstr>Índice</vt:lpstr>
      <vt:lpstr>Firebase</vt:lpstr>
      <vt:lpstr>Productos disponibles</vt:lpstr>
      <vt:lpstr>Grandes usuarios</vt:lpstr>
      <vt:lpstr>Estructura Base de datos</vt:lpstr>
      <vt:lpstr>PowerPoint Presentation</vt:lpstr>
      <vt:lpstr>PowerPoint Presentation</vt:lpstr>
      <vt:lpstr>Base de datos Documental Estructura</vt:lpstr>
      <vt:lpstr>Base de datos Documental Query</vt:lpstr>
      <vt:lpstr>Comparación desarrollo</vt:lpstr>
      <vt:lpstr>PowerPoint Presentation</vt:lpstr>
      <vt:lpstr>PowerPoint Presentation</vt:lpstr>
      <vt:lpstr>Cloud Firestore</vt:lpstr>
      <vt:lpstr>PowerPoint Presentation</vt:lpstr>
      <vt:lpstr>Realtime Database VS Firestore Database</vt:lpstr>
      <vt:lpstr>Cloud Firestore descripción</vt:lpstr>
      <vt:lpstr>Elimina el backend</vt:lpstr>
      <vt:lpstr>Actualización en tiempo real</vt:lpstr>
      <vt:lpstr>Ejercicios</vt:lpstr>
      <vt:lpstr>Ejercicio 0</vt:lpstr>
      <vt:lpstr>Plantilla ejercicio 0</vt:lpstr>
      <vt:lpstr>Ejercicio 1 – Consultar productos</vt:lpstr>
      <vt:lpstr>Ejercicio 1 –Descripción botones</vt:lpstr>
      <vt:lpstr>Jetpack Compose ejemplos</vt:lpstr>
      <vt:lpstr>PowerPoint Presentation</vt:lpstr>
      <vt:lpstr>PowerPoint Presentation</vt:lpstr>
      <vt:lpstr>PowerPoint Presentation</vt:lpstr>
      <vt:lpstr>Ejercicio 2 – Login form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Firestore</dc:title>
  <dc:creator>ander duran</dc:creator>
  <cp:lastModifiedBy>ander duran</cp:lastModifiedBy>
  <cp:revision>43</cp:revision>
  <dcterms:created xsi:type="dcterms:W3CDTF">2025-09-07T10:19:22Z</dcterms:created>
  <dcterms:modified xsi:type="dcterms:W3CDTF">2025-09-22T19:33:51Z</dcterms:modified>
</cp:coreProperties>
</file>
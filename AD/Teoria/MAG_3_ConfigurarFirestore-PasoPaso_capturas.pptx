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9144000"/>
  <p:embeddedFontLst>
    <p:embeddedFont>
      <p:font typeface="PT Serif"/>
      <p:regular r:id="rId26"/>
      <p:bold r:id="rId27"/>
      <p:italic r:id="rId28"/>
      <p:boldItalic r:id="rId29"/>
    </p:embeddedFont>
    <p:embeddedFont>
      <p:font typeface="PT Sans"/>
      <p:regular r:id="rId30"/>
      <p:bold r:id="rId31"/>
      <p:italic r:id="rId32"/>
      <p:boldItalic r:id="rId33"/>
    </p:embeddedFont>
    <p:embeddedFont>
      <p:font typeface="Roboto Mono"/>
      <p:regular r:id="rId34"/>
      <p:bold r:id="rId35"/>
      <p:italic r:id="rId36"/>
      <p:boldItalic r:id="rId37"/>
    </p:embeddedFont>
    <p:embeddedFont>
      <p:font typeface="JetBrains Mon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2" roundtripDataSignature="AMtx7mgABjprkKIvpiWDvnQxSt1L5owL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JetBrainsMono-italic.fntdata"/><Relationship Id="rId20" Type="http://schemas.openxmlformats.org/officeDocument/2006/relationships/slide" Target="slides/slide16.xml"/><Relationship Id="rId42" Type="http://customschemas.google.com/relationships/presentationmetadata" Target="metadata"/><Relationship Id="rId41" Type="http://schemas.openxmlformats.org/officeDocument/2006/relationships/font" Target="fonts/JetBrainsMono-bold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TSerif-regular.fntdata"/><Relationship Id="rId25" Type="http://schemas.openxmlformats.org/officeDocument/2006/relationships/slide" Target="slides/slide21.xml"/><Relationship Id="rId28" Type="http://schemas.openxmlformats.org/officeDocument/2006/relationships/font" Target="fonts/PTSerif-italic.fntdata"/><Relationship Id="rId27" Type="http://schemas.openxmlformats.org/officeDocument/2006/relationships/font" Target="fonts/PTSerif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TSerif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TSans-bold.fntdata"/><Relationship Id="rId30" Type="http://schemas.openxmlformats.org/officeDocument/2006/relationships/font" Target="fonts/PTSans-regular.fntdata"/><Relationship Id="rId11" Type="http://schemas.openxmlformats.org/officeDocument/2006/relationships/slide" Target="slides/slide7.xml"/><Relationship Id="rId33" Type="http://schemas.openxmlformats.org/officeDocument/2006/relationships/font" Target="fonts/PTSans-boldItalic.fntdata"/><Relationship Id="rId10" Type="http://schemas.openxmlformats.org/officeDocument/2006/relationships/slide" Target="slides/slide6.xml"/><Relationship Id="rId32" Type="http://schemas.openxmlformats.org/officeDocument/2006/relationships/font" Target="fonts/PTSans-italic.fntdata"/><Relationship Id="rId13" Type="http://schemas.openxmlformats.org/officeDocument/2006/relationships/slide" Target="slides/slide9.xml"/><Relationship Id="rId35" Type="http://schemas.openxmlformats.org/officeDocument/2006/relationships/font" Target="fonts/RobotoMono-bold.fntdata"/><Relationship Id="rId12" Type="http://schemas.openxmlformats.org/officeDocument/2006/relationships/slide" Target="slides/slide8.xml"/><Relationship Id="rId34" Type="http://schemas.openxmlformats.org/officeDocument/2006/relationships/font" Target="fonts/RobotoMono-regular.fntdata"/><Relationship Id="rId15" Type="http://schemas.openxmlformats.org/officeDocument/2006/relationships/slide" Target="slides/slide11.xml"/><Relationship Id="rId37" Type="http://schemas.openxmlformats.org/officeDocument/2006/relationships/font" Target="fonts/RobotoMono-boldItalic.fntdata"/><Relationship Id="rId14" Type="http://schemas.openxmlformats.org/officeDocument/2006/relationships/slide" Target="slides/slide10.xml"/><Relationship Id="rId36" Type="http://schemas.openxmlformats.org/officeDocument/2006/relationships/font" Target="fonts/RobotoMono-italic.fntdata"/><Relationship Id="rId17" Type="http://schemas.openxmlformats.org/officeDocument/2006/relationships/slide" Target="slides/slide13.xml"/><Relationship Id="rId39" Type="http://schemas.openxmlformats.org/officeDocument/2006/relationships/font" Target="fonts/JetBrainsMono-bold.fntdata"/><Relationship Id="rId16" Type="http://schemas.openxmlformats.org/officeDocument/2006/relationships/slide" Target="slides/slide12.xml"/><Relationship Id="rId38" Type="http://schemas.openxmlformats.org/officeDocument/2006/relationships/font" Target="fonts/JetBrainsMono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b7a382d9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fb7a382d9b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b7a382d9b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fb7a382d9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b7a382d9b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fb7a382d9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fb7a382d9b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fb7a382d9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b7a382d9b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fb7a382d9b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fb7a382d9b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fb7a382d9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b7a382d9b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fb7a382d9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fb7a382d9b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fb7a382d9b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fb7a382d9b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fb7a382d9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1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/>
          <p:nvPr/>
        </p:nvSpPr>
        <p:spPr>
          <a:xfrm>
            <a:off x="8226077" y="5626595"/>
            <a:ext cx="2978847" cy="1261193"/>
          </a:xfrm>
          <a:custGeom>
            <a:rect b="b" l="l" r="r" t="t"/>
            <a:pathLst>
              <a:path extrusionOk="0" h="1549908" w="3660775">
                <a:moveTo>
                  <a:pt x="0" y="1549908"/>
                </a:moveTo>
                <a:lnTo>
                  <a:pt x="3660775" y="1549908"/>
                </a:lnTo>
                <a:lnTo>
                  <a:pt x="3660775" y="0"/>
                </a:lnTo>
                <a:lnTo>
                  <a:pt x="0" y="0"/>
                </a:lnTo>
                <a:close/>
              </a:path>
            </a:pathLst>
          </a:custGeom>
          <a:solidFill>
            <a:srgbClr val="D5D900"/>
          </a:solidFill>
          <a:ln>
            <a:noFill/>
          </a:ln>
        </p:spPr>
      </p:sp>
      <p:sp>
        <p:nvSpPr>
          <p:cNvPr id="13" name="Google Shape;13;p16"/>
          <p:cNvSpPr txBox="1"/>
          <p:nvPr>
            <p:ph type="ctrTitle"/>
          </p:nvPr>
        </p:nvSpPr>
        <p:spPr>
          <a:xfrm>
            <a:off x="857250" y="1997275"/>
            <a:ext cx="9715500" cy="1378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" type="subTitle"/>
          </p:nvPr>
        </p:nvSpPr>
        <p:spPr>
          <a:xfrm>
            <a:off x="1714500" y="3643312"/>
            <a:ext cx="8001000" cy="164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5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" name="Google Shape;15;p16"/>
          <p:cNvSpPr txBox="1"/>
          <p:nvPr>
            <p:ph idx="10" type="dt"/>
          </p:nvPr>
        </p:nvSpPr>
        <p:spPr>
          <a:xfrm>
            <a:off x="57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/>
          <p:nvPr/>
        </p:nvSpPr>
        <p:spPr>
          <a:xfrm>
            <a:off x="0" y="2148649"/>
            <a:ext cx="1080135" cy="4632430"/>
          </a:xfrm>
          <a:custGeom>
            <a:rect b="b" l="l" r="r" t="t"/>
            <a:pathLst>
              <a:path extrusionOk="0" h="5692902" w="1327404">
                <a:moveTo>
                  <a:pt x="0" y="0"/>
                </a:moveTo>
                <a:lnTo>
                  <a:pt x="0" y="5692902"/>
                </a:lnTo>
                <a:lnTo>
                  <a:pt x="1327404" y="2846578"/>
                </a:lnTo>
                <a:close/>
              </a:path>
            </a:pathLst>
          </a:custGeom>
          <a:solidFill>
            <a:srgbClr val="1C9F6F"/>
          </a:solidFill>
          <a:ln>
            <a:noFill/>
          </a:ln>
        </p:spPr>
      </p:sp>
      <p:sp>
        <p:nvSpPr>
          <p:cNvPr id="18" name="Google Shape;18;p16"/>
          <p:cNvSpPr/>
          <p:nvPr/>
        </p:nvSpPr>
        <p:spPr>
          <a:xfrm>
            <a:off x="10954869" y="1"/>
            <a:ext cx="1237113" cy="2474225"/>
          </a:xfrm>
          <a:custGeom>
            <a:rect b="b" l="l" r="r" t="t"/>
            <a:pathLst>
              <a:path extrusionOk="0" h="3040634" w="1520317">
                <a:moveTo>
                  <a:pt x="1520317" y="0"/>
                </a:moveTo>
                <a:cubicBezTo>
                  <a:pt x="680720" y="0"/>
                  <a:pt x="0" y="680720"/>
                  <a:pt x="0" y="1520317"/>
                </a:cubicBezTo>
                <a:cubicBezTo>
                  <a:pt x="0" y="2359914"/>
                  <a:pt x="680720" y="3040634"/>
                  <a:pt x="1520317" y="3040634"/>
                </a:cubicBezTo>
                <a:lnTo>
                  <a:pt x="152031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" name="Google Shape;19;p16"/>
          <p:cNvPicPr preferRelativeResize="0"/>
          <p:nvPr/>
        </p:nvPicPr>
        <p:blipFill rotWithShape="1">
          <a:blip r:embed="rId2">
            <a:alphaModFix/>
          </a:blip>
          <a:srcRect b="28983" l="0" r="0" t="28136"/>
          <a:stretch/>
        </p:blipFill>
        <p:spPr>
          <a:xfrm>
            <a:off x="571500" y="0"/>
            <a:ext cx="3744493" cy="1605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circular y contenido 1">
  <p:cSld name="Título circular y contenido 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7"/>
          <p:cNvSpPr/>
          <p:nvPr/>
        </p:nvSpPr>
        <p:spPr>
          <a:xfrm>
            <a:off x="571500" y="1114722"/>
            <a:ext cx="3982998" cy="3982998"/>
          </a:xfrm>
          <a:custGeom>
            <a:rect b="b" l="l" r="r" t="t"/>
            <a:pathLst>
              <a:path extrusionOk="0" h="4248531" w="4248531">
                <a:moveTo>
                  <a:pt x="0" y="0"/>
                </a:moveTo>
                <a:lnTo>
                  <a:pt x="4248531" y="0"/>
                </a:lnTo>
                <a:lnTo>
                  <a:pt x="4248531" y="4248531"/>
                </a:lnTo>
                <a:lnTo>
                  <a:pt x="0" y="4248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1" l="0" r="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7"/>
          <p:cNvSpPr txBox="1"/>
          <p:nvPr>
            <p:ph idx="1" type="body"/>
          </p:nvPr>
        </p:nvSpPr>
        <p:spPr>
          <a:xfrm>
            <a:off x="4468813" y="928688"/>
            <a:ext cx="6389688" cy="4814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2600" lvl="0" marL="4572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1pPr>
            <a:lvl2pPr indent="-450850" lvl="1" marL="9144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Char char="–"/>
              <a:defRPr sz="3500"/>
            </a:lvl2pPr>
            <a:lvl3pPr indent="-4191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3pPr>
            <a:lvl4pPr indent="-387350" lvl="3" marL="1828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 sz="2500"/>
            </a:lvl4pPr>
            <a:lvl5pPr indent="-387350" lvl="4" marL="2286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 sz="2500"/>
            </a:lvl5pPr>
            <a:lvl6pPr indent="-387350" lvl="5" marL="2743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6pPr>
            <a:lvl7pPr indent="-387350" lvl="6" marL="3200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7pPr>
            <a:lvl8pPr indent="-387350" lvl="7" marL="3657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8pPr>
            <a:lvl9pPr indent="-387350" lvl="8" marL="4114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9pPr>
          </a:lstStyle>
          <a:p/>
        </p:txBody>
      </p:sp>
      <p:sp>
        <p:nvSpPr>
          <p:cNvPr id="23" name="Google Shape;23;p17"/>
          <p:cNvSpPr txBox="1"/>
          <p:nvPr>
            <p:ph type="ctrTitle"/>
          </p:nvPr>
        </p:nvSpPr>
        <p:spPr>
          <a:xfrm>
            <a:off x="1166812" y="2039572"/>
            <a:ext cx="2786063" cy="2032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25"/>
              <a:buFont typeface="PT Sans"/>
              <a:buNone/>
              <a:defRPr sz="4125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2">
  <p:cSld name="Título 2">
    <p:bg>
      <p:bgPr>
        <a:solidFill>
          <a:schemeClr val="dk2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/>
          <p:nvPr>
            <p:ph type="ctrTitle"/>
          </p:nvPr>
        </p:nvSpPr>
        <p:spPr>
          <a:xfrm>
            <a:off x="1525873" y="3238112"/>
            <a:ext cx="9332628" cy="1378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PT Serif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1" type="ftr"/>
          </p:nvPr>
        </p:nvSpPr>
        <p:spPr>
          <a:xfrm>
            <a:off x="4263154" y="5689404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9"/>
          <p:cNvSpPr/>
          <p:nvPr/>
        </p:nvSpPr>
        <p:spPr>
          <a:xfrm>
            <a:off x="0" y="1668380"/>
            <a:ext cx="2410515" cy="5168990"/>
          </a:xfrm>
          <a:custGeom>
            <a:rect b="b" l="l" r="r" t="t"/>
            <a:pathLst>
              <a:path extrusionOk="0" h="7287895" w="3398647">
                <a:moveTo>
                  <a:pt x="0" y="7287895"/>
                </a:moveTo>
                <a:lnTo>
                  <a:pt x="3398647" y="7287895"/>
                </a:lnTo>
                <a:lnTo>
                  <a:pt x="0" y="0"/>
                </a:lnTo>
                <a:close/>
              </a:path>
            </a:pathLst>
          </a:custGeom>
          <a:solidFill>
            <a:srgbClr val="FDC20B"/>
          </a:solidFill>
          <a:ln>
            <a:noFill/>
          </a:ln>
        </p:spPr>
      </p:sp>
      <p:sp>
        <p:nvSpPr>
          <p:cNvPr id="29" name="Google Shape;29;p19"/>
          <p:cNvSpPr/>
          <p:nvPr/>
        </p:nvSpPr>
        <p:spPr>
          <a:xfrm>
            <a:off x="2132026" y="-8094"/>
            <a:ext cx="2606429" cy="1467242"/>
          </a:xfrm>
          <a:custGeom>
            <a:rect b="b" l="l" r="r" t="t"/>
            <a:pathLst>
              <a:path extrusionOk="0" h="2068703" w="3674872">
                <a:moveTo>
                  <a:pt x="14478" y="0"/>
                </a:moveTo>
                <a:cubicBezTo>
                  <a:pt x="4953" y="75819"/>
                  <a:pt x="0" y="153035"/>
                  <a:pt x="0" y="231394"/>
                </a:cubicBezTo>
                <a:cubicBezTo>
                  <a:pt x="0" y="1245997"/>
                  <a:pt x="822579" y="2068703"/>
                  <a:pt x="1837309" y="2068703"/>
                </a:cubicBezTo>
                <a:cubicBezTo>
                  <a:pt x="2852039" y="2068703"/>
                  <a:pt x="3674872" y="1245997"/>
                  <a:pt x="3674872" y="231394"/>
                </a:cubicBezTo>
                <a:cubicBezTo>
                  <a:pt x="3674872" y="153035"/>
                  <a:pt x="3669919" y="75819"/>
                  <a:pt x="3660394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8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9"/>
          <p:cNvSpPr/>
          <p:nvPr/>
        </p:nvSpPr>
        <p:spPr>
          <a:xfrm>
            <a:off x="10858500" y="4213367"/>
            <a:ext cx="848514" cy="5247986"/>
          </a:xfrm>
          <a:custGeom>
            <a:rect b="b" l="l" r="r" t="t"/>
            <a:pathLst>
              <a:path extrusionOk="0" h="7399274" w="1196340">
                <a:moveTo>
                  <a:pt x="0" y="7399274"/>
                </a:moveTo>
                <a:lnTo>
                  <a:pt x="1196340" y="7399274"/>
                </a:lnTo>
                <a:lnTo>
                  <a:pt x="1196340" y="0"/>
                </a:lnTo>
                <a:lnTo>
                  <a:pt x="0" y="0"/>
                </a:lnTo>
                <a:close/>
              </a:path>
            </a:pathLst>
          </a:custGeom>
          <a:solidFill>
            <a:srgbClr val="2084C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8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" name="Google Shape;31;p19"/>
          <p:cNvPicPr preferRelativeResize="0"/>
          <p:nvPr/>
        </p:nvPicPr>
        <p:blipFill rotWithShape="1">
          <a:blip r:embed="rId2">
            <a:alphaModFix/>
          </a:blip>
          <a:srcRect b="28562" l="0" r="0" t="31269"/>
          <a:stretch/>
        </p:blipFill>
        <p:spPr>
          <a:xfrm>
            <a:off x="7323929" y="78142"/>
            <a:ext cx="3958828" cy="159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10858500" y="6159799"/>
            <a:ext cx="848514" cy="269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algn="ctr">
              <a:spcBef>
                <a:spcPts val="0"/>
              </a:spcBef>
              <a:buNone/>
              <a:defRPr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algn="ctr">
              <a:spcBef>
                <a:spcPts val="0"/>
              </a:spcBef>
              <a:buNone/>
              <a:defRPr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algn="ctr">
              <a:spcBef>
                <a:spcPts val="0"/>
              </a:spcBef>
              <a:buNone/>
              <a:defRPr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algn="ctr">
              <a:spcBef>
                <a:spcPts val="0"/>
              </a:spcBef>
              <a:buNone/>
              <a:defRPr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algn="ctr">
              <a:spcBef>
                <a:spcPts val="0"/>
              </a:spcBef>
              <a:buNone/>
              <a:defRPr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algn="ctr">
              <a:spcBef>
                <a:spcPts val="0"/>
              </a:spcBef>
              <a:buNone/>
              <a:defRPr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algn="ctr">
              <a:spcBef>
                <a:spcPts val="0"/>
              </a:spcBef>
              <a:buNone/>
              <a:defRPr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algn="ctr">
              <a:spcBef>
                <a:spcPts val="0"/>
              </a:spcBef>
              <a:buNone/>
              <a:defRPr sz="1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3">
  <p:cSld name="Título 3">
    <p:bg>
      <p:bgPr>
        <a:solidFill>
          <a:schemeClr val="accent5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/>
          <p:nvPr/>
        </p:nvSpPr>
        <p:spPr>
          <a:xfrm>
            <a:off x="-47624" y="1410005"/>
            <a:ext cx="1555911" cy="5448014"/>
          </a:xfrm>
          <a:custGeom>
            <a:rect b="b" l="l" r="r" t="t"/>
            <a:pathLst>
              <a:path extrusionOk="0" h="7264019" w="2074545">
                <a:moveTo>
                  <a:pt x="0" y="0"/>
                </a:moveTo>
                <a:lnTo>
                  <a:pt x="0" y="7185660"/>
                </a:lnTo>
                <a:lnTo>
                  <a:pt x="36576" y="7264019"/>
                </a:lnTo>
                <a:lnTo>
                  <a:pt x="2074545" y="2893568"/>
                </a:lnTo>
                <a:lnTo>
                  <a:pt x="725297" y="0"/>
                </a:lnTo>
                <a:close/>
              </a:path>
            </a:pathLst>
          </a:custGeom>
          <a:solidFill>
            <a:srgbClr val="64257E"/>
          </a:solidFill>
          <a:ln>
            <a:noFill/>
          </a:ln>
        </p:spPr>
      </p:sp>
      <p:sp>
        <p:nvSpPr>
          <p:cNvPr id="35" name="Google Shape;35;p20"/>
          <p:cNvSpPr/>
          <p:nvPr/>
        </p:nvSpPr>
        <p:spPr>
          <a:xfrm>
            <a:off x="8547614" y="5315992"/>
            <a:ext cx="3084192" cy="1541998"/>
          </a:xfrm>
          <a:custGeom>
            <a:rect b="b" l="l" r="r" t="t"/>
            <a:pathLst>
              <a:path extrusionOk="0" h="2056003" w="4112260">
                <a:moveTo>
                  <a:pt x="2056130" y="0"/>
                </a:moveTo>
                <a:cubicBezTo>
                  <a:pt x="920623" y="0"/>
                  <a:pt x="0" y="920496"/>
                  <a:pt x="0" y="2056003"/>
                </a:cubicBezTo>
                <a:lnTo>
                  <a:pt x="4112260" y="2056003"/>
                </a:lnTo>
                <a:cubicBezTo>
                  <a:pt x="4112260" y="920496"/>
                  <a:pt x="3191637" y="0"/>
                  <a:pt x="2056130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0"/>
          <p:cNvSpPr/>
          <p:nvPr/>
        </p:nvSpPr>
        <p:spPr>
          <a:xfrm>
            <a:off x="9869736" y="0"/>
            <a:ext cx="2316863" cy="4969003"/>
          </a:xfrm>
          <a:custGeom>
            <a:rect b="b" l="l" r="r" t="t"/>
            <a:pathLst>
              <a:path extrusionOk="0" h="6625336" w="3089148">
                <a:moveTo>
                  <a:pt x="0" y="0"/>
                </a:moveTo>
                <a:lnTo>
                  <a:pt x="3089148" y="6625336"/>
                </a:lnTo>
                <a:lnTo>
                  <a:pt x="3089148" y="0"/>
                </a:lnTo>
                <a:close/>
              </a:path>
            </a:pathLst>
          </a:custGeom>
          <a:solidFill>
            <a:srgbClr val="52AE32"/>
          </a:solidFill>
          <a:ln>
            <a:noFill/>
          </a:ln>
        </p:spPr>
      </p:sp>
      <p:pic>
        <p:nvPicPr>
          <p:cNvPr id="37" name="Google Shape;37;p20"/>
          <p:cNvPicPr preferRelativeResize="0"/>
          <p:nvPr/>
        </p:nvPicPr>
        <p:blipFill rotWithShape="1">
          <a:blip r:embed="rId2">
            <a:alphaModFix/>
          </a:blip>
          <a:srcRect b="28562" l="0" r="0" t="31269"/>
          <a:stretch/>
        </p:blipFill>
        <p:spPr>
          <a:xfrm>
            <a:off x="940654" y="32530"/>
            <a:ext cx="4009349" cy="1610532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0"/>
          <p:cNvSpPr txBox="1"/>
          <p:nvPr>
            <p:ph type="ctrTitle"/>
          </p:nvPr>
        </p:nvSpPr>
        <p:spPr>
          <a:xfrm>
            <a:off x="1809750" y="1997275"/>
            <a:ext cx="8763000" cy="1378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0"/>
              <a:buFont typeface="PT Serif"/>
              <a:buNone/>
              <a:defRPr sz="675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" type="subTitle"/>
          </p:nvPr>
        </p:nvSpPr>
        <p:spPr>
          <a:xfrm>
            <a:off x="2498912" y="3643312"/>
            <a:ext cx="7216588" cy="164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1013"/>
              </a:spcBef>
              <a:spcAft>
                <a:spcPts val="0"/>
              </a:spcAft>
              <a:buClr>
                <a:schemeClr val="dk1"/>
              </a:buClr>
              <a:buSzPts val="5063"/>
              <a:buNone/>
              <a:defRPr sz="5063">
                <a:solidFill>
                  <a:schemeClr val="dk1"/>
                </a:solidFill>
              </a:defRPr>
            </a:lvl1pPr>
            <a:lvl2pPr lvl="1" algn="ctr"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circular y contenido 2">
  <p:cSld name="Título circular y contenido 2">
    <p:bg>
      <p:bgPr>
        <a:solidFill>
          <a:srgbClr val="F4F8C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/>
          <p:nvPr/>
        </p:nvSpPr>
        <p:spPr>
          <a:xfrm>
            <a:off x="-190500" y="-1269479"/>
            <a:ext cx="12412170" cy="9396958"/>
          </a:xfrm>
          <a:custGeom>
            <a:rect b="b" l="l" r="r" t="t"/>
            <a:pathLst>
              <a:path extrusionOk="0" h="7614975" w="10058400">
                <a:moveTo>
                  <a:pt x="0" y="0"/>
                </a:moveTo>
                <a:lnTo>
                  <a:pt x="10058400" y="0"/>
                </a:lnTo>
                <a:lnTo>
                  <a:pt x="10058400" y="7614975"/>
                </a:lnTo>
                <a:lnTo>
                  <a:pt x="0" y="76149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82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" name="Google Shape;42;p21"/>
          <p:cNvSpPr/>
          <p:nvPr/>
        </p:nvSpPr>
        <p:spPr>
          <a:xfrm>
            <a:off x="571500" y="1114722"/>
            <a:ext cx="3308071" cy="3308071"/>
          </a:xfrm>
          <a:custGeom>
            <a:rect b="b" l="l" r="r" t="t"/>
            <a:pathLst>
              <a:path extrusionOk="0" h="4248531" w="4248531">
                <a:moveTo>
                  <a:pt x="0" y="0"/>
                </a:moveTo>
                <a:lnTo>
                  <a:pt x="4248531" y="0"/>
                </a:lnTo>
                <a:lnTo>
                  <a:pt x="4248531" y="4248531"/>
                </a:lnTo>
                <a:lnTo>
                  <a:pt x="0" y="4248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1"/>
          <p:cNvSpPr txBox="1"/>
          <p:nvPr>
            <p:ph idx="1" type="body"/>
          </p:nvPr>
        </p:nvSpPr>
        <p:spPr>
          <a:xfrm>
            <a:off x="4468813" y="928688"/>
            <a:ext cx="6389688" cy="4814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2600" lvl="0" marL="4572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1pPr>
            <a:lvl2pPr indent="-450850" lvl="1" marL="9144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Char char="–"/>
              <a:defRPr sz="3500"/>
            </a:lvl2pPr>
            <a:lvl3pPr indent="-41910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3pPr>
            <a:lvl4pPr indent="-387350" lvl="3" marL="1828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 sz="2500"/>
            </a:lvl4pPr>
            <a:lvl5pPr indent="-387350" lvl="4" marL="2286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»"/>
              <a:defRPr sz="2500"/>
            </a:lvl5pPr>
            <a:lvl6pPr indent="-387350" lvl="5" marL="2743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6pPr>
            <a:lvl7pPr indent="-387350" lvl="6" marL="3200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7pPr>
            <a:lvl8pPr indent="-387350" lvl="7" marL="3657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8pPr>
            <a:lvl9pPr indent="-387350" lvl="8" marL="4114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9pPr>
          </a:lstStyle>
          <a:p/>
        </p:txBody>
      </p:sp>
      <p:sp>
        <p:nvSpPr>
          <p:cNvPr id="44" name="Google Shape;44;p21"/>
          <p:cNvSpPr txBox="1"/>
          <p:nvPr>
            <p:ph type="ctrTitle"/>
          </p:nvPr>
        </p:nvSpPr>
        <p:spPr>
          <a:xfrm>
            <a:off x="832504" y="1752573"/>
            <a:ext cx="2786063" cy="2032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25"/>
              <a:buFont typeface="PT Sans"/>
              <a:buNone/>
              <a:defRPr sz="4125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rculo cambio de sección 1">
  <p:cSld name="Círculo cambio de sección 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22"/>
          <p:cNvGrpSpPr/>
          <p:nvPr/>
        </p:nvGrpSpPr>
        <p:grpSpPr>
          <a:xfrm>
            <a:off x="0" y="-1857375"/>
            <a:ext cx="12192000" cy="10572750"/>
            <a:chOff x="2755900" y="-304800"/>
            <a:chExt cx="15113000" cy="12776200"/>
          </a:xfrm>
        </p:grpSpPr>
        <p:pic>
          <p:nvPicPr>
            <p:cNvPr id="47" name="Google Shape;47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755900" y="-3048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" name="Google Shape;48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312400" y="-3048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755900" y="60833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312400" y="60833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" name="Google Shape;51;p22"/>
          <p:cNvSpPr/>
          <p:nvPr/>
        </p:nvSpPr>
        <p:spPr>
          <a:xfrm>
            <a:off x="3449195" y="990361"/>
            <a:ext cx="4912610" cy="4912610"/>
          </a:xfrm>
          <a:custGeom>
            <a:rect b="b" l="l" r="r" t="t"/>
            <a:pathLst>
              <a:path extrusionOk="0" h="3930088" w="3930088">
                <a:moveTo>
                  <a:pt x="0" y="0"/>
                </a:moveTo>
                <a:lnTo>
                  <a:pt x="3930088" y="0"/>
                </a:lnTo>
                <a:lnTo>
                  <a:pt x="3930088" y="3930088"/>
                </a:lnTo>
                <a:lnTo>
                  <a:pt x="0" y="39300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" name="Google Shape;52;p22"/>
          <p:cNvSpPr txBox="1"/>
          <p:nvPr>
            <p:ph type="ctrTitle"/>
          </p:nvPr>
        </p:nvSpPr>
        <p:spPr>
          <a:xfrm>
            <a:off x="4167188" y="1928813"/>
            <a:ext cx="3428999" cy="3143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25"/>
              <a:buFont typeface="PT Sans"/>
              <a:buNone/>
              <a:defRPr sz="4125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rculo cambio de sección 2">
  <p:cSld name="Círculo cambio de sección 2">
    <p:bg>
      <p:bgPr>
        <a:solidFill>
          <a:schemeClr val="accen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23"/>
          <p:cNvGrpSpPr/>
          <p:nvPr/>
        </p:nvGrpSpPr>
        <p:grpSpPr>
          <a:xfrm>
            <a:off x="0" y="-1857375"/>
            <a:ext cx="12192000" cy="10572750"/>
            <a:chOff x="2755900" y="-304800"/>
            <a:chExt cx="15113000" cy="12776200"/>
          </a:xfrm>
        </p:grpSpPr>
        <p:pic>
          <p:nvPicPr>
            <p:cNvPr id="55" name="Google Shape;55;p2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755900" y="-3048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2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312400" y="-3048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2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755900" y="60833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2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312400" y="60833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" name="Google Shape;59;p23"/>
          <p:cNvSpPr/>
          <p:nvPr/>
        </p:nvSpPr>
        <p:spPr>
          <a:xfrm>
            <a:off x="3449195" y="990361"/>
            <a:ext cx="4912610" cy="4912610"/>
          </a:xfrm>
          <a:custGeom>
            <a:rect b="b" l="l" r="r" t="t"/>
            <a:pathLst>
              <a:path extrusionOk="0" h="3930088" w="3930088">
                <a:moveTo>
                  <a:pt x="0" y="0"/>
                </a:moveTo>
                <a:lnTo>
                  <a:pt x="3930088" y="0"/>
                </a:lnTo>
                <a:lnTo>
                  <a:pt x="3930088" y="3930088"/>
                </a:lnTo>
                <a:lnTo>
                  <a:pt x="0" y="39300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0" name="Google Shape;60;p23"/>
          <p:cNvSpPr txBox="1"/>
          <p:nvPr>
            <p:ph type="ctrTitle"/>
          </p:nvPr>
        </p:nvSpPr>
        <p:spPr>
          <a:xfrm>
            <a:off x="4167188" y="1928813"/>
            <a:ext cx="3428999" cy="3143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25"/>
              <a:buFont typeface="PT Sans"/>
              <a:buNone/>
              <a:defRPr sz="4125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rculo cambio de sección 3">
  <p:cSld name="Círculo cambio de sección 3">
    <p:bg>
      <p:bgPr>
        <a:solidFill>
          <a:srgbClr val="FEC20D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24"/>
          <p:cNvGrpSpPr/>
          <p:nvPr/>
        </p:nvGrpSpPr>
        <p:grpSpPr>
          <a:xfrm>
            <a:off x="0" y="-1857375"/>
            <a:ext cx="12192000" cy="10572750"/>
            <a:chOff x="2755900" y="-304800"/>
            <a:chExt cx="15113000" cy="12776200"/>
          </a:xfrm>
        </p:grpSpPr>
        <p:pic>
          <p:nvPicPr>
            <p:cNvPr id="63" name="Google Shape;63;p2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755900" y="-3048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" name="Google Shape;64;p2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312400" y="-3048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2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755900" y="60833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" name="Google Shape;66;p2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312400" y="6083300"/>
              <a:ext cx="7556500" cy="6388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7" name="Google Shape;67;p24"/>
          <p:cNvSpPr/>
          <p:nvPr/>
        </p:nvSpPr>
        <p:spPr>
          <a:xfrm>
            <a:off x="3449195" y="990361"/>
            <a:ext cx="4912610" cy="4912610"/>
          </a:xfrm>
          <a:custGeom>
            <a:rect b="b" l="l" r="r" t="t"/>
            <a:pathLst>
              <a:path extrusionOk="0" h="3930088" w="3930088">
                <a:moveTo>
                  <a:pt x="0" y="0"/>
                </a:moveTo>
                <a:lnTo>
                  <a:pt x="3930088" y="0"/>
                </a:lnTo>
                <a:lnTo>
                  <a:pt x="3930088" y="3930088"/>
                </a:lnTo>
                <a:lnTo>
                  <a:pt x="0" y="39300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8" name="Google Shape;68;p24"/>
          <p:cNvSpPr txBox="1"/>
          <p:nvPr>
            <p:ph type="ctrTitle"/>
          </p:nvPr>
        </p:nvSpPr>
        <p:spPr>
          <a:xfrm>
            <a:off x="4167188" y="1928813"/>
            <a:ext cx="3428999" cy="3143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25"/>
              <a:buFont typeface="PT Sans"/>
              <a:buNone/>
              <a:defRPr sz="4125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subtitulo y contenido">
  <p:cSld name="Título subtitulo y contenido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5"/>
          <p:cNvSpPr txBox="1"/>
          <p:nvPr>
            <p:ph type="title"/>
          </p:nvPr>
        </p:nvSpPr>
        <p:spPr>
          <a:xfrm>
            <a:off x="4775253" y="141140"/>
            <a:ext cx="6083246" cy="118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25"/>
              <a:buFont typeface="PT Serif"/>
              <a:buNone/>
              <a:defRPr sz="412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" type="body"/>
          </p:nvPr>
        </p:nvSpPr>
        <p:spPr>
          <a:xfrm>
            <a:off x="571500" y="2190431"/>
            <a:ext cx="10126609" cy="3552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74" name="Google Shape;74;p25"/>
          <p:cNvSpPr/>
          <p:nvPr/>
        </p:nvSpPr>
        <p:spPr>
          <a:xfrm>
            <a:off x="754133" y="462879"/>
            <a:ext cx="1703499" cy="1475221"/>
          </a:xfrm>
          <a:custGeom>
            <a:rect b="b" l="l" r="r" t="t"/>
            <a:pathLst>
              <a:path extrusionOk="0" h="1217152" w="1405496">
                <a:moveTo>
                  <a:pt x="0" y="0"/>
                </a:moveTo>
                <a:lnTo>
                  <a:pt x="1405496" y="0"/>
                </a:lnTo>
                <a:lnTo>
                  <a:pt x="1405496" y="1217152"/>
                </a:lnTo>
                <a:lnTo>
                  <a:pt x="0" y="12171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-65" r="-65" t="0"/>
            </a:stretch>
          </a:blipFill>
          <a:ln>
            <a:noFill/>
          </a:ln>
        </p:spPr>
      </p:sp>
      <p:sp>
        <p:nvSpPr>
          <p:cNvPr id="75" name="Google Shape;75;p25"/>
          <p:cNvSpPr/>
          <p:nvPr/>
        </p:nvSpPr>
        <p:spPr>
          <a:xfrm>
            <a:off x="2243477" y="-28623"/>
            <a:ext cx="2709393" cy="1354639"/>
          </a:xfrm>
          <a:custGeom>
            <a:rect b="b" l="l" r="r" t="t"/>
            <a:pathLst>
              <a:path extrusionOk="0" h="1490218" w="2980563">
                <a:moveTo>
                  <a:pt x="0" y="0"/>
                </a:moveTo>
                <a:cubicBezTo>
                  <a:pt x="0" y="823087"/>
                  <a:pt x="667258" y="1490218"/>
                  <a:pt x="1490218" y="1490218"/>
                </a:cubicBezTo>
                <a:cubicBezTo>
                  <a:pt x="2313178" y="1490218"/>
                  <a:pt x="2980563" y="823087"/>
                  <a:pt x="2980563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5"/>
          <p:cNvSpPr/>
          <p:nvPr/>
        </p:nvSpPr>
        <p:spPr>
          <a:xfrm>
            <a:off x="10698109" y="1275787"/>
            <a:ext cx="1474817" cy="5582258"/>
          </a:xfrm>
          <a:custGeom>
            <a:rect b="b" l="l" r="r" t="t"/>
            <a:pathLst>
              <a:path extrusionOk="0" h="6140958" w="1622425">
                <a:moveTo>
                  <a:pt x="1606550" y="0"/>
                </a:moveTo>
                <a:lnTo>
                  <a:pt x="0" y="3445256"/>
                </a:lnTo>
                <a:lnTo>
                  <a:pt x="1257046" y="6140958"/>
                </a:lnTo>
                <a:lnTo>
                  <a:pt x="1622425" y="6140958"/>
                </a:lnTo>
                <a:lnTo>
                  <a:pt x="1622425" y="34290"/>
                </a:lnTo>
                <a:lnTo>
                  <a:pt x="1606550" y="0"/>
                </a:lnTo>
                <a:close/>
              </a:path>
            </a:pathLst>
          </a:custGeom>
          <a:solidFill>
            <a:srgbClr val="FDC20B"/>
          </a:solidFill>
          <a:ln>
            <a:noFill/>
          </a:ln>
        </p:spPr>
      </p:sp>
      <p:sp>
        <p:nvSpPr>
          <p:cNvPr id="77" name="Google Shape;77;p25"/>
          <p:cNvSpPr/>
          <p:nvPr/>
        </p:nvSpPr>
        <p:spPr>
          <a:xfrm>
            <a:off x="-506953" y="4887481"/>
            <a:ext cx="3941039" cy="3941039"/>
          </a:xfrm>
          <a:custGeom>
            <a:rect b="b" l="l" r="r" t="t"/>
            <a:pathLst>
              <a:path extrusionOk="0" h="7344537" w="7344537">
                <a:moveTo>
                  <a:pt x="0" y="0"/>
                </a:moveTo>
                <a:lnTo>
                  <a:pt x="7344537" y="0"/>
                </a:lnTo>
                <a:lnTo>
                  <a:pt x="7344537" y="7344537"/>
                </a:lnTo>
                <a:lnTo>
                  <a:pt x="0" y="73445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8" name="Google Shape;78;p25"/>
          <p:cNvSpPr txBox="1"/>
          <p:nvPr>
            <p:ph idx="2" type="subTitle"/>
          </p:nvPr>
        </p:nvSpPr>
        <p:spPr>
          <a:xfrm>
            <a:off x="4738688" y="1326517"/>
            <a:ext cx="6083246" cy="577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 sz="3000">
                <a:solidFill>
                  <a:srgbClr val="888888"/>
                </a:solidFill>
              </a:defRPr>
            </a:lvl1pPr>
            <a:lvl2pPr lvl="1" algn="ctr"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5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contenido">
  <p:cSld name="Solo contenido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/>
          <p:nvPr>
            <p:ph idx="1" type="body"/>
          </p:nvPr>
        </p:nvSpPr>
        <p:spPr>
          <a:xfrm>
            <a:off x="1333463" y="1188414"/>
            <a:ext cx="9364646" cy="4554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83" name="Google Shape;83;p26"/>
          <p:cNvSpPr/>
          <p:nvPr/>
        </p:nvSpPr>
        <p:spPr>
          <a:xfrm>
            <a:off x="-33338" y="3990833"/>
            <a:ext cx="1366801" cy="2310549"/>
          </a:xfrm>
          <a:custGeom>
            <a:rect b="b" l="l" r="r" t="t"/>
            <a:pathLst>
              <a:path extrusionOk="0" h="3359912" w="1987550">
                <a:moveTo>
                  <a:pt x="0" y="3359912"/>
                </a:moveTo>
                <a:lnTo>
                  <a:pt x="1987550" y="3359912"/>
                </a:lnTo>
                <a:lnTo>
                  <a:pt x="198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D5D900"/>
          </a:solidFill>
          <a:ln>
            <a:noFill/>
          </a:ln>
        </p:spPr>
      </p:sp>
      <p:sp>
        <p:nvSpPr>
          <p:cNvPr id="84" name="Google Shape;84;p26"/>
          <p:cNvSpPr/>
          <p:nvPr/>
        </p:nvSpPr>
        <p:spPr>
          <a:xfrm>
            <a:off x="650062" y="0"/>
            <a:ext cx="2294456" cy="1188413"/>
          </a:xfrm>
          <a:custGeom>
            <a:rect b="b" l="l" r="r" t="t"/>
            <a:pathLst>
              <a:path extrusionOk="0" h="1473200" w="2844292">
                <a:moveTo>
                  <a:pt x="889" y="0"/>
                </a:moveTo>
                <a:cubicBezTo>
                  <a:pt x="254" y="16891"/>
                  <a:pt x="0" y="33909"/>
                  <a:pt x="0" y="51054"/>
                </a:cubicBezTo>
                <a:cubicBezTo>
                  <a:pt x="0" y="836422"/>
                  <a:pt x="636778" y="1473200"/>
                  <a:pt x="1422146" y="1473200"/>
                </a:cubicBezTo>
                <a:cubicBezTo>
                  <a:pt x="2207514" y="1473200"/>
                  <a:pt x="2844292" y="836422"/>
                  <a:pt x="2844292" y="51054"/>
                </a:cubicBezTo>
                <a:cubicBezTo>
                  <a:pt x="2844292" y="34036"/>
                  <a:pt x="2844038" y="17018"/>
                  <a:pt x="2843403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6"/>
          <p:cNvSpPr/>
          <p:nvPr/>
        </p:nvSpPr>
        <p:spPr>
          <a:xfrm>
            <a:off x="10829925" y="1817071"/>
            <a:ext cx="1409703" cy="5013667"/>
          </a:xfrm>
          <a:custGeom>
            <a:rect b="b" l="l" r="r" t="t"/>
            <a:pathLst>
              <a:path extrusionOk="0" h="6215126" w="1747520">
                <a:moveTo>
                  <a:pt x="1154938" y="0"/>
                </a:moveTo>
                <a:lnTo>
                  <a:pt x="0" y="2476881"/>
                </a:lnTo>
                <a:lnTo>
                  <a:pt x="1743202" y="6215126"/>
                </a:lnTo>
                <a:lnTo>
                  <a:pt x="1745869" y="6215126"/>
                </a:lnTo>
                <a:lnTo>
                  <a:pt x="1747520" y="6211570"/>
                </a:lnTo>
                <a:lnTo>
                  <a:pt x="1747520" y="0"/>
                </a:lnTo>
                <a:close/>
              </a:path>
            </a:pathLst>
          </a:custGeom>
          <a:solidFill>
            <a:srgbClr val="EB5D12"/>
          </a:solidFill>
          <a:ln>
            <a:noFill/>
          </a:ln>
        </p:spPr>
      </p:sp>
      <p:sp>
        <p:nvSpPr>
          <p:cNvPr id="86" name="Google Shape;86;p26"/>
          <p:cNvSpPr/>
          <p:nvPr/>
        </p:nvSpPr>
        <p:spPr>
          <a:xfrm>
            <a:off x="8602318" y="181990"/>
            <a:ext cx="2105316" cy="749253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 1">
  <p:cSld name="Título y contenido 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7"/>
          <p:cNvSpPr txBox="1"/>
          <p:nvPr>
            <p:ph idx="1" type="body"/>
          </p:nvPr>
        </p:nvSpPr>
        <p:spPr>
          <a:xfrm>
            <a:off x="1333463" y="2428875"/>
            <a:ext cx="9364646" cy="3314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7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7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91" name="Google Shape;91;p27"/>
          <p:cNvSpPr/>
          <p:nvPr/>
        </p:nvSpPr>
        <p:spPr>
          <a:xfrm>
            <a:off x="8619914" y="-19761"/>
            <a:ext cx="2078161" cy="1059585"/>
          </a:xfrm>
          <a:custGeom>
            <a:rect b="b" l="l" r="r" t="t"/>
            <a:pathLst>
              <a:path extrusionOk="0" h="1509395" w="2960370">
                <a:moveTo>
                  <a:pt x="254" y="0"/>
                </a:moveTo>
                <a:cubicBezTo>
                  <a:pt x="127" y="9652"/>
                  <a:pt x="0" y="19304"/>
                  <a:pt x="0" y="29083"/>
                </a:cubicBezTo>
                <a:cubicBezTo>
                  <a:pt x="0" y="846582"/>
                  <a:pt x="662686" y="1509395"/>
                  <a:pt x="1480185" y="1509395"/>
                </a:cubicBezTo>
                <a:cubicBezTo>
                  <a:pt x="2297684" y="1509395"/>
                  <a:pt x="2960370" y="846582"/>
                  <a:pt x="2960370" y="29083"/>
                </a:cubicBezTo>
                <a:cubicBezTo>
                  <a:pt x="2960370" y="19304"/>
                  <a:pt x="2960243" y="9652"/>
                  <a:pt x="2960116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7"/>
          <p:cNvSpPr/>
          <p:nvPr/>
        </p:nvSpPr>
        <p:spPr>
          <a:xfrm>
            <a:off x="9525" y="1286651"/>
            <a:ext cx="728025" cy="4284700"/>
          </a:xfrm>
          <a:custGeom>
            <a:rect b="b" l="l" r="r" t="t"/>
            <a:pathLst>
              <a:path extrusionOk="0" h="6103620" w="1037082">
                <a:moveTo>
                  <a:pt x="0" y="6103620"/>
                </a:moveTo>
                <a:lnTo>
                  <a:pt x="1037082" y="6103620"/>
                </a:lnTo>
                <a:lnTo>
                  <a:pt x="10370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084C7"/>
          </a:solidFill>
          <a:ln>
            <a:noFill/>
          </a:ln>
        </p:spPr>
      </p:sp>
      <p:sp>
        <p:nvSpPr>
          <p:cNvPr id="93" name="Google Shape;93;p27"/>
          <p:cNvSpPr/>
          <p:nvPr/>
        </p:nvSpPr>
        <p:spPr>
          <a:xfrm>
            <a:off x="10992551" y="2428875"/>
            <a:ext cx="1247075" cy="4444997"/>
          </a:xfrm>
          <a:custGeom>
            <a:rect b="b" l="l" r="r" t="t"/>
            <a:pathLst>
              <a:path extrusionOk="0" h="6331966" w="1776476">
                <a:moveTo>
                  <a:pt x="0" y="3809619"/>
                </a:moveTo>
                <a:lnTo>
                  <a:pt x="1176274" y="6331966"/>
                </a:lnTo>
                <a:lnTo>
                  <a:pt x="1776476" y="6331966"/>
                </a:lnTo>
                <a:lnTo>
                  <a:pt x="1776476" y="0"/>
                </a:lnTo>
                <a:close/>
              </a:path>
            </a:pathLst>
          </a:custGeom>
          <a:solidFill>
            <a:srgbClr val="FDC20B"/>
          </a:solidFill>
          <a:ln>
            <a:noFill/>
          </a:ln>
        </p:spPr>
      </p:sp>
      <p:sp>
        <p:nvSpPr>
          <p:cNvPr id="94" name="Google Shape;94;p27"/>
          <p:cNvSpPr/>
          <p:nvPr/>
        </p:nvSpPr>
        <p:spPr>
          <a:xfrm>
            <a:off x="1314412" y="208477"/>
            <a:ext cx="2105316" cy="749253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  <p:sp>
        <p:nvSpPr>
          <p:cNvPr id="95" name="Google Shape;95;p27"/>
          <p:cNvSpPr txBox="1"/>
          <p:nvPr>
            <p:ph type="title"/>
          </p:nvPr>
        </p:nvSpPr>
        <p:spPr>
          <a:xfrm>
            <a:off x="1314412" y="1100865"/>
            <a:ext cx="9364645" cy="118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25"/>
              <a:buFont typeface="PT Serif"/>
              <a:buNone/>
              <a:defRPr sz="412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logotipo">
  <p:cSld name="Solo logotipo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8"/>
          <p:cNvSpPr txBox="1"/>
          <p:nvPr>
            <p:ph idx="1" type="body"/>
          </p:nvPr>
        </p:nvSpPr>
        <p:spPr>
          <a:xfrm>
            <a:off x="238125" y="1143000"/>
            <a:ext cx="11430000" cy="55065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28"/>
          <p:cNvSpPr/>
          <p:nvPr/>
        </p:nvSpPr>
        <p:spPr>
          <a:xfrm>
            <a:off x="1314412" y="208477"/>
            <a:ext cx="2105316" cy="749253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 2">
  <p:cSld name="Título y contenido 2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9"/>
          <p:cNvSpPr txBox="1"/>
          <p:nvPr>
            <p:ph idx="1" type="body"/>
          </p:nvPr>
        </p:nvSpPr>
        <p:spPr>
          <a:xfrm>
            <a:off x="1333463" y="2428875"/>
            <a:ext cx="9364646" cy="3314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29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9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03" name="Google Shape;103;p29"/>
          <p:cNvSpPr txBox="1"/>
          <p:nvPr>
            <p:ph type="title"/>
          </p:nvPr>
        </p:nvSpPr>
        <p:spPr>
          <a:xfrm>
            <a:off x="1314412" y="1100865"/>
            <a:ext cx="9364645" cy="118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25"/>
              <a:buFont typeface="PT Serif"/>
              <a:buNone/>
              <a:defRPr sz="412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9"/>
          <p:cNvSpPr/>
          <p:nvPr/>
        </p:nvSpPr>
        <p:spPr>
          <a:xfrm>
            <a:off x="-47625" y="1607444"/>
            <a:ext cx="2448532" cy="5250577"/>
          </a:xfrm>
          <a:custGeom>
            <a:rect b="b" l="l" r="r" t="t"/>
            <a:pathLst>
              <a:path extrusionOk="0" h="5830443" w="2718943">
                <a:moveTo>
                  <a:pt x="0" y="5830443"/>
                </a:moveTo>
                <a:lnTo>
                  <a:pt x="2718943" y="5830443"/>
                </a:lnTo>
                <a:lnTo>
                  <a:pt x="0" y="0"/>
                </a:lnTo>
                <a:close/>
              </a:path>
            </a:pathLst>
          </a:custGeom>
          <a:solidFill>
            <a:srgbClr val="FDC20B"/>
          </a:solidFill>
          <a:ln>
            <a:noFill/>
          </a:ln>
        </p:spPr>
      </p:sp>
      <p:sp>
        <p:nvSpPr>
          <p:cNvPr id="105" name="Google Shape;105;p29"/>
          <p:cNvSpPr/>
          <p:nvPr/>
        </p:nvSpPr>
        <p:spPr>
          <a:xfrm>
            <a:off x="1314412" y="-18837"/>
            <a:ext cx="1924090" cy="1083153"/>
          </a:xfrm>
          <a:custGeom>
            <a:rect b="b" l="l" r="r" t="t"/>
            <a:pathLst>
              <a:path extrusionOk="0" h="1654937" w="2939796">
                <a:moveTo>
                  <a:pt x="11557" y="0"/>
                </a:moveTo>
                <a:cubicBezTo>
                  <a:pt x="3937" y="60706"/>
                  <a:pt x="0" y="122428"/>
                  <a:pt x="0" y="185166"/>
                </a:cubicBezTo>
                <a:cubicBezTo>
                  <a:pt x="0" y="996823"/>
                  <a:pt x="658114" y="1654937"/>
                  <a:pt x="1469898" y="1654937"/>
                </a:cubicBezTo>
                <a:cubicBezTo>
                  <a:pt x="2281682" y="1654937"/>
                  <a:pt x="2939796" y="996823"/>
                  <a:pt x="2939796" y="185166"/>
                </a:cubicBezTo>
                <a:cubicBezTo>
                  <a:pt x="2939796" y="122428"/>
                  <a:pt x="2935859" y="60706"/>
                  <a:pt x="292823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9"/>
          <p:cNvSpPr/>
          <p:nvPr/>
        </p:nvSpPr>
        <p:spPr>
          <a:xfrm>
            <a:off x="11294745" y="1308497"/>
            <a:ext cx="897256" cy="5549503"/>
          </a:xfrm>
          <a:custGeom>
            <a:rect b="b" l="l" r="r" t="t"/>
            <a:pathLst>
              <a:path extrusionOk="0" h="5919470" w="957072">
                <a:moveTo>
                  <a:pt x="0" y="5919470"/>
                </a:moveTo>
                <a:lnTo>
                  <a:pt x="957072" y="5919470"/>
                </a:lnTo>
                <a:lnTo>
                  <a:pt x="957072" y="0"/>
                </a:lnTo>
                <a:lnTo>
                  <a:pt x="0" y="0"/>
                </a:lnTo>
                <a:close/>
              </a:path>
            </a:pathLst>
          </a:custGeom>
          <a:solidFill>
            <a:srgbClr val="2084C7"/>
          </a:solidFill>
          <a:ln>
            <a:noFill/>
          </a:ln>
        </p:spPr>
      </p:sp>
      <p:sp>
        <p:nvSpPr>
          <p:cNvPr id="107" name="Google Shape;107;p29"/>
          <p:cNvSpPr/>
          <p:nvPr/>
        </p:nvSpPr>
        <p:spPr>
          <a:xfrm>
            <a:off x="8272745" y="86978"/>
            <a:ext cx="2446713" cy="870751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 3">
  <p:cSld name="Título y contenido 3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0"/>
          <p:cNvSpPr txBox="1"/>
          <p:nvPr>
            <p:ph idx="1" type="body"/>
          </p:nvPr>
        </p:nvSpPr>
        <p:spPr>
          <a:xfrm>
            <a:off x="1424203" y="2428875"/>
            <a:ext cx="9273906" cy="3314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30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0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12" name="Google Shape;112;p30"/>
          <p:cNvSpPr txBox="1"/>
          <p:nvPr>
            <p:ph type="title"/>
          </p:nvPr>
        </p:nvSpPr>
        <p:spPr>
          <a:xfrm>
            <a:off x="1405153" y="1100865"/>
            <a:ext cx="9273905" cy="118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25"/>
              <a:buFont typeface="PT Serif"/>
              <a:buNone/>
              <a:defRPr sz="412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0"/>
          <p:cNvSpPr/>
          <p:nvPr/>
        </p:nvSpPr>
        <p:spPr>
          <a:xfrm>
            <a:off x="0" y="3328304"/>
            <a:ext cx="1424203" cy="2407585"/>
          </a:xfrm>
          <a:custGeom>
            <a:rect b="b" l="l" r="r" t="t"/>
            <a:pathLst>
              <a:path extrusionOk="0" h="3359912" w="1987550">
                <a:moveTo>
                  <a:pt x="0" y="3359912"/>
                </a:moveTo>
                <a:lnTo>
                  <a:pt x="1987550" y="3359912"/>
                </a:lnTo>
                <a:lnTo>
                  <a:pt x="198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D5D900"/>
          </a:solidFill>
          <a:ln>
            <a:noFill/>
          </a:ln>
        </p:spPr>
      </p:sp>
      <p:sp>
        <p:nvSpPr>
          <p:cNvPr id="114" name="Google Shape;114;p30"/>
          <p:cNvSpPr/>
          <p:nvPr/>
        </p:nvSpPr>
        <p:spPr>
          <a:xfrm>
            <a:off x="10681771" y="930187"/>
            <a:ext cx="1510231" cy="5371197"/>
          </a:xfrm>
          <a:custGeom>
            <a:rect b="b" l="l" r="r" t="t"/>
            <a:pathLst>
              <a:path extrusionOk="0" h="6215126" w="1747520">
                <a:moveTo>
                  <a:pt x="1154938" y="0"/>
                </a:moveTo>
                <a:lnTo>
                  <a:pt x="0" y="2476881"/>
                </a:lnTo>
                <a:lnTo>
                  <a:pt x="1743202" y="6215126"/>
                </a:lnTo>
                <a:lnTo>
                  <a:pt x="1745869" y="6215126"/>
                </a:lnTo>
                <a:lnTo>
                  <a:pt x="1747520" y="6211570"/>
                </a:lnTo>
                <a:lnTo>
                  <a:pt x="1747520" y="0"/>
                </a:lnTo>
                <a:close/>
              </a:path>
            </a:pathLst>
          </a:custGeom>
          <a:solidFill>
            <a:srgbClr val="EB5D12"/>
          </a:solidFill>
          <a:ln>
            <a:noFill/>
          </a:ln>
        </p:spPr>
      </p:sp>
      <p:sp>
        <p:nvSpPr>
          <p:cNvPr id="115" name="Google Shape;115;p30"/>
          <p:cNvSpPr/>
          <p:nvPr/>
        </p:nvSpPr>
        <p:spPr>
          <a:xfrm>
            <a:off x="1314412" y="-18837"/>
            <a:ext cx="1924090" cy="1083153"/>
          </a:xfrm>
          <a:custGeom>
            <a:rect b="b" l="l" r="r" t="t"/>
            <a:pathLst>
              <a:path extrusionOk="0" h="1654937" w="2939796">
                <a:moveTo>
                  <a:pt x="11557" y="0"/>
                </a:moveTo>
                <a:cubicBezTo>
                  <a:pt x="3937" y="60706"/>
                  <a:pt x="0" y="122428"/>
                  <a:pt x="0" y="185166"/>
                </a:cubicBezTo>
                <a:cubicBezTo>
                  <a:pt x="0" y="996823"/>
                  <a:pt x="658114" y="1654937"/>
                  <a:pt x="1469898" y="1654937"/>
                </a:cubicBezTo>
                <a:cubicBezTo>
                  <a:pt x="2281682" y="1654937"/>
                  <a:pt x="2939796" y="996823"/>
                  <a:pt x="2939796" y="185166"/>
                </a:cubicBezTo>
                <a:cubicBezTo>
                  <a:pt x="2939796" y="122428"/>
                  <a:pt x="2935859" y="60706"/>
                  <a:pt x="292823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0"/>
          <p:cNvSpPr/>
          <p:nvPr/>
        </p:nvSpPr>
        <p:spPr>
          <a:xfrm>
            <a:off x="8272745" y="86978"/>
            <a:ext cx="2446713" cy="870751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 4">
  <p:cSld name="Título y contenido 4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1"/>
          <p:cNvSpPr txBox="1"/>
          <p:nvPr>
            <p:ph idx="1" type="body"/>
          </p:nvPr>
        </p:nvSpPr>
        <p:spPr>
          <a:xfrm>
            <a:off x="1424203" y="2428875"/>
            <a:ext cx="9273906" cy="3314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31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1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21" name="Google Shape;121;p31"/>
          <p:cNvSpPr txBox="1"/>
          <p:nvPr>
            <p:ph type="title"/>
          </p:nvPr>
        </p:nvSpPr>
        <p:spPr>
          <a:xfrm>
            <a:off x="1405153" y="1100865"/>
            <a:ext cx="9273905" cy="118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25"/>
              <a:buFont typeface="PT Serif"/>
              <a:buNone/>
              <a:defRPr sz="412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1"/>
          <p:cNvSpPr/>
          <p:nvPr/>
        </p:nvSpPr>
        <p:spPr>
          <a:xfrm>
            <a:off x="-47625" y="2162865"/>
            <a:ext cx="1340893" cy="4695177"/>
          </a:xfrm>
          <a:custGeom>
            <a:rect b="b" l="l" r="r" t="t"/>
            <a:pathLst>
              <a:path extrusionOk="0" h="5811266" w="1659636">
                <a:moveTo>
                  <a:pt x="0" y="0"/>
                </a:moveTo>
                <a:lnTo>
                  <a:pt x="0" y="5748528"/>
                </a:lnTo>
                <a:lnTo>
                  <a:pt x="29210" y="5811266"/>
                </a:lnTo>
                <a:lnTo>
                  <a:pt x="1659636" y="2314956"/>
                </a:lnTo>
                <a:lnTo>
                  <a:pt x="580263" y="0"/>
                </a:lnTo>
                <a:close/>
              </a:path>
            </a:pathLst>
          </a:custGeom>
          <a:solidFill>
            <a:srgbClr val="64257E"/>
          </a:solidFill>
          <a:ln>
            <a:noFill/>
          </a:ln>
        </p:spPr>
      </p:sp>
      <p:sp>
        <p:nvSpPr>
          <p:cNvPr id="123" name="Google Shape;123;p31"/>
          <p:cNvSpPr/>
          <p:nvPr/>
        </p:nvSpPr>
        <p:spPr>
          <a:xfrm>
            <a:off x="1280130" y="184927"/>
            <a:ext cx="2108594" cy="750419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  <p:sp>
        <p:nvSpPr>
          <p:cNvPr id="124" name="Google Shape;124;p31"/>
          <p:cNvSpPr/>
          <p:nvPr/>
        </p:nvSpPr>
        <p:spPr>
          <a:xfrm>
            <a:off x="7655686" y="5529097"/>
            <a:ext cx="2657980" cy="1328886"/>
          </a:xfrm>
          <a:custGeom>
            <a:rect b="b" l="l" r="r" t="t"/>
            <a:pathLst>
              <a:path extrusionOk="0" h="1644777" w="3289808">
                <a:moveTo>
                  <a:pt x="1644904" y="0"/>
                </a:moveTo>
                <a:cubicBezTo>
                  <a:pt x="736473" y="0"/>
                  <a:pt x="0" y="736346"/>
                  <a:pt x="0" y="1644777"/>
                </a:cubicBezTo>
                <a:lnTo>
                  <a:pt x="3289808" y="1644777"/>
                </a:lnTo>
                <a:cubicBezTo>
                  <a:pt x="3289808" y="736346"/>
                  <a:pt x="2553335" y="0"/>
                  <a:pt x="1644904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1"/>
          <p:cNvSpPr/>
          <p:nvPr/>
        </p:nvSpPr>
        <p:spPr>
          <a:xfrm>
            <a:off x="10195312" y="0"/>
            <a:ext cx="1996665" cy="4282279"/>
          </a:xfrm>
          <a:custGeom>
            <a:rect b="b" l="l" r="r" t="t"/>
            <a:pathLst>
              <a:path extrusionOk="0" h="5300218" w="2471293">
                <a:moveTo>
                  <a:pt x="0" y="0"/>
                </a:moveTo>
                <a:lnTo>
                  <a:pt x="2471293" y="5300218"/>
                </a:lnTo>
                <a:lnTo>
                  <a:pt x="2471293" y="0"/>
                </a:lnTo>
                <a:close/>
              </a:path>
            </a:pathLst>
          </a:custGeom>
          <a:solidFill>
            <a:srgbClr val="52AE32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columnas con título">
  <p:cSld name="Dos columnas con título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2"/>
          <p:cNvSpPr txBox="1"/>
          <p:nvPr>
            <p:ph type="title"/>
          </p:nvPr>
        </p:nvSpPr>
        <p:spPr>
          <a:xfrm>
            <a:off x="577150" y="1163675"/>
            <a:ext cx="10287000" cy="1071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63"/>
              <a:buFont typeface="PT Sans"/>
              <a:buNone/>
              <a:defRPr sz="5063">
                <a:latin typeface="PT Sans"/>
                <a:ea typeface="PT Sans"/>
                <a:cs typeface="PT Sans"/>
                <a:sym typeface="P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2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2"/>
          <p:cNvSpPr/>
          <p:nvPr/>
        </p:nvSpPr>
        <p:spPr>
          <a:xfrm>
            <a:off x="2382" y="2057408"/>
            <a:ext cx="2253376" cy="4832985"/>
          </a:xfrm>
          <a:custGeom>
            <a:rect b="b" l="l" r="r" t="t"/>
            <a:pathLst>
              <a:path extrusionOk="0" h="5155184" w="2403602">
                <a:moveTo>
                  <a:pt x="0" y="5155184"/>
                </a:moveTo>
                <a:lnTo>
                  <a:pt x="2403602" y="5155184"/>
                </a:lnTo>
                <a:lnTo>
                  <a:pt x="0" y="0"/>
                </a:lnTo>
                <a:close/>
              </a:path>
            </a:pathLst>
          </a:custGeom>
          <a:solidFill>
            <a:srgbClr val="BC0A80"/>
          </a:solidFill>
          <a:ln>
            <a:noFill/>
          </a:ln>
        </p:spPr>
      </p:sp>
      <p:sp>
        <p:nvSpPr>
          <p:cNvPr id="130" name="Google Shape;130;p32"/>
          <p:cNvSpPr/>
          <p:nvPr/>
        </p:nvSpPr>
        <p:spPr>
          <a:xfrm>
            <a:off x="452438" y="265443"/>
            <a:ext cx="2446713" cy="870751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  <p:sp>
        <p:nvSpPr>
          <p:cNvPr id="131" name="Google Shape;131;p32"/>
          <p:cNvSpPr/>
          <p:nvPr/>
        </p:nvSpPr>
        <p:spPr>
          <a:xfrm>
            <a:off x="8112464" y="0"/>
            <a:ext cx="2286021" cy="1112527"/>
          </a:xfrm>
          <a:custGeom>
            <a:rect b="b" l="l" r="r" t="t"/>
            <a:pathLst>
              <a:path extrusionOk="0" h="1402080" w="2880995">
                <a:moveTo>
                  <a:pt x="0" y="0"/>
                </a:moveTo>
                <a:cubicBezTo>
                  <a:pt x="0" y="774446"/>
                  <a:pt x="644906" y="1402080"/>
                  <a:pt x="1440434" y="1402080"/>
                </a:cubicBezTo>
                <a:cubicBezTo>
                  <a:pt x="2235962" y="1402080"/>
                  <a:pt x="2880995" y="774446"/>
                  <a:pt x="2880995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2"/>
          <p:cNvSpPr/>
          <p:nvPr/>
        </p:nvSpPr>
        <p:spPr>
          <a:xfrm>
            <a:off x="8112464" y="5542490"/>
            <a:ext cx="3071843" cy="1314428"/>
          </a:xfrm>
          <a:custGeom>
            <a:rect b="b" l="l" r="r" t="t"/>
            <a:pathLst>
              <a:path extrusionOk="0" h="1550289" w="3623056">
                <a:moveTo>
                  <a:pt x="0" y="1550289"/>
                </a:moveTo>
                <a:lnTo>
                  <a:pt x="3623056" y="1550289"/>
                </a:lnTo>
                <a:lnTo>
                  <a:pt x="3623056" y="0"/>
                </a:lnTo>
                <a:lnTo>
                  <a:pt x="0" y="0"/>
                </a:lnTo>
                <a:close/>
              </a:path>
            </a:pathLst>
          </a:custGeom>
          <a:solidFill>
            <a:srgbClr val="D5D900"/>
          </a:solidFill>
          <a:ln>
            <a:noFill/>
          </a:ln>
        </p:spPr>
      </p:sp>
      <p:sp>
        <p:nvSpPr>
          <p:cNvPr id="133" name="Google Shape;133;p32"/>
          <p:cNvSpPr txBox="1"/>
          <p:nvPr>
            <p:ph idx="1" type="body"/>
          </p:nvPr>
        </p:nvSpPr>
        <p:spPr>
          <a:xfrm>
            <a:off x="1666875" y="2571750"/>
            <a:ext cx="4572001" cy="3171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1"/>
              </a:buClr>
              <a:buSzPts val="2625"/>
              <a:buNone/>
              <a:defRPr b="1" sz="2625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34" name="Google Shape;134;p32"/>
          <p:cNvSpPr txBox="1"/>
          <p:nvPr>
            <p:ph idx="2" type="body"/>
          </p:nvPr>
        </p:nvSpPr>
        <p:spPr>
          <a:xfrm>
            <a:off x="6314954" y="2574214"/>
            <a:ext cx="4572001" cy="3171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2"/>
              </a:buClr>
              <a:buSzPts val="2625"/>
              <a:buNone/>
              <a:defRPr b="1" sz="2625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es columnas con título">
  <p:cSld name="Tres columnas con título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3"/>
          <p:cNvSpPr txBox="1"/>
          <p:nvPr>
            <p:ph type="title"/>
          </p:nvPr>
        </p:nvSpPr>
        <p:spPr>
          <a:xfrm>
            <a:off x="577150" y="1163675"/>
            <a:ext cx="10287000" cy="1071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63"/>
              <a:buFont typeface="PT Sans"/>
              <a:buNone/>
              <a:defRPr sz="5063">
                <a:latin typeface="PT Sans"/>
                <a:ea typeface="PT Sans"/>
                <a:cs typeface="PT Sans"/>
                <a:sym typeface="P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3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3"/>
          <p:cNvSpPr/>
          <p:nvPr/>
        </p:nvSpPr>
        <p:spPr>
          <a:xfrm>
            <a:off x="2382" y="2057408"/>
            <a:ext cx="2253376" cy="4832985"/>
          </a:xfrm>
          <a:custGeom>
            <a:rect b="b" l="l" r="r" t="t"/>
            <a:pathLst>
              <a:path extrusionOk="0" h="5155184" w="2403602">
                <a:moveTo>
                  <a:pt x="0" y="5155184"/>
                </a:moveTo>
                <a:lnTo>
                  <a:pt x="2403602" y="5155184"/>
                </a:lnTo>
                <a:lnTo>
                  <a:pt x="0" y="0"/>
                </a:lnTo>
                <a:close/>
              </a:path>
            </a:pathLst>
          </a:custGeom>
          <a:solidFill>
            <a:srgbClr val="BC0A80"/>
          </a:solidFill>
          <a:ln>
            <a:noFill/>
          </a:ln>
        </p:spPr>
      </p:sp>
      <p:sp>
        <p:nvSpPr>
          <p:cNvPr id="139" name="Google Shape;139;p33"/>
          <p:cNvSpPr/>
          <p:nvPr/>
        </p:nvSpPr>
        <p:spPr>
          <a:xfrm>
            <a:off x="452438" y="265443"/>
            <a:ext cx="2446713" cy="870751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  <p:sp>
        <p:nvSpPr>
          <p:cNvPr id="140" name="Google Shape;140;p33"/>
          <p:cNvSpPr/>
          <p:nvPr/>
        </p:nvSpPr>
        <p:spPr>
          <a:xfrm>
            <a:off x="8112464" y="0"/>
            <a:ext cx="2286021" cy="1112527"/>
          </a:xfrm>
          <a:custGeom>
            <a:rect b="b" l="l" r="r" t="t"/>
            <a:pathLst>
              <a:path extrusionOk="0" h="1402080" w="2880995">
                <a:moveTo>
                  <a:pt x="0" y="0"/>
                </a:moveTo>
                <a:cubicBezTo>
                  <a:pt x="0" y="774446"/>
                  <a:pt x="644906" y="1402080"/>
                  <a:pt x="1440434" y="1402080"/>
                </a:cubicBezTo>
                <a:cubicBezTo>
                  <a:pt x="2235962" y="1402080"/>
                  <a:pt x="2880995" y="774446"/>
                  <a:pt x="2880995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3"/>
          <p:cNvSpPr/>
          <p:nvPr/>
        </p:nvSpPr>
        <p:spPr>
          <a:xfrm>
            <a:off x="8112464" y="5542490"/>
            <a:ext cx="3071843" cy="1314428"/>
          </a:xfrm>
          <a:custGeom>
            <a:rect b="b" l="l" r="r" t="t"/>
            <a:pathLst>
              <a:path extrusionOk="0" h="1550289" w="3623056">
                <a:moveTo>
                  <a:pt x="0" y="1550289"/>
                </a:moveTo>
                <a:lnTo>
                  <a:pt x="3623056" y="1550289"/>
                </a:lnTo>
                <a:lnTo>
                  <a:pt x="3623056" y="0"/>
                </a:lnTo>
                <a:lnTo>
                  <a:pt x="0" y="0"/>
                </a:lnTo>
                <a:close/>
              </a:path>
            </a:pathLst>
          </a:custGeom>
          <a:solidFill>
            <a:srgbClr val="D5D900"/>
          </a:solidFill>
          <a:ln>
            <a:noFill/>
          </a:ln>
        </p:spPr>
      </p:sp>
      <p:sp>
        <p:nvSpPr>
          <p:cNvPr id="142" name="Google Shape;142;p33"/>
          <p:cNvSpPr txBox="1"/>
          <p:nvPr>
            <p:ph idx="1" type="body"/>
          </p:nvPr>
        </p:nvSpPr>
        <p:spPr>
          <a:xfrm>
            <a:off x="1666875" y="2571750"/>
            <a:ext cx="2928938" cy="3171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1"/>
              </a:buClr>
              <a:buSzPts val="2625"/>
              <a:buNone/>
              <a:defRPr b="1" sz="2625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43" name="Google Shape;143;p33"/>
          <p:cNvSpPr txBox="1"/>
          <p:nvPr>
            <p:ph idx="2" type="body"/>
          </p:nvPr>
        </p:nvSpPr>
        <p:spPr>
          <a:xfrm>
            <a:off x="4695391" y="2574214"/>
            <a:ext cx="2928938" cy="3171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2"/>
              </a:buClr>
              <a:buSzPts val="2625"/>
              <a:buNone/>
              <a:defRPr b="1" sz="2625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44" name="Google Shape;144;p33"/>
          <p:cNvSpPr txBox="1"/>
          <p:nvPr>
            <p:ph idx="3" type="body"/>
          </p:nvPr>
        </p:nvSpPr>
        <p:spPr>
          <a:xfrm>
            <a:off x="7723907" y="2573373"/>
            <a:ext cx="2928938" cy="3171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3"/>
              </a:buClr>
              <a:buSzPts val="2625"/>
              <a:buNone/>
              <a:defRPr b="1" sz="2625">
                <a:solidFill>
                  <a:schemeClr val="accent3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columnas">
  <p:cSld name="Dos columnas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4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4"/>
          <p:cNvSpPr/>
          <p:nvPr/>
        </p:nvSpPr>
        <p:spPr>
          <a:xfrm>
            <a:off x="2382" y="2057408"/>
            <a:ext cx="2253376" cy="4832985"/>
          </a:xfrm>
          <a:custGeom>
            <a:rect b="b" l="l" r="r" t="t"/>
            <a:pathLst>
              <a:path extrusionOk="0" h="5155184" w="2403602">
                <a:moveTo>
                  <a:pt x="0" y="5155184"/>
                </a:moveTo>
                <a:lnTo>
                  <a:pt x="2403602" y="5155184"/>
                </a:lnTo>
                <a:lnTo>
                  <a:pt x="0" y="0"/>
                </a:lnTo>
                <a:close/>
              </a:path>
            </a:pathLst>
          </a:custGeom>
          <a:solidFill>
            <a:srgbClr val="BC0A80"/>
          </a:solidFill>
          <a:ln>
            <a:noFill/>
          </a:ln>
        </p:spPr>
      </p:sp>
      <p:sp>
        <p:nvSpPr>
          <p:cNvPr id="148" name="Google Shape;148;p34"/>
          <p:cNvSpPr/>
          <p:nvPr/>
        </p:nvSpPr>
        <p:spPr>
          <a:xfrm>
            <a:off x="452438" y="265443"/>
            <a:ext cx="2446713" cy="870751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  <p:sp>
        <p:nvSpPr>
          <p:cNvPr id="149" name="Google Shape;149;p34"/>
          <p:cNvSpPr/>
          <p:nvPr/>
        </p:nvSpPr>
        <p:spPr>
          <a:xfrm>
            <a:off x="8112464" y="0"/>
            <a:ext cx="2286021" cy="1112527"/>
          </a:xfrm>
          <a:custGeom>
            <a:rect b="b" l="l" r="r" t="t"/>
            <a:pathLst>
              <a:path extrusionOk="0" h="1402080" w="2880995">
                <a:moveTo>
                  <a:pt x="0" y="0"/>
                </a:moveTo>
                <a:cubicBezTo>
                  <a:pt x="0" y="774446"/>
                  <a:pt x="644906" y="1402080"/>
                  <a:pt x="1440434" y="1402080"/>
                </a:cubicBezTo>
                <a:cubicBezTo>
                  <a:pt x="2235962" y="1402080"/>
                  <a:pt x="2880995" y="774446"/>
                  <a:pt x="2880995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4"/>
          <p:cNvSpPr/>
          <p:nvPr/>
        </p:nvSpPr>
        <p:spPr>
          <a:xfrm>
            <a:off x="8112464" y="5542490"/>
            <a:ext cx="3071843" cy="1314428"/>
          </a:xfrm>
          <a:custGeom>
            <a:rect b="b" l="l" r="r" t="t"/>
            <a:pathLst>
              <a:path extrusionOk="0" h="1550289" w="3623056">
                <a:moveTo>
                  <a:pt x="0" y="1550289"/>
                </a:moveTo>
                <a:lnTo>
                  <a:pt x="3623056" y="1550289"/>
                </a:lnTo>
                <a:lnTo>
                  <a:pt x="3623056" y="0"/>
                </a:lnTo>
                <a:lnTo>
                  <a:pt x="0" y="0"/>
                </a:lnTo>
                <a:close/>
              </a:path>
            </a:pathLst>
          </a:custGeom>
          <a:solidFill>
            <a:srgbClr val="D5D900"/>
          </a:solidFill>
          <a:ln>
            <a:noFill/>
          </a:ln>
        </p:spPr>
      </p:sp>
      <p:sp>
        <p:nvSpPr>
          <p:cNvPr id="151" name="Google Shape;151;p34"/>
          <p:cNvSpPr txBox="1"/>
          <p:nvPr>
            <p:ph idx="1" type="body"/>
          </p:nvPr>
        </p:nvSpPr>
        <p:spPr>
          <a:xfrm>
            <a:off x="1873081" y="1350371"/>
            <a:ext cx="4242953" cy="4388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2"/>
              </a:buClr>
              <a:buSzPts val="2625"/>
              <a:buNone/>
              <a:defRPr b="1" sz="2625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52" name="Google Shape;152;p34"/>
          <p:cNvSpPr txBox="1"/>
          <p:nvPr>
            <p:ph idx="2" type="body"/>
          </p:nvPr>
        </p:nvSpPr>
        <p:spPr>
          <a:xfrm>
            <a:off x="6409892" y="1356472"/>
            <a:ext cx="4242953" cy="4388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3"/>
              </a:buClr>
              <a:buSzPts val="2625"/>
              <a:buNone/>
              <a:defRPr b="1" sz="2625">
                <a:solidFill>
                  <a:schemeClr val="accent3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columnas_2">
  <p:cSld name="Dos columnas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5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5"/>
          <p:cNvSpPr/>
          <p:nvPr/>
        </p:nvSpPr>
        <p:spPr>
          <a:xfrm>
            <a:off x="452438" y="265443"/>
            <a:ext cx="2446713" cy="870751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  <p:sp>
        <p:nvSpPr>
          <p:cNvPr id="156" name="Google Shape;156;p35"/>
          <p:cNvSpPr txBox="1"/>
          <p:nvPr>
            <p:ph idx="1" type="body"/>
          </p:nvPr>
        </p:nvSpPr>
        <p:spPr>
          <a:xfrm>
            <a:off x="1873081" y="1350371"/>
            <a:ext cx="4242953" cy="4388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2"/>
              </a:buClr>
              <a:buSzPts val="2625"/>
              <a:buNone/>
              <a:defRPr b="1" sz="2625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57" name="Google Shape;157;p35"/>
          <p:cNvSpPr txBox="1"/>
          <p:nvPr>
            <p:ph idx="2" type="body"/>
          </p:nvPr>
        </p:nvSpPr>
        <p:spPr>
          <a:xfrm>
            <a:off x="6409892" y="1356472"/>
            <a:ext cx="4242953" cy="4388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3"/>
              </a:buClr>
              <a:buSzPts val="2625"/>
              <a:buNone/>
              <a:defRPr b="1" sz="2625">
                <a:solidFill>
                  <a:schemeClr val="accent3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58" name="Google Shape;158;p35"/>
          <p:cNvSpPr/>
          <p:nvPr/>
        </p:nvSpPr>
        <p:spPr>
          <a:xfrm>
            <a:off x="-47625" y="2162865"/>
            <a:ext cx="1340893" cy="4695177"/>
          </a:xfrm>
          <a:custGeom>
            <a:rect b="b" l="l" r="r" t="t"/>
            <a:pathLst>
              <a:path extrusionOk="0" h="5811266" w="1659636">
                <a:moveTo>
                  <a:pt x="0" y="0"/>
                </a:moveTo>
                <a:lnTo>
                  <a:pt x="0" y="5748528"/>
                </a:lnTo>
                <a:lnTo>
                  <a:pt x="29210" y="5811266"/>
                </a:lnTo>
                <a:lnTo>
                  <a:pt x="1659636" y="2314956"/>
                </a:lnTo>
                <a:lnTo>
                  <a:pt x="580263" y="0"/>
                </a:lnTo>
                <a:close/>
              </a:path>
            </a:pathLst>
          </a:custGeom>
          <a:solidFill>
            <a:srgbClr val="64257E"/>
          </a:solidFill>
          <a:ln>
            <a:noFill/>
          </a:ln>
        </p:spPr>
      </p:sp>
      <p:sp>
        <p:nvSpPr>
          <p:cNvPr id="159" name="Google Shape;159;p35"/>
          <p:cNvSpPr/>
          <p:nvPr/>
        </p:nvSpPr>
        <p:spPr>
          <a:xfrm>
            <a:off x="10195312" y="0"/>
            <a:ext cx="1996665" cy="4282279"/>
          </a:xfrm>
          <a:custGeom>
            <a:rect b="b" l="l" r="r" t="t"/>
            <a:pathLst>
              <a:path extrusionOk="0" h="5300218" w="2471293">
                <a:moveTo>
                  <a:pt x="0" y="0"/>
                </a:moveTo>
                <a:lnTo>
                  <a:pt x="2471293" y="5300218"/>
                </a:lnTo>
                <a:lnTo>
                  <a:pt x="2471293" y="0"/>
                </a:lnTo>
                <a:close/>
              </a:path>
            </a:pathLst>
          </a:custGeom>
          <a:solidFill>
            <a:srgbClr val="52AE32"/>
          </a:solidFill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es columnas">
  <p:cSld name="Tres columnas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6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6"/>
          <p:cNvSpPr/>
          <p:nvPr/>
        </p:nvSpPr>
        <p:spPr>
          <a:xfrm>
            <a:off x="2382" y="2057408"/>
            <a:ext cx="2253376" cy="4832985"/>
          </a:xfrm>
          <a:custGeom>
            <a:rect b="b" l="l" r="r" t="t"/>
            <a:pathLst>
              <a:path extrusionOk="0" h="5155184" w="2403602">
                <a:moveTo>
                  <a:pt x="0" y="5155184"/>
                </a:moveTo>
                <a:lnTo>
                  <a:pt x="2403602" y="5155184"/>
                </a:lnTo>
                <a:lnTo>
                  <a:pt x="0" y="0"/>
                </a:lnTo>
                <a:close/>
              </a:path>
            </a:pathLst>
          </a:custGeom>
          <a:solidFill>
            <a:srgbClr val="BC0A80"/>
          </a:solidFill>
          <a:ln>
            <a:noFill/>
          </a:ln>
        </p:spPr>
      </p:sp>
      <p:sp>
        <p:nvSpPr>
          <p:cNvPr id="163" name="Google Shape;163;p36"/>
          <p:cNvSpPr/>
          <p:nvPr/>
        </p:nvSpPr>
        <p:spPr>
          <a:xfrm>
            <a:off x="452438" y="265443"/>
            <a:ext cx="2446713" cy="870751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  <p:sp>
        <p:nvSpPr>
          <p:cNvPr id="164" name="Google Shape;164;p36"/>
          <p:cNvSpPr/>
          <p:nvPr/>
        </p:nvSpPr>
        <p:spPr>
          <a:xfrm>
            <a:off x="8112464" y="0"/>
            <a:ext cx="2286021" cy="1112527"/>
          </a:xfrm>
          <a:custGeom>
            <a:rect b="b" l="l" r="r" t="t"/>
            <a:pathLst>
              <a:path extrusionOk="0" h="1402080" w="2880995">
                <a:moveTo>
                  <a:pt x="0" y="0"/>
                </a:moveTo>
                <a:cubicBezTo>
                  <a:pt x="0" y="774446"/>
                  <a:pt x="644906" y="1402080"/>
                  <a:pt x="1440434" y="1402080"/>
                </a:cubicBezTo>
                <a:cubicBezTo>
                  <a:pt x="2235962" y="1402080"/>
                  <a:pt x="2880995" y="774446"/>
                  <a:pt x="2880995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6"/>
          <p:cNvSpPr/>
          <p:nvPr/>
        </p:nvSpPr>
        <p:spPr>
          <a:xfrm>
            <a:off x="8112464" y="5542490"/>
            <a:ext cx="3071843" cy="1314428"/>
          </a:xfrm>
          <a:custGeom>
            <a:rect b="b" l="l" r="r" t="t"/>
            <a:pathLst>
              <a:path extrusionOk="0" h="1550289" w="3623056">
                <a:moveTo>
                  <a:pt x="0" y="1550289"/>
                </a:moveTo>
                <a:lnTo>
                  <a:pt x="3623056" y="1550289"/>
                </a:lnTo>
                <a:lnTo>
                  <a:pt x="3623056" y="0"/>
                </a:lnTo>
                <a:lnTo>
                  <a:pt x="0" y="0"/>
                </a:lnTo>
                <a:close/>
              </a:path>
            </a:pathLst>
          </a:custGeom>
          <a:solidFill>
            <a:srgbClr val="D5D900"/>
          </a:solidFill>
          <a:ln>
            <a:noFill/>
          </a:ln>
        </p:spPr>
      </p:sp>
      <p:sp>
        <p:nvSpPr>
          <p:cNvPr id="166" name="Google Shape;166;p36"/>
          <p:cNvSpPr txBox="1"/>
          <p:nvPr>
            <p:ph idx="1" type="body"/>
          </p:nvPr>
        </p:nvSpPr>
        <p:spPr>
          <a:xfrm>
            <a:off x="1666875" y="1354849"/>
            <a:ext cx="2928938" cy="4388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1"/>
              </a:buClr>
              <a:buSzPts val="2625"/>
              <a:buNone/>
              <a:defRPr b="1" sz="2625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67" name="Google Shape;167;p36"/>
          <p:cNvSpPr txBox="1"/>
          <p:nvPr>
            <p:ph idx="2" type="body"/>
          </p:nvPr>
        </p:nvSpPr>
        <p:spPr>
          <a:xfrm>
            <a:off x="4695391" y="1357313"/>
            <a:ext cx="2928938" cy="4388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2"/>
              </a:buClr>
              <a:buSzPts val="2625"/>
              <a:buNone/>
              <a:defRPr b="1" sz="2625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68" name="Google Shape;168;p36"/>
          <p:cNvSpPr txBox="1"/>
          <p:nvPr>
            <p:ph idx="3" type="body"/>
          </p:nvPr>
        </p:nvSpPr>
        <p:spPr>
          <a:xfrm>
            <a:off x="7723907" y="1356472"/>
            <a:ext cx="2928938" cy="4388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3"/>
              </a:buClr>
              <a:buSzPts val="2625"/>
              <a:buNone/>
              <a:defRPr b="1" sz="2625">
                <a:solidFill>
                  <a:schemeClr val="accent3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atro elementos">
  <p:cSld name="Cuatro elementos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7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7"/>
          <p:cNvSpPr/>
          <p:nvPr/>
        </p:nvSpPr>
        <p:spPr>
          <a:xfrm>
            <a:off x="452438" y="265443"/>
            <a:ext cx="2446713" cy="870751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  <p:sp>
        <p:nvSpPr>
          <p:cNvPr id="172" name="Google Shape;172;p37"/>
          <p:cNvSpPr txBox="1"/>
          <p:nvPr>
            <p:ph idx="1" type="body"/>
          </p:nvPr>
        </p:nvSpPr>
        <p:spPr>
          <a:xfrm>
            <a:off x="1648579" y="1354849"/>
            <a:ext cx="4677293" cy="2574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1"/>
              </a:buClr>
              <a:buSzPts val="2625"/>
              <a:buNone/>
              <a:defRPr b="1" sz="2625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73" name="Google Shape;173;p37"/>
          <p:cNvSpPr txBox="1"/>
          <p:nvPr>
            <p:ph idx="2" type="body"/>
          </p:nvPr>
        </p:nvSpPr>
        <p:spPr>
          <a:xfrm>
            <a:off x="6479800" y="1354849"/>
            <a:ext cx="4677293" cy="2574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2"/>
              </a:buClr>
              <a:buSzPts val="2625"/>
              <a:buNone/>
              <a:defRPr b="1" sz="2625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74" name="Google Shape;174;p37"/>
          <p:cNvSpPr txBox="1"/>
          <p:nvPr>
            <p:ph idx="3" type="body"/>
          </p:nvPr>
        </p:nvSpPr>
        <p:spPr>
          <a:xfrm>
            <a:off x="1648579" y="4070494"/>
            <a:ext cx="4677293" cy="2574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1"/>
              </a:buClr>
              <a:buSzPts val="2625"/>
              <a:buNone/>
              <a:defRPr b="1" sz="2625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75" name="Google Shape;175;p37"/>
          <p:cNvSpPr txBox="1"/>
          <p:nvPr>
            <p:ph idx="4" type="body"/>
          </p:nvPr>
        </p:nvSpPr>
        <p:spPr>
          <a:xfrm>
            <a:off x="6479800" y="4070494"/>
            <a:ext cx="4677293" cy="2574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25"/>
              </a:spcBef>
              <a:spcAft>
                <a:spcPts val="0"/>
              </a:spcAft>
              <a:buClr>
                <a:schemeClr val="accent2"/>
              </a:buClr>
              <a:buSzPts val="2625"/>
              <a:buNone/>
              <a:defRPr b="1" sz="2625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b="1" sz="2250"/>
            </a:lvl2pPr>
            <a:lvl3pPr indent="-228600" lvl="2" marL="1371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75"/>
              <a:buNone/>
              <a:defRPr sz="1875"/>
            </a:lvl3pPr>
            <a:lvl4pPr indent="-228600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4pPr>
            <a:lvl5pPr indent="-228600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76" name="Google Shape;176;p37"/>
          <p:cNvSpPr/>
          <p:nvPr/>
        </p:nvSpPr>
        <p:spPr>
          <a:xfrm>
            <a:off x="-47625" y="2162865"/>
            <a:ext cx="1340893" cy="4695177"/>
          </a:xfrm>
          <a:custGeom>
            <a:rect b="b" l="l" r="r" t="t"/>
            <a:pathLst>
              <a:path extrusionOk="0" h="5811266" w="1659636">
                <a:moveTo>
                  <a:pt x="0" y="0"/>
                </a:moveTo>
                <a:lnTo>
                  <a:pt x="0" y="5748528"/>
                </a:lnTo>
                <a:lnTo>
                  <a:pt x="29210" y="5811266"/>
                </a:lnTo>
                <a:lnTo>
                  <a:pt x="1659636" y="2314956"/>
                </a:lnTo>
                <a:lnTo>
                  <a:pt x="580263" y="0"/>
                </a:lnTo>
                <a:close/>
              </a:path>
            </a:pathLst>
          </a:custGeom>
          <a:solidFill>
            <a:srgbClr val="64257E"/>
          </a:solidFill>
          <a:ln>
            <a:noFill/>
          </a:ln>
        </p:spPr>
      </p:sp>
      <p:sp>
        <p:nvSpPr>
          <p:cNvPr id="177" name="Google Shape;177;p37"/>
          <p:cNvSpPr/>
          <p:nvPr/>
        </p:nvSpPr>
        <p:spPr>
          <a:xfrm>
            <a:off x="10195312" y="0"/>
            <a:ext cx="1996665" cy="4282279"/>
          </a:xfrm>
          <a:custGeom>
            <a:rect b="b" l="l" r="r" t="t"/>
            <a:pathLst>
              <a:path extrusionOk="0" h="5300218" w="2471293">
                <a:moveTo>
                  <a:pt x="0" y="0"/>
                </a:moveTo>
                <a:lnTo>
                  <a:pt x="2471293" y="5300218"/>
                </a:lnTo>
                <a:lnTo>
                  <a:pt x="2471293" y="0"/>
                </a:lnTo>
                <a:close/>
              </a:path>
            </a:pathLst>
          </a:custGeom>
          <a:solidFill>
            <a:srgbClr val="52AE32"/>
          </a:solidFill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8"/>
          <p:cNvSpPr txBox="1"/>
          <p:nvPr>
            <p:ph type="title"/>
          </p:nvPr>
        </p:nvSpPr>
        <p:spPr>
          <a:xfrm>
            <a:off x="571500" y="257473"/>
            <a:ext cx="10287000" cy="1071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8"/>
          <p:cNvSpPr txBox="1"/>
          <p:nvPr>
            <p:ph idx="1" type="body"/>
          </p:nvPr>
        </p:nvSpPr>
        <p:spPr>
          <a:xfrm>
            <a:off x="571500" y="1500189"/>
            <a:ext cx="5048250" cy="4243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0850" lvl="0" marL="4572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Char char="•"/>
              <a:defRPr sz="3500"/>
            </a:lvl1pPr>
            <a:lvl2pPr indent="-4191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indent="-387350" lvl="2" marL="1371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3pPr>
            <a:lvl4pPr indent="-371475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–"/>
              <a:defRPr sz="2250"/>
            </a:lvl4pPr>
            <a:lvl5pPr indent="-371475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»"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81" name="Google Shape;181;p38"/>
          <p:cNvSpPr txBox="1"/>
          <p:nvPr>
            <p:ph idx="2" type="body"/>
          </p:nvPr>
        </p:nvSpPr>
        <p:spPr>
          <a:xfrm>
            <a:off x="5810250" y="1500189"/>
            <a:ext cx="5048250" cy="4243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0850" lvl="0" marL="4572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Char char="•"/>
              <a:defRPr sz="3500"/>
            </a:lvl1pPr>
            <a:lvl2pPr indent="-4191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indent="-387350" lvl="2" marL="1371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3pPr>
            <a:lvl4pPr indent="-371475" lvl="3" marL="1828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–"/>
              <a:defRPr sz="2250"/>
            </a:lvl4pPr>
            <a:lvl5pPr indent="-371475" lvl="4" marL="22860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»"/>
              <a:defRPr sz="2250"/>
            </a:lvl5pPr>
            <a:lvl6pPr indent="-371475" lvl="5" marL="27432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6pPr>
            <a:lvl7pPr indent="-371475" lvl="6" marL="32004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7pPr>
            <a:lvl8pPr indent="-371475" lvl="7" marL="3657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8pPr>
            <a:lvl9pPr indent="-371475" lvl="8" marL="41148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9pPr>
          </a:lstStyle>
          <a:p/>
        </p:txBody>
      </p:sp>
      <p:sp>
        <p:nvSpPr>
          <p:cNvPr id="182" name="Google Shape;182;p38"/>
          <p:cNvSpPr txBox="1"/>
          <p:nvPr>
            <p:ph idx="10" type="dt"/>
          </p:nvPr>
        </p:nvSpPr>
        <p:spPr>
          <a:xfrm>
            <a:off x="57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8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38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9"/>
          <p:cNvSpPr txBox="1"/>
          <p:nvPr>
            <p:ph type="title"/>
          </p:nvPr>
        </p:nvSpPr>
        <p:spPr>
          <a:xfrm>
            <a:off x="902891" y="4131470"/>
            <a:ext cx="9715500" cy="1276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T Serif"/>
              <a:buNone/>
              <a:defRPr b="1" sz="5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9"/>
          <p:cNvSpPr txBox="1"/>
          <p:nvPr>
            <p:ph idx="1" type="body"/>
          </p:nvPr>
        </p:nvSpPr>
        <p:spPr>
          <a:xfrm>
            <a:off x="902891" y="2725045"/>
            <a:ext cx="9715500" cy="1406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None/>
              <a:defRPr sz="2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50"/>
              </a:spcBef>
              <a:spcAft>
                <a:spcPts val="0"/>
              </a:spcAft>
              <a:buClr>
                <a:srgbClr val="888888"/>
              </a:buClr>
              <a:buSzPts val="2250"/>
              <a:buNone/>
              <a:defRPr sz="22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Clr>
                <a:srgbClr val="888888"/>
              </a:buClr>
              <a:buSzPts val="1750"/>
              <a:buNone/>
              <a:defRPr sz="175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Clr>
                <a:srgbClr val="888888"/>
              </a:buClr>
              <a:buSzPts val="1750"/>
              <a:buNone/>
              <a:defRPr sz="17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50"/>
              </a:spcBef>
              <a:spcAft>
                <a:spcPts val="0"/>
              </a:spcAft>
              <a:buClr>
                <a:srgbClr val="888888"/>
              </a:buClr>
              <a:buSzPts val="1750"/>
              <a:buNone/>
              <a:defRPr sz="17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50"/>
              </a:spcBef>
              <a:spcAft>
                <a:spcPts val="0"/>
              </a:spcAft>
              <a:buClr>
                <a:srgbClr val="888888"/>
              </a:buClr>
              <a:buSzPts val="1750"/>
              <a:buNone/>
              <a:defRPr sz="17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50"/>
              </a:spcBef>
              <a:spcAft>
                <a:spcPts val="0"/>
              </a:spcAft>
              <a:buClr>
                <a:srgbClr val="888888"/>
              </a:buClr>
              <a:buSzPts val="1750"/>
              <a:buNone/>
              <a:defRPr sz="17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50"/>
              </a:spcBef>
              <a:spcAft>
                <a:spcPts val="0"/>
              </a:spcAft>
              <a:buClr>
                <a:srgbClr val="888888"/>
              </a:buClr>
              <a:buSzPts val="1750"/>
              <a:buNone/>
              <a:defRPr sz="17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8" name="Google Shape;188;p39"/>
          <p:cNvSpPr txBox="1"/>
          <p:nvPr>
            <p:ph idx="10" type="dt"/>
          </p:nvPr>
        </p:nvSpPr>
        <p:spPr>
          <a:xfrm>
            <a:off x="57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39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9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0"/>
          <p:cNvSpPr txBox="1"/>
          <p:nvPr>
            <p:ph type="title"/>
          </p:nvPr>
        </p:nvSpPr>
        <p:spPr>
          <a:xfrm>
            <a:off x="571500" y="257473"/>
            <a:ext cx="10287000" cy="1071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T Serif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40"/>
          <p:cNvSpPr txBox="1"/>
          <p:nvPr>
            <p:ph idx="1" type="body"/>
          </p:nvPr>
        </p:nvSpPr>
        <p:spPr>
          <a:xfrm>
            <a:off x="571500" y="1439168"/>
            <a:ext cx="5050235" cy="59977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/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b="1" sz="225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8pPr>
            <a:lvl9pPr indent="-228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9pPr>
          </a:lstStyle>
          <a:p/>
        </p:txBody>
      </p:sp>
      <p:sp>
        <p:nvSpPr>
          <p:cNvPr id="194" name="Google Shape;194;p40"/>
          <p:cNvSpPr txBox="1"/>
          <p:nvPr>
            <p:ph idx="2" type="body"/>
          </p:nvPr>
        </p:nvSpPr>
        <p:spPr>
          <a:xfrm>
            <a:off x="571500" y="2038945"/>
            <a:ext cx="5050235" cy="3704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indent="-387350" lvl="1" marL="914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 sz="2500"/>
            </a:lvl2pPr>
            <a:lvl3pPr indent="-371475" lvl="2" marL="1371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95" name="Google Shape;195;p40"/>
          <p:cNvSpPr txBox="1"/>
          <p:nvPr>
            <p:ph idx="3" type="body"/>
          </p:nvPr>
        </p:nvSpPr>
        <p:spPr>
          <a:xfrm>
            <a:off x="5806283" y="1439168"/>
            <a:ext cx="5052218" cy="59977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 sz="2500"/>
            </a:lvl2pPr>
            <a:lvl3pPr indent="-228600" lvl="2" marL="1371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b="1" sz="225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8pPr>
            <a:lvl9pPr indent="-228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9pPr>
          </a:lstStyle>
          <a:p/>
        </p:txBody>
      </p:sp>
      <p:sp>
        <p:nvSpPr>
          <p:cNvPr id="196" name="Google Shape;196;p40"/>
          <p:cNvSpPr txBox="1"/>
          <p:nvPr>
            <p:ph idx="4" type="body"/>
          </p:nvPr>
        </p:nvSpPr>
        <p:spPr>
          <a:xfrm>
            <a:off x="5806283" y="2038945"/>
            <a:ext cx="5052218" cy="3704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indent="-387350" lvl="1" marL="914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–"/>
              <a:defRPr sz="2500"/>
            </a:lvl2pPr>
            <a:lvl3pPr indent="-371475" lvl="2" marL="13716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 sz="225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97" name="Google Shape;197;p40"/>
          <p:cNvSpPr txBox="1"/>
          <p:nvPr>
            <p:ph idx="10" type="dt"/>
          </p:nvPr>
        </p:nvSpPr>
        <p:spPr>
          <a:xfrm>
            <a:off x="57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40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40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1"/>
          <p:cNvSpPr txBox="1"/>
          <p:nvPr>
            <p:ph idx="10" type="dt"/>
          </p:nvPr>
        </p:nvSpPr>
        <p:spPr>
          <a:xfrm>
            <a:off x="57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41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41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 y subtítulo" type="picTx">
  <p:cSld name="PICTURE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2"/>
          <p:cNvSpPr txBox="1"/>
          <p:nvPr>
            <p:ph type="title"/>
          </p:nvPr>
        </p:nvSpPr>
        <p:spPr>
          <a:xfrm>
            <a:off x="5768588" y="250149"/>
            <a:ext cx="6164632" cy="15214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25"/>
              <a:buFont typeface="PT Serif"/>
              <a:buNone/>
              <a:defRPr b="1" sz="412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42"/>
          <p:cNvSpPr/>
          <p:nvPr>
            <p:ph idx="2" type="pic"/>
          </p:nvPr>
        </p:nvSpPr>
        <p:spPr>
          <a:xfrm>
            <a:off x="2359968" y="2543355"/>
            <a:ext cx="8498440" cy="4314646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42"/>
          <p:cNvSpPr txBox="1"/>
          <p:nvPr>
            <p:ph idx="1" type="body"/>
          </p:nvPr>
        </p:nvSpPr>
        <p:spPr>
          <a:xfrm>
            <a:off x="4371462" y="2007401"/>
            <a:ext cx="7561757" cy="3835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  <a:defRPr sz="175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250"/>
              <a:buNone/>
              <a:defRPr sz="1250"/>
            </a:lvl3pPr>
            <a:lvl4pPr indent="-228600" lvl="3" marL="18288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4pPr>
            <a:lvl5pPr indent="-228600" lvl="4" marL="22860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5pPr>
            <a:lvl6pPr indent="-228600" lvl="5" marL="27432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6pPr>
            <a:lvl7pPr indent="-228600" lvl="6" marL="32004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7pPr>
            <a:lvl8pPr indent="-228600" lvl="7" marL="36576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8pPr>
            <a:lvl9pPr indent="-228600" lvl="8" marL="41148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9pPr>
          </a:lstStyle>
          <a:p/>
        </p:txBody>
      </p:sp>
      <p:sp>
        <p:nvSpPr>
          <p:cNvPr id="208" name="Google Shape;208;p42"/>
          <p:cNvSpPr/>
          <p:nvPr/>
        </p:nvSpPr>
        <p:spPr>
          <a:xfrm>
            <a:off x="603124" y="368990"/>
            <a:ext cx="1756870" cy="1521440"/>
          </a:xfrm>
          <a:custGeom>
            <a:rect b="b" l="l" r="r" t="t"/>
            <a:pathLst>
              <a:path extrusionOk="0" h="1217152" w="1405496">
                <a:moveTo>
                  <a:pt x="0" y="0"/>
                </a:moveTo>
                <a:lnTo>
                  <a:pt x="1405496" y="0"/>
                </a:lnTo>
                <a:lnTo>
                  <a:pt x="1405496" y="1217153"/>
                </a:lnTo>
                <a:lnTo>
                  <a:pt x="0" y="1217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42"/>
          <p:cNvSpPr/>
          <p:nvPr/>
        </p:nvSpPr>
        <p:spPr>
          <a:xfrm>
            <a:off x="2974336" y="-122464"/>
            <a:ext cx="2794252" cy="1397125"/>
          </a:xfrm>
          <a:custGeom>
            <a:rect b="b" l="l" r="r" t="t"/>
            <a:pathLst>
              <a:path extrusionOk="0" h="1862836" w="3725672">
                <a:moveTo>
                  <a:pt x="0" y="0"/>
                </a:moveTo>
                <a:cubicBezTo>
                  <a:pt x="0" y="1028827"/>
                  <a:pt x="834009" y="1862836"/>
                  <a:pt x="1862836" y="1862836"/>
                </a:cubicBezTo>
                <a:cubicBezTo>
                  <a:pt x="2891663" y="1862836"/>
                  <a:pt x="3725672" y="1028827"/>
                  <a:pt x="3725672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42"/>
          <p:cNvSpPr/>
          <p:nvPr/>
        </p:nvSpPr>
        <p:spPr>
          <a:xfrm>
            <a:off x="452438" y="3965679"/>
            <a:ext cx="1849497" cy="2892355"/>
          </a:xfrm>
          <a:custGeom>
            <a:rect b="b" l="l" r="r" t="t"/>
            <a:pathLst>
              <a:path extrusionOk="0" h="5413121" w="3461385">
                <a:moveTo>
                  <a:pt x="0" y="5413121"/>
                </a:moveTo>
                <a:lnTo>
                  <a:pt x="3461385" y="5413121"/>
                </a:lnTo>
                <a:lnTo>
                  <a:pt x="3461385" y="0"/>
                </a:lnTo>
                <a:lnTo>
                  <a:pt x="0" y="0"/>
                </a:lnTo>
                <a:close/>
              </a:path>
            </a:pathLst>
          </a:custGeom>
          <a:solidFill>
            <a:srgbClr val="2084C7"/>
          </a:solidFill>
          <a:ln>
            <a:noFill/>
          </a:ln>
        </p:spPr>
      </p:sp>
      <p:sp>
        <p:nvSpPr>
          <p:cNvPr id="211" name="Google Shape;211;p42"/>
          <p:cNvSpPr/>
          <p:nvPr/>
        </p:nvSpPr>
        <p:spPr>
          <a:xfrm>
            <a:off x="10858435" y="1810614"/>
            <a:ext cx="1333542" cy="5047403"/>
          </a:xfrm>
          <a:custGeom>
            <a:rect b="b" l="l" r="r" t="t"/>
            <a:pathLst>
              <a:path extrusionOk="0" h="7676134" w="2028063">
                <a:moveTo>
                  <a:pt x="2008124" y="0"/>
                </a:moveTo>
                <a:lnTo>
                  <a:pt x="0" y="4306570"/>
                </a:lnTo>
                <a:lnTo>
                  <a:pt x="1571371" y="7676134"/>
                </a:lnTo>
                <a:lnTo>
                  <a:pt x="2028063" y="7676134"/>
                </a:lnTo>
                <a:lnTo>
                  <a:pt x="2028063" y="42799"/>
                </a:lnTo>
                <a:lnTo>
                  <a:pt x="2008124" y="0"/>
                </a:lnTo>
                <a:close/>
              </a:path>
            </a:pathLst>
          </a:custGeom>
          <a:solidFill>
            <a:srgbClr val="FDC20B"/>
          </a:solidFill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">
  <p:cSld name="Imagen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3"/>
          <p:cNvSpPr/>
          <p:nvPr>
            <p:ph idx="2" type="pic"/>
          </p:nvPr>
        </p:nvSpPr>
        <p:spPr>
          <a:xfrm>
            <a:off x="2359968" y="1428751"/>
            <a:ext cx="9829651" cy="5429250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43"/>
          <p:cNvSpPr/>
          <p:nvPr/>
        </p:nvSpPr>
        <p:spPr>
          <a:xfrm>
            <a:off x="2382" y="2057408"/>
            <a:ext cx="2253376" cy="4832985"/>
          </a:xfrm>
          <a:custGeom>
            <a:rect b="b" l="l" r="r" t="t"/>
            <a:pathLst>
              <a:path extrusionOk="0" h="5155184" w="2403602">
                <a:moveTo>
                  <a:pt x="0" y="5155184"/>
                </a:moveTo>
                <a:lnTo>
                  <a:pt x="2403602" y="5155184"/>
                </a:lnTo>
                <a:lnTo>
                  <a:pt x="0" y="0"/>
                </a:lnTo>
                <a:close/>
              </a:path>
            </a:pathLst>
          </a:custGeom>
          <a:solidFill>
            <a:srgbClr val="BC0A80"/>
          </a:solidFill>
          <a:ln>
            <a:noFill/>
          </a:ln>
        </p:spPr>
      </p:sp>
      <p:sp>
        <p:nvSpPr>
          <p:cNvPr id="215" name="Google Shape;215;p43"/>
          <p:cNvSpPr/>
          <p:nvPr/>
        </p:nvSpPr>
        <p:spPr>
          <a:xfrm>
            <a:off x="452438" y="265443"/>
            <a:ext cx="2446713" cy="870751"/>
          </a:xfrm>
          <a:custGeom>
            <a:rect b="b" l="l" r="r" t="t"/>
            <a:pathLst>
              <a:path extrusionOk="0" h="696601" w="1957370">
                <a:moveTo>
                  <a:pt x="0" y="0"/>
                </a:moveTo>
                <a:lnTo>
                  <a:pt x="1957370" y="0"/>
                </a:lnTo>
                <a:lnTo>
                  <a:pt x="1957370" y="696601"/>
                </a:lnTo>
                <a:lnTo>
                  <a:pt x="0" y="696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468" l="0" r="0" t="-468"/>
            </a:stretch>
          </a:blipFill>
          <a:ln>
            <a:noFill/>
          </a:ln>
        </p:spPr>
      </p:sp>
      <p:sp>
        <p:nvSpPr>
          <p:cNvPr id="216" name="Google Shape;216;p43"/>
          <p:cNvSpPr/>
          <p:nvPr/>
        </p:nvSpPr>
        <p:spPr>
          <a:xfrm>
            <a:off x="8112464" y="0"/>
            <a:ext cx="2286021" cy="1112527"/>
          </a:xfrm>
          <a:custGeom>
            <a:rect b="b" l="l" r="r" t="t"/>
            <a:pathLst>
              <a:path extrusionOk="0" h="1402080" w="2880995">
                <a:moveTo>
                  <a:pt x="0" y="0"/>
                </a:moveTo>
                <a:cubicBezTo>
                  <a:pt x="0" y="774446"/>
                  <a:pt x="644906" y="1402080"/>
                  <a:pt x="1440434" y="1402080"/>
                </a:cubicBezTo>
                <a:cubicBezTo>
                  <a:pt x="2235962" y="1402080"/>
                  <a:pt x="2880995" y="774446"/>
                  <a:pt x="2880995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>
  <p:cSld name="1_Picture with Caption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4"/>
          <p:cNvSpPr txBox="1"/>
          <p:nvPr>
            <p:ph type="title"/>
          </p:nvPr>
        </p:nvSpPr>
        <p:spPr>
          <a:xfrm>
            <a:off x="2240360" y="4500562"/>
            <a:ext cx="6858000" cy="5313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T Serif"/>
              <a:buNone/>
              <a:defRPr b="1" sz="2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44"/>
          <p:cNvSpPr/>
          <p:nvPr>
            <p:ph idx="2" type="pic"/>
          </p:nvPr>
        </p:nvSpPr>
        <p:spPr>
          <a:xfrm>
            <a:off x="2240360" y="574477"/>
            <a:ext cx="6858000" cy="3857625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44"/>
          <p:cNvSpPr txBox="1"/>
          <p:nvPr>
            <p:ph idx="1" type="body"/>
          </p:nvPr>
        </p:nvSpPr>
        <p:spPr>
          <a:xfrm>
            <a:off x="2240360" y="5031879"/>
            <a:ext cx="6858000" cy="7545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  <a:defRPr sz="175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250"/>
              <a:buNone/>
              <a:defRPr sz="1250"/>
            </a:lvl3pPr>
            <a:lvl4pPr indent="-228600" lvl="3" marL="18288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4pPr>
            <a:lvl5pPr indent="-228600" lvl="4" marL="22860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5pPr>
            <a:lvl6pPr indent="-228600" lvl="5" marL="27432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6pPr>
            <a:lvl7pPr indent="-228600" lvl="6" marL="32004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7pPr>
            <a:lvl8pPr indent="-228600" lvl="7" marL="36576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8pPr>
            <a:lvl9pPr indent="-228600" lvl="8" marL="4114800" algn="l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9pPr>
          </a:lstStyle>
          <a:p/>
        </p:txBody>
      </p:sp>
      <p:sp>
        <p:nvSpPr>
          <p:cNvPr id="221" name="Google Shape;221;p44"/>
          <p:cNvSpPr txBox="1"/>
          <p:nvPr>
            <p:ph idx="10" type="dt"/>
          </p:nvPr>
        </p:nvSpPr>
        <p:spPr>
          <a:xfrm>
            <a:off x="57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44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44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5"/>
          <p:cNvSpPr txBox="1"/>
          <p:nvPr>
            <p:ph type="title"/>
          </p:nvPr>
        </p:nvSpPr>
        <p:spPr>
          <a:xfrm>
            <a:off x="571500" y="257473"/>
            <a:ext cx="10287000" cy="1071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45"/>
          <p:cNvSpPr txBox="1"/>
          <p:nvPr>
            <p:ph idx="1" type="body"/>
          </p:nvPr>
        </p:nvSpPr>
        <p:spPr>
          <a:xfrm rot="5400000">
            <a:off x="3593455" y="-1521766"/>
            <a:ext cx="4243090" cy="102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45"/>
          <p:cNvSpPr txBox="1"/>
          <p:nvPr>
            <p:ph idx="10" type="dt"/>
          </p:nvPr>
        </p:nvSpPr>
        <p:spPr>
          <a:xfrm>
            <a:off x="57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45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45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6"/>
          <p:cNvSpPr txBox="1"/>
          <p:nvPr>
            <p:ph type="title"/>
          </p:nvPr>
        </p:nvSpPr>
        <p:spPr>
          <a:xfrm rot="5400000">
            <a:off x="6829723" y="1714501"/>
            <a:ext cx="5485805" cy="2571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46"/>
          <p:cNvSpPr txBox="1"/>
          <p:nvPr>
            <p:ph idx="1" type="body"/>
          </p:nvPr>
        </p:nvSpPr>
        <p:spPr>
          <a:xfrm rot="5400000">
            <a:off x="1590972" y="-761999"/>
            <a:ext cx="5485805" cy="7524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" name="Google Shape;233;p46"/>
          <p:cNvSpPr txBox="1"/>
          <p:nvPr>
            <p:ph idx="10" type="dt"/>
          </p:nvPr>
        </p:nvSpPr>
        <p:spPr>
          <a:xfrm>
            <a:off x="57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46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46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571500" y="257473"/>
            <a:ext cx="10287000" cy="1071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T Serif"/>
              <a:buNone/>
              <a:defRPr b="1" i="0" sz="5500" u="none" cap="none" strike="noStrik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571500" y="1500189"/>
            <a:ext cx="10287000" cy="4243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2600" lvl="0" marL="4572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b="0" i="0" sz="40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-450850" lvl="1" marL="914400" marR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–"/>
              <a:defRPr b="0" i="0" sz="35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-38735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–"/>
              <a:defRPr b="0" i="0" sz="25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-38735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»"/>
              <a:defRPr b="0" i="0" sz="25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-38735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735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735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735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57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rgbClr val="888888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905250" y="5959079"/>
            <a:ext cx="36195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rgbClr val="888888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191500" y="5959079"/>
            <a:ext cx="2667000" cy="34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888888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888888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888888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888888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888888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888888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888888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888888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888888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2.png"/><Relationship Id="rId4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firebase.google.com/docs/android/setup#available-libraries" TargetMode="External"/><Relationship Id="rId4" Type="http://schemas.openxmlformats.org/officeDocument/2006/relationships/hyperlink" Target="https://firebase.google.com/docs/android/setup#available-libraries" TargetMode="External"/><Relationship Id="rId5" Type="http://schemas.openxmlformats.org/officeDocument/2006/relationships/image" Target="../media/image24.png"/><Relationship Id="rId6" Type="http://schemas.openxmlformats.org/officeDocument/2006/relationships/image" Target="../media/image3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"/>
          <p:cNvSpPr txBox="1"/>
          <p:nvPr>
            <p:ph type="ctrTitle"/>
          </p:nvPr>
        </p:nvSpPr>
        <p:spPr>
          <a:xfrm>
            <a:off x="857250" y="1997275"/>
            <a:ext cx="9715500" cy="1378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T Serif"/>
              <a:buNone/>
            </a:pPr>
            <a:r>
              <a:rPr lang="es-ES"/>
              <a:t>Capturas </a:t>
            </a:r>
            <a:br>
              <a:rPr lang="es-ES"/>
            </a:br>
            <a:r>
              <a:rPr lang="es-ES"/>
              <a:t>paso a paso</a:t>
            </a:r>
            <a:endParaRPr/>
          </a:p>
        </p:txBody>
      </p:sp>
      <p:sp>
        <p:nvSpPr>
          <p:cNvPr id="241" name="Google Shape;241;p1"/>
          <p:cNvSpPr txBox="1"/>
          <p:nvPr>
            <p:ph idx="1" type="subTitle"/>
          </p:nvPr>
        </p:nvSpPr>
        <p:spPr>
          <a:xfrm>
            <a:off x="1714500" y="3643312"/>
            <a:ext cx="8001000" cy="164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360" y="1118865"/>
            <a:ext cx="11317279" cy="46202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7" name="Google Shape;247;p3"/>
          <p:cNvCxnSpPr/>
          <p:nvPr/>
        </p:nvCxnSpPr>
        <p:spPr>
          <a:xfrm flipH="1">
            <a:off x="3514165" y="2608729"/>
            <a:ext cx="618564" cy="591671"/>
          </a:xfrm>
          <a:prstGeom prst="straightConnector1">
            <a:avLst/>
          </a:prstGeom>
          <a:noFill/>
          <a:ln cap="flat" cmpd="sng" w="76200">
            <a:solidFill>
              <a:srgbClr val="2C976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8" name="Google Shape;248;p3"/>
          <p:cNvSpPr/>
          <p:nvPr/>
        </p:nvSpPr>
        <p:spPr>
          <a:xfrm>
            <a:off x="618565" y="2814918"/>
            <a:ext cx="5181600" cy="1389529"/>
          </a:xfrm>
          <a:prstGeom prst="rect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"/>
          <p:cNvSpPr txBox="1"/>
          <p:nvPr/>
        </p:nvSpPr>
        <p:spPr>
          <a:xfrm>
            <a:off x="324639" y="325272"/>
            <a:ext cx="11430000" cy="793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15" lvl="0" marL="42861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lang="es-ES" sz="40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Crear proyecto</a:t>
            </a:r>
            <a:endParaRPr sz="400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"/>
          <p:cNvSpPr txBox="1"/>
          <p:nvPr/>
        </p:nvSpPr>
        <p:spPr>
          <a:xfrm>
            <a:off x="324639" y="325272"/>
            <a:ext cx="11430000" cy="793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15" lvl="0" marL="42861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lang="es-ES" sz="40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Nombra el proyecto</a:t>
            </a:r>
            <a:endParaRPr sz="400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255" name="Google Shape;25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0975" y="1228465"/>
            <a:ext cx="7681014" cy="543433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4"/>
          <p:cNvSpPr/>
          <p:nvPr/>
        </p:nvSpPr>
        <p:spPr>
          <a:xfrm>
            <a:off x="4972349" y="4966550"/>
            <a:ext cx="1424700" cy="615900"/>
          </a:xfrm>
          <a:prstGeom prst="rect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4"/>
          <p:cNvCxnSpPr/>
          <p:nvPr/>
        </p:nvCxnSpPr>
        <p:spPr>
          <a:xfrm>
            <a:off x="3547525" y="4371600"/>
            <a:ext cx="1491300" cy="817200"/>
          </a:xfrm>
          <a:prstGeom prst="straightConnector1">
            <a:avLst/>
          </a:prstGeom>
          <a:noFill/>
          <a:ln cap="flat" cmpd="sng" w="76200">
            <a:solidFill>
              <a:srgbClr val="2C976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8" name="Google Shape;258;p4"/>
          <p:cNvSpPr txBox="1"/>
          <p:nvPr/>
        </p:nvSpPr>
        <p:spPr>
          <a:xfrm>
            <a:off x="1009375" y="3545438"/>
            <a:ext cx="3501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Aquí</a:t>
            </a:r>
            <a:r>
              <a:rPr lang="es-ES" sz="20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 se genera un id único para el proyecto</a:t>
            </a:r>
            <a:endParaRPr sz="200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"/>
          <p:cNvSpPr txBox="1"/>
          <p:nvPr/>
        </p:nvSpPr>
        <p:spPr>
          <a:xfrm>
            <a:off x="324650" y="325282"/>
            <a:ext cx="11430000" cy="26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15" lvl="0" marL="42861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lang="es-ES" sz="40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Deshabilitar</a:t>
            </a:r>
            <a:endParaRPr sz="400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264" name="Google Shape;26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8400" y="941675"/>
            <a:ext cx="7147149" cy="5669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b7a382d9b_0_5"/>
          <p:cNvSpPr txBox="1"/>
          <p:nvPr/>
        </p:nvSpPr>
        <p:spPr>
          <a:xfrm>
            <a:off x="606500" y="184357"/>
            <a:ext cx="11430000" cy="26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s-ES" sz="40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Deshabilitar</a:t>
            </a:r>
            <a:endParaRPr sz="400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270" name="Google Shape;270;g3fb7a382d9b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9525" y="184350"/>
            <a:ext cx="6285975" cy="6002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8078" y="1433547"/>
            <a:ext cx="5430008" cy="3553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87208" y="1404968"/>
            <a:ext cx="3324689" cy="358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7"/>
          <p:cNvSpPr txBox="1"/>
          <p:nvPr/>
        </p:nvSpPr>
        <p:spPr>
          <a:xfrm>
            <a:off x="324639" y="325272"/>
            <a:ext cx="11430000" cy="793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15" lvl="0" marL="42861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lang="es-ES" sz="40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Espera a que la base de datos se cree</a:t>
            </a:r>
            <a:endParaRPr sz="400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b7a382d9b_0_17"/>
          <p:cNvSpPr txBox="1"/>
          <p:nvPr/>
        </p:nvSpPr>
        <p:spPr>
          <a:xfrm>
            <a:off x="754700" y="347600"/>
            <a:ext cx="9018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Esto es lo primero que vamos a ver</a:t>
            </a:r>
            <a:endParaRPr sz="400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283" name="Google Shape;283;g3fb7a382d9b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550" y="1347375"/>
            <a:ext cx="10458450" cy="50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g3fb7a382d9b_0_17"/>
          <p:cNvSpPr/>
          <p:nvPr/>
        </p:nvSpPr>
        <p:spPr>
          <a:xfrm>
            <a:off x="3062124" y="3353825"/>
            <a:ext cx="1424700" cy="615900"/>
          </a:xfrm>
          <a:prstGeom prst="rect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fb7a382d9b_0_17"/>
          <p:cNvSpPr/>
          <p:nvPr/>
        </p:nvSpPr>
        <p:spPr>
          <a:xfrm>
            <a:off x="615375" y="3353825"/>
            <a:ext cx="2112300" cy="383100"/>
          </a:xfrm>
          <a:prstGeom prst="rect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b7a382d9b_0_29"/>
          <p:cNvSpPr txBox="1"/>
          <p:nvPr/>
        </p:nvSpPr>
        <p:spPr>
          <a:xfrm>
            <a:off x="1506250" y="1099150"/>
            <a:ext cx="9018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Siguientes pasos importantes</a:t>
            </a:r>
            <a:endParaRPr sz="400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-4826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T Sans"/>
              <a:buAutoNum type="arabicPeriod"/>
            </a:pPr>
            <a:r>
              <a:rPr lang="es-ES" sz="40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Agregar App</a:t>
            </a:r>
            <a:endParaRPr sz="400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-4826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T Sans"/>
              <a:buAutoNum type="arabicPeriod"/>
            </a:pPr>
            <a:r>
              <a:rPr lang="es-ES" sz="40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Crear base de datos</a:t>
            </a:r>
            <a:endParaRPr sz="400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118" y="396178"/>
            <a:ext cx="10326541" cy="3286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118" y="3517019"/>
            <a:ext cx="9707330" cy="32484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7" name="Google Shape;297;p8"/>
          <p:cNvCxnSpPr/>
          <p:nvPr/>
        </p:nvCxnSpPr>
        <p:spPr>
          <a:xfrm flipH="1">
            <a:off x="2644589" y="761999"/>
            <a:ext cx="618564" cy="591671"/>
          </a:xfrm>
          <a:prstGeom prst="straightConnector1">
            <a:avLst/>
          </a:prstGeom>
          <a:noFill/>
          <a:ln cap="flat" cmpd="sng" w="76200">
            <a:solidFill>
              <a:srgbClr val="2C976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8" name="Google Shape;298;p8"/>
          <p:cNvCxnSpPr/>
          <p:nvPr/>
        </p:nvCxnSpPr>
        <p:spPr>
          <a:xfrm flipH="1">
            <a:off x="2823882" y="3752747"/>
            <a:ext cx="618564" cy="591671"/>
          </a:xfrm>
          <a:prstGeom prst="straightConnector1">
            <a:avLst/>
          </a:prstGeom>
          <a:noFill/>
          <a:ln cap="flat" cmpd="sng" w="76200">
            <a:solidFill>
              <a:srgbClr val="2C976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9" name="Google Shape;299;p8"/>
          <p:cNvSpPr/>
          <p:nvPr/>
        </p:nvSpPr>
        <p:spPr>
          <a:xfrm>
            <a:off x="1434353" y="1174681"/>
            <a:ext cx="1488141" cy="447932"/>
          </a:xfrm>
          <a:prstGeom prst="rect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2474260" y="4295522"/>
            <a:ext cx="618564" cy="447932"/>
          </a:xfrm>
          <a:prstGeom prst="rect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 txBox="1"/>
          <p:nvPr/>
        </p:nvSpPr>
        <p:spPr>
          <a:xfrm>
            <a:off x="324639" y="-13941"/>
            <a:ext cx="11430000" cy="793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15" lvl="0" marL="42861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lang="es-ES" sz="40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Agrega App</a:t>
            </a:r>
            <a:endParaRPr sz="400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1167" y="1765098"/>
            <a:ext cx="5601482" cy="1552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250984"/>
            <a:ext cx="5649113" cy="46679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8" name="Google Shape;308;p9"/>
          <p:cNvCxnSpPr/>
          <p:nvPr/>
        </p:nvCxnSpPr>
        <p:spPr>
          <a:xfrm flipH="1">
            <a:off x="2187388" y="2277035"/>
            <a:ext cx="6759388" cy="125506"/>
          </a:xfrm>
          <a:prstGeom prst="straightConnector1">
            <a:avLst/>
          </a:prstGeom>
          <a:noFill/>
          <a:ln cap="flat" cmpd="sng" w="76200">
            <a:solidFill>
              <a:srgbClr val="2C976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9" name="Google Shape;309;p9"/>
          <p:cNvCxnSpPr/>
          <p:nvPr/>
        </p:nvCxnSpPr>
        <p:spPr>
          <a:xfrm flipH="1">
            <a:off x="1878106" y="4894728"/>
            <a:ext cx="618564" cy="591671"/>
          </a:xfrm>
          <a:prstGeom prst="straightConnector1">
            <a:avLst/>
          </a:prstGeom>
          <a:noFill/>
          <a:ln cap="flat" cmpd="sng" w="76200">
            <a:solidFill>
              <a:srgbClr val="2C976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0" name="Google Shape;310;p9"/>
          <p:cNvSpPr/>
          <p:nvPr/>
        </p:nvSpPr>
        <p:spPr>
          <a:xfrm>
            <a:off x="762000" y="5325187"/>
            <a:ext cx="1317811" cy="447932"/>
          </a:xfrm>
          <a:prstGeom prst="rect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 txBox="1"/>
          <p:nvPr/>
        </p:nvSpPr>
        <p:spPr>
          <a:xfrm>
            <a:off x="324639" y="325272"/>
            <a:ext cx="11430000" cy="1153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428615" lvl="0" marL="42861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ES" sz="40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Registra el nombre de paquete de Android teniendo en cuenta nuestra aplication id.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026" y="1781983"/>
            <a:ext cx="7582958" cy="4477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7" name="Google Shape;317;p10"/>
          <p:cNvCxnSpPr/>
          <p:nvPr/>
        </p:nvCxnSpPr>
        <p:spPr>
          <a:xfrm flipH="1">
            <a:off x="3133164" y="1918446"/>
            <a:ext cx="618564" cy="591671"/>
          </a:xfrm>
          <a:prstGeom prst="straightConnector1">
            <a:avLst/>
          </a:prstGeom>
          <a:noFill/>
          <a:ln cap="flat" cmpd="sng" w="76200">
            <a:solidFill>
              <a:srgbClr val="2C976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8" name="Google Shape;318;p10"/>
          <p:cNvSpPr/>
          <p:nvPr/>
        </p:nvSpPr>
        <p:spPr>
          <a:xfrm>
            <a:off x="663387" y="2375799"/>
            <a:ext cx="2698377" cy="447932"/>
          </a:xfrm>
          <a:prstGeom prst="rect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9" name="Google Shape;31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12326" y="3012522"/>
            <a:ext cx="2457793" cy="257210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0" name="Google Shape;320;p10"/>
          <p:cNvCxnSpPr/>
          <p:nvPr/>
        </p:nvCxnSpPr>
        <p:spPr>
          <a:xfrm flipH="1">
            <a:off x="10098741" y="4580964"/>
            <a:ext cx="618564" cy="591671"/>
          </a:xfrm>
          <a:prstGeom prst="straightConnector1">
            <a:avLst/>
          </a:prstGeom>
          <a:noFill/>
          <a:ln cap="flat" cmpd="sng" w="76200">
            <a:solidFill>
              <a:srgbClr val="2C976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1" name="Google Shape;321;p10"/>
          <p:cNvSpPr txBox="1"/>
          <p:nvPr/>
        </p:nvSpPr>
        <p:spPr>
          <a:xfrm>
            <a:off x="324639" y="325272"/>
            <a:ext cx="11430000" cy="1153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428615" lvl="0" marL="42861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ES" sz="40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Mete el fichero en la ubicación correcta de Android Studio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"/>
          <p:cNvSpPr/>
          <p:nvPr/>
        </p:nvSpPr>
        <p:spPr>
          <a:xfrm>
            <a:off x="4455459" y="1860754"/>
            <a:ext cx="7001436" cy="1169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Mono"/>
              <a:buNone/>
            </a:pPr>
            <a:r>
              <a:rPr b="0" i="0" lang="es-ES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plugins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Mono"/>
              <a:buNone/>
            </a:pPr>
            <a:br>
              <a:rPr b="0" i="0" lang="es-ES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s-ES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  </a:t>
            </a:r>
            <a:r>
              <a:rPr b="0" i="0" lang="es-ES" sz="1000" u="none" cap="none" strike="noStrike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...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Mono"/>
              <a:buNone/>
            </a:pPr>
            <a:r>
              <a:rPr b="0" i="0" lang="es-ES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  </a:t>
            </a:r>
            <a:r>
              <a:rPr b="0" i="0" lang="es-ES" sz="1000" u="none" cap="none" strike="noStrike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// Add the dependency for the Google services Gradle plugin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Mono"/>
              <a:buNone/>
            </a:pPr>
            <a:br>
              <a:rPr b="0" i="0" lang="es-ES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s-ES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  id(</a:t>
            </a:r>
            <a:r>
              <a:rPr b="0" i="0" lang="es-ES" sz="1000" u="none" cap="none" strike="noStrike">
                <a:solidFill>
                  <a:srgbClr val="146C2E"/>
                </a:solidFill>
                <a:latin typeface="Roboto Mono"/>
                <a:ea typeface="Roboto Mono"/>
                <a:cs typeface="Roboto Mono"/>
                <a:sym typeface="Roboto Mono"/>
              </a:rPr>
              <a:t>"com.google.gms.google-services"</a:t>
            </a:r>
            <a:r>
              <a:rPr b="0" i="0" lang="es-ES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version </a:t>
            </a:r>
            <a:r>
              <a:rPr b="0" i="0" lang="es-ES" sz="1000" u="none" cap="none" strike="noStrike">
                <a:solidFill>
                  <a:srgbClr val="146C2E"/>
                </a:solidFill>
                <a:latin typeface="Roboto Mono"/>
                <a:ea typeface="Roboto Mono"/>
                <a:cs typeface="Roboto Mono"/>
                <a:sym typeface="Roboto Mono"/>
              </a:rPr>
              <a:t>"4.4.3"</a:t>
            </a:r>
            <a:r>
              <a:rPr b="0" i="0" lang="es-ES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apply </a:t>
            </a:r>
            <a:r>
              <a:rPr b="0" i="0" lang="es-ES" sz="1000" u="none" cap="none" strike="noStrike">
                <a:solidFill>
                  <a:srgbClr val="0B57D0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endParaRPr b="0" i="0" sz="10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Mono"/>
              <a:buNone/>
            </a:pPr>
            <a:r>
              <a:rPr b="0" i="0" lang="es-ES" sz="10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b="0" i="0" lang="es-E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9569" y="3308521"/>
            <a:ext cx="8373644" cy="3057952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1"/>
          <p:cNvSpPr/>
          <p:nvPr/>
        </p:nvSpPr>
        <p:spPr>
          <a:xfrm>
            <a:off x="4518210" y="3828081"/>
            <a:ext cx="5128118" cy="313613"/>
          </a:xfrm>
          <a:prstGeom prst="rect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 txBox="1"/>
          <p:nvPr/>
        </p:nvSpPr>
        <p:spPr>
          <a:xfrm>
            <a:off x="324639" y="325272"/>
            <a:ext cx="11430000" cy="1153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428615" lvl="0" marL="42861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ES" sz="40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Inserta servicios de Google en fichero build.gradle.kts ubicado en proyecto.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"/>
          <p:cNvSpPr txBox="1"/>
          <p:nvPr/>
        </p:nvSpPr>
        <p:spPr>
          <a:xfrm>
            <a:off x="4176501" y="1362761"/>
            <a:ext cx="651569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Entra aquí para ver las dependencias que puedes importar</a:t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https://firebase.google.com/docs/android/setup#available-libraries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 txBox="1"/>
          <p:nvPr/>
        </p:nvSpPr>
        <p:spPr>
          <a:xfrm>
            <a:off x="191025" y="2416825"/>
            <a:ext cx="11367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27A"/>
              </a:buClr>
              <a:buSzPts val="1800"/>
              <a:buFont typeface="JetBrains Mono"/>
              <a:buNone/>
            </a:pPr>
            <a:r>
              <a:rPr i="1" lang="es-ES" sz="1800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implementation</a:t>
            </a:r>
            <a:r>
              <a:rPr lang="es-ES"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(platform(</a:t>
            </a:r>
            <a:r>
              <a:rPr lang="es-ES"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"com.google.firebase:firebase-bom:34.2.0"</a:t>
            </a:r>
            <a:r>
              <a:rPr lang="es-ES"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))</a:t>
            </a:r>
            <a:br>
              <a:rPr lang="es-ES"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i="1" lang="es-ES" sz="1800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implementation</a:t>
            </a:r>
            <a:r>
              <a:rPr lang="es-ES"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s-ES"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"com.google.firebase:firebase-firestore"</a:t>
            </a:r>
            <a:r>
              <a:rPr lang="es-ES"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/>
          </a:p>
        </p:txBody>
      </p:sp>
      <p:sp>
        <p:nvSpPr>
          <p:cNvPr id="336" name="Google Shape;336;p12"/>
          <p:cNvSpPr txBox="1"/>
          <p:nvPr/>
        </p:nvSpPr>
        <p:spPr>
          <a:xfrm>
            <a:off x="4176501" y="2013609"/>
            <a:ext cx="71392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nuestro caso esto es lo que necesitamos. El Bom analytics y Firestore.</a:t>
            </a:r>
            <a:endParaRPr/>
          </a:p>
        </p:txBody>
      </p:sp>
      <p:pic>
        <p:nvPicPr>
          <p:cNvPr id="337" name="Google Shape;33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0195" y="3537381"/>
            <a:ext cx="6515695" cy="33206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8" name="Google Shape;338;p12"/>
          <p:cNvCxnSpPr/>
          <p:nvPr/>
        </p:nvCxnSpPr>
        <p:spPr>
          <a:xfrm flipH="1">
            <a:off x="1720043" y="3644503"/>
            <a:ext cx="618564" cy="591671"/>
          </a:xfrm>
          <a:prstGeom prst="straightConnector1">
            <a:avLst/>
          </a:prstGeom>
          <a:noFill/>
          <a:ln cap="flat" cmpd="sng" w="76200">
            <a:solidFill>
              <a:srgbClr val="2C976B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339" name="Google Shape;339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81835" y="4236174"/>
            <a:ext cx="3667637" cy="133368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0" name="Google Shape;340;p12"/>
          <p:cNvCxnSpPr/>
          <p:nvPr/>
        </p:nvCxnSpPr>
        <p:spPr>
          <a:xfrm flipH="1">
            <a:off x="10940190" y="4606019"/>
            <a:ext cx="618564" cy="591671"/>
          </a:xfrm>
          <a:prstGeom prst="straightConnector1">
            <a:avLst/>
          </a:prstGeom>
          <a:noFill/>
          <a:ln cap="flat" cmpd="sng" w="76200">
            <a:solidFill>
              <a:srgbClr val="2C976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1" name="Google Shape;341;p12"/>
          <p:cNvSpPr txBox="1"/>
          <p:nvPr/>
        </p:nvSpPr>
        <p:spPr>
          <a:xfrm>
            <a:off x="324639" y="325272"/>
            <a:ext cx="11430000" cy="1153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428615" lvl="0" marL="42861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ES" sz="40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Inserta dependencias y plugin en fichero build.gradle.kts ubicado en app.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g3fb7a382d9b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4200" y="1686850"/>
            <a:ext cx="5286375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g3fb7a382d9b_0_25"/>
          <p:cNvSpPr txBox="1"/>
          <p:nvPr/>
        </p:nvSpPr>
        <p:spPr>
          <a:xfrm>
            <a:off x="739025" y="488525"/>
            <a:ext cx="9018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Crear base de datos</a:t>
            </a:r>
            <a:endParaRPr sz="400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g3fb7a382d9b_0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6550" y="2140900"/>
            <a:ext cx="5867400" cy="36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g3fb7a382d9b_0_33"/>
          <p:cNvSpPr txBox="1"/>
          <p:nvPr/>
        </p:nvSpPr>
        <p:spPr>
          <a:xfrm>
            <a:off x="739025" y="488525"/>
            <a:ext cx="9018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Crear base de datos</a:t>
            </a:r>
            <a:endParaRPr sz="400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g3fb7a382d9b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0113" y="1052823"/>
            <a:ext cx="6551775" cy="55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g3fb7a382d9b_0_39"/>
          <p:cNvSpPr txBox="1"/>
          <p:nvPr/>
        </p:nvSpPr>
        <p:spPr>
          <a:xfrm>
            <a:off x="191000" y="252425"/>
            <a:ext cx="9018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Crear base de datos</a:t>
            </a:r>
            <a:endParaRPr sz="400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g3fb7a382d9b_0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4100" y="1225875"/>
            <a:ext cx="7418124" cy="563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g3fb7a382d9b_0_43"/>
          <p:cNvSpPr txBox="1"/>
          <p:nvPr/>
        </p:nvSpPr>
        <p:spPr>
          <a:xfrm>
            <a:off x="739025" y="488525"/>
            <a:ext cx="9018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Crear base de datos</a:t>
            </a:r>
            <a:endParaRPr sz="400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g3fb7a382d9b_0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6925" y="1530250"/>
            <a:ext cx="8058150" cy="4867275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g3fb7a382d9b_0_47"/>
          <p:cNvSpPr txBox="1"/>
          <p:nvPr/>
        </p:nvSpPr>
        <p:spPr>
          <a:xfrm>
            <a:off x="739025" y="488525"/>
            <a:ext cx="9018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Crear base de datos</a:t>
            </a:r>
            <a:endParaRPr sz="400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g3fb7a382d9b_0_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6113" y="1749475"/>
            <a:ext cx="5819775" cy="459105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g3fb7a382d9b_0_51"/>
          <p:cNvSpPr txBox="1"/>
          <p:nvPr/>
        </p:nvSpPr>
        <p:spPr>
          <a:xfrm>
            <a:off x="739025" y="488525"/>
            <a:ext cx="9018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Modificar Rules para tener acceso</a:t>
            </a:r>
            <a:endParaRPr sz="400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299" y="1786558"/>
            <a:ext cx="11156679" cy="4947809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4"/>
          <p:cNvSpPr txBox="1"/>
          <p:nvPr/>
        </p:nvSpPr>
        <p:spPr>
          <a:xfrm>
            <a:off x="324639" y="325271"/>
            <a:ext cx="11430000" cy="16158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15" lvl="0" marL="42861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lang="es-ES" sz="40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Abre los permisos de acceso para poder consultarla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799" y="1206295"/>
            <a:ext cx="11335409" cy="5054285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3"/>
          <p:cNvSpPr txBox="1"/>
          <p:nvPr/>
        </p:nvSpPr>
        <p:spPr>
          <a:xfrm>
            <a:off x="324639" y="325272"/>
            <a:ext cx="11430000" cy="1153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15" lvl="0" marL="42861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lang="es-ES" sz="40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Comprueba tu base de datos.</a:t>
            </a:r>
            <a:endParaRPr sz="400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xurdiTema 2025">
  <a:themeElements>
    <a:clrScheme name="CIFP Txurdinaga LHII">
      <a:dk1>
        <a:srgbClr val="000000"/>
      </a:dk1>
      <a:lt1>
        <a:srgbClr val="FFFFFF"/>
      </a:lt1>
      <a:dk2>
        <a:srgbClr val="AF206F"/>
      </a:dk2>
      <a:lt2>
        <a:srgbClr val="FEFFFF"/>
      </a:lt2>
      <a:accent1>
        <a:srgbClr val="31996E"/>
      </a:accent1>
      <a:accent2>
        <a:srgbClr val="DD5B2C"/>
      </a:accent2>
      <a:accent3>
        <a:srgbClr val="397FB7"/>
      </a:accent3>
      <a:accent4>
        <a:srgbClr val="62266A"/>
      </a:accent4>
      <a:accent5>
        <a:srgbClr val="C6D422"/>
      </a:accent5>
      <a:accent6>
        <a:srgbClr val="CE1137"/>
      </a:accent6>
      <a:hlink>
        <a:srgbClr val="0D4B87"/>
      </a:hlink>
      <a:folHlink>
        <a:srgbClr val="62266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2025-09-07T14:34:57Z</dcterms:created>
  <dc:creator>ander duran</dc:creator>
</cp:coreProperties>
</file>
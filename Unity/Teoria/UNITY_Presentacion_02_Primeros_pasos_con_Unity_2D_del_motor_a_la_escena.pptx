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Lst>
  <p:sldSz cy="5670550" cx="10080625"/>
  <p:notesSz cx="7559675" cy="10691800"/>
  <p:embeddedFontLst>
    <p:embeddedFont>
      <p:font typeface="PT Serif"/>
      <p:regular r:id="rId82"/>
      <p:bold r:id="rId83"/>
      <p:italic r:id="rId84"/>
      <p:boldItalic r:id="rId85"/>
    </p:embeddedFont>
    <p:embeddedFont>
      <p:font typeface="PT Sans"/>
      <p:regular r:id="rId86"/>
      <p:bold r:id="rId87"/>
      <p:italic r:id="rId88"/>
      <p:boldItalic r:id="rId8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90" roundtripDataSignature="AMtx7mhBtYFb+JcfxdSLCdOvL3qSAc8A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5F481C9-BA32-46D8-A30F-0AC81FD2F829}">
  <a:tblStyle styleId="{F5F481C9-BA32-46D8-A30F-0AC81FD2F82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PTSerif-italic.fntdata"/><Relationship Id="rId83" Type="http://schemas.openxmlformats.org/officeDocument/2006/relationships/font" Target="fonts/PTSerif-bold.fntdata"/><Relationship Id="rId42" Type="http://schemas.openxmlformats.org/officeDocument/2006/relationships/slide" Target="slides/slide37.xml"/><Relationship Id="rId86" Type="http://schemas.openxmlformats.org/officeDocument/2006/relationships/font" Target="fonts/PTSans-regular.fntdata"/><Relationship Id="rId41" Type="http://schemas.openxmlformats.org/officeDocument/2006/relationships/slide" Target="slides/slide36.xml"/><Relationship Id="rId85" Type="http://schemas.openxmlformats.org/officeDocument/2006/relationships/font" Target="fonts/PTSerif-boldItalic.fntdata"/><Relationship Id="rId44" Type="http://schemas.openxmlformats.org/officeDocument/2006/relationships/slide" Target="slides/slide39.xml"/><Relationship Id="rId88" Type="http://schemas.openxmlformats.org/officeDocument/2006/relationships/font" Target="fonts/PTSans-italic.fntdata"/><Relationship Id="rId43" Type="http://schemas.openxmlformats.org/officeDocument/2006/relationships/slide" Target="slides/slide38.xml"/><Relationship Id="rId87" Type="http://schemas.openxmlformats.org/officeDocument/2006/relationships/font" Target="fonts/PTSans-bold.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PTSans-boldItalic.fntdata"/><Relationship Id="rId80" Type="http://schemas.openxmlformats.org/officeDocument/2006/relationships/slide" Target="slides/slide75.xml"/><Relationship Id="rId82" Type="http://schemas.openxmlformats.org/officeDocument/2006/relationships/font" Target="fonts/PTSerif-regular.fntdata"/><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0" Type="http://customschemas.google.com/relationships/presentationmetadata" Target="meta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Clr>
                <a:srgbClr val="000000"/>
              </a:buClr>
              <a:buSzPts val="1400"/>
              <a:buFont typeface="Times New Roman"/>
              <a:buNone/>
            </a:pPr>
            <a:fld id="{00000000-1234-1234-1234-123412341234}" type="slidenum">
              <a:rPr b="0" i="0" lang="es-E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40" name="Google Shape;240;p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notes"/>
          <p:cNvSpPr/>
          <p:nvPr>
            <p:ph idx="2" type="sldImg"/>
          </p:nvPr>
        </p:nvSpPr>
        <p:spPr>
          <a:xfrm>
            <a:off x="216000" y="812520"/>
            <a:ext cx="7126560" cy="40082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 name="Google Shape;247;p2:notes"/>
          <p:cNvSpPr txBox="1"/>
          <p:nvPr>
            <p:ph idx="1" type="body"/>
          </p:nvPr>
        </p:nvSpPr>
        <p:spPr>
          <a:xfrm>
            <a:off x="756000" y="5078520"/>
            <a:ext cx="6046920" cy="48103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Un videojuego sigue siendo software, pero normalmente necesita coordinar de forma continua responsabilidades muy diferentes.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Hay que producir imágenes, recibir la entrada del jugador, ejecutar reglas, gestionar interacciones, reproducir sonido y organizar las distintas escenas o espacios del juego.</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Podríamos desarrollar cada una de esas piezas trabajando directamente con APIs y librerías de nivel inferior y encargarnos nosotros de integrarlas. Un motor evita que tengamos que reconstruir toda esa infraestructura para cada proyecto.</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Eso no significa que el motor cree el juego por nosotros. Nosotros seguimos decidiendo qué objetos existen, cómo se configuran y cuáles serán las reglas.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Tampoco hay que confundir Unity con su interfaz visual. Unity incluye un Editor, pero el motor no es simplemente ese editor. Y tampoco es una única librería: es un conjunto coordinado de sistemas y herramientas.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1191"/>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Un motor de videojuegos es una plataforma de software que integra los subsistemas técnicos comunes necesarios para desarrollar y ejecutar juegos, de forma que el desarrollador pueda centrarse principalmente en construir su contenido, comportamiento y reglas en lugar de implementar toda la infraestructura desde cero. </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3:notes"/>
          <p:cNvSpPr/>
          <p:nvPr>
            <p:ph idx="2" type="sldImg"/>
          </p:nvPr>
        </p:nvSpPr>
        <p:spPr>
          <a:xfrm>
            <a:off x="216000" y="812520"/>
            <a:ext cx="7126560" cy="40082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p3:notes"/>
          <p:cNvSpPr txBox="1"/>
          <p:nvPr>
            <p:ph idx="1" type="body"/>
          </p:nvPr>
        </p:nvSpPr>
        <p:spPr>
          <a:xfrm>
            <a:off x="756000" y="5078520"/>
            <a:ext cx="6046920" cy="48103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Hoy día existen múltiples motores de videojuegos. Esta tabla a modo ilustrativo ejemplifica los contrastes que se pueden encontrar entre pares de motores de videojuegos, como es esta pequeña comparación de Unity y Godot. Los dos permiten trabajar tanto en 2D como en 3D y los dos proporcionan un entorno integrado para construir juegos.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Unity utiliza C# como lenguaje de scripting y ofrece un ecosistema amplio de servicios y recursos, incluido Asset Store (es el mercado oficial de recursos para proyectos Unity donde se pueden encontrar tanto recursos gratuitos como de pago, creados por Unity y por desarrolladores externos). Godot utiliza principalmente GDScript y C#, y permite además extensiones nativas; es software libre bajo licencia MIT (es una licencia de software libre y de código abierto muy permisiva) y está desarrollado con una orientación muy comunitaria.</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También existen diferencias entre ambos en el soporte y la forma de llegar a determinadas plataformas.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No es que haya un motor de videojuegos que sea universalmente mejor. En cada proyecto puede encajar mejor un motor u otro.</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4:notes"/>
          <p:cNvSpPr/>
          <p:nvPr>
            <p:ph idx="2" type="sldImg"/>
          </p:nvPr>
        </p:nvSpPr>
        <p:spPr>
          <a:xfrm>
            <a:off x="216000" y="812520"/>
            <a:ext cx="7126560" cy="40082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6" name="Google Shape;276;p4:notes"/>
          <p:cNvSpPr txBox="1"/>
          <p:nvPr>
            <p:ph idx="1" type="body"/>
          </p:nvPr>
        </p:nvSpPr>
        <p:spPr>
          <a:xfrm>
            <a:off x="756000" y="5078520"/>
            <a:ext cx="6046920" cy="48103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Antes de construir una escena necesitamos separar una idea importante: un juego no es simplemente lo que vemos.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Vamos a imaginar que esta pequeña arena pertenece a un juego ya existente. No estamos diseñando todavía cómo programarlo; solo lo estamos descomponiendo.</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Los elementos dibujados pertenecen a su representación visual. El jugador produciría alguna entrada. Existirían reglas que decidirían qué está permitido y qué significa alcanzar el objetivo. El juego necesitaría recordar cierto estado. También podrían existir interacciones físicas. Y el resultado debería comunicarse mediante algún feedback visual o sonoro.</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Finalmente, una partida suele tener algún tipo de inicio, desarrollo y final.</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Este modelo nos servirá más adelante para entender qué responsabilidades estamos delegando al motor y cuáles tendremos que programar nosotros.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A modo de ejemplo, si el juego recuerda que ya hemos alcanzado la meta, eso pertenece al estado mientras que si muesta una pantalla de "Victoria", eso pertenece a la representación.</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5:notes"/>
          <p:cNvSpPr/>
          <p:nvPr>
            <p:ph idx="2" type="sldImg"/>
          </p:nvPr>
        </p:nvSpPr>
        <p:spPr>
          <a:xfrm>
            <a:off x="216000" y="812520"/>
            <a:ext cx="7126560" cy="40082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 name="Google Shape;301;p5:notes"/>
          <p:cNvSpPr txBox="1"/>
          <p:nvPr>
            <p:ph idx="1" type="body"/>
          </p:nvPr>
        </p:nvSpPr>
        <p:spPr>
          <a:xfrm>
            <a:off x="756000" y="5078520"/>
            <a:ext cx="6046920" cy="48103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En Unity, cada ventana o panel responde a una pregunta:</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 Project: Muestra los recursos que forman parte del proyecto.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 Hierarchy: Nnos dice qué GameObjects () existen en la escena actual.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 Scene: Es nuestro espacio de edición.</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 Inspector: Muestra la configuración del elemento que seleccionamos.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 Game: Enseña el resultado que recibe el jugador.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 Console: Es el lugar al que miraremos cuando Unity tenga mensajes, advertencias o errores que debamos revisar.</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Fijaos en siguente: el proyecto contiene recursos, entre ellos escenas. Por tanto, proyecto y escena no son lo mismo.</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También necesitamos distinguir también dos estados de trabajo:</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 En Edit Mode construimos y guardamos.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 Play Mode sirve para ejecutar y probar.</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Como regla práctica, no utilicéis Play Mode como vuestra forma normal de editar esperando conservar después el estado que habéis producido durante la ejecución. </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16" name="Google Shape;316;p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8" name="Google Shape;328;p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5" name="Google Shape;335;p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3" name="Google Shape;343;p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9" name="Google Shape;349;p1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5" name="Google Shape;355;p1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1" name="Google Shape;361;p1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3:notes"/>
          <p:cNvSpPr/>
          <p:nvPr>
            <p:ph idx="2" type="sldImg"/>
          </p:nvPr>
        </p:nvSpPr>
        <p:spPr>
          <a:xfrm>
            <a:off x="216000" y="812520"/>
            <a:ext cx="7126560" cy="40082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7" name="Google Shape;367;p13:notes"/>
          <p:cNvSpPr txBox="1"/>
          <p:nvPr>
            <p:ph idx="1" type="body"/>
          </p:nvPr>
        </p:nvSpPr>
        <p:spPr>
          <a:xfrm>
            <a:off x="756000" y="5078520"/>
            <a:ext cx="6046920" cy="48103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Los elementos fundamentales de una escena son GameObjects. Pero un GameObject no significa “sprite” (es una imagen 2D que Unity puede usar como recurso gráfico dentro de una escena), “personaje” ni “cosa visible”.</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Las capacidades concretas se incorporan mediante Components.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Un GameObject tiene Transform, que veremos enseguida, y puede tener además otros componentes. Por ejemplo, SpriteRenderer podrá darle capacidad de representar un Sprite.</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Por tanto, Unity construye gran parte de la funcionalidad mediante composición: combinamos componentes con responsabilidades diferentes.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Como conocéis orientación a objetos, quiero prevenir dos asociaciones inapropiadas.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Primera: esta composición vía diferentes componentes no significa herencia de clases.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Segunda: los Components no aparecen como hijos del GameObject en Hierarchy. Hierarchy representa GameObjects y sus relaciones padre-hijo. Los Components se observan y configuran en Inspector.</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Y recordad otra consecuencia: un GameObject puede existir perfectamente sin ser visible.</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14:notes"/>
          <p:cNvSpPr/>
          <p:nvPr>
            <p:ph idx="2" type="sldImg"/>
          </p:nvPr>
        </p:nvSpPr>
        <p:spPr>
          <a:xfrm>
            <a:off x="216000" y="812520"/>
            <a:ext cx="7126560" cy="40082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4" name="Google Shape;384;p14:notes"/>
          <p:cNvSpPr txBox="1"/>
          <p:nvPr>
            <p:ph idx="1" type="body"/>
          </p:nvPr>
        </p:nvSpPr>
        <p:spPr>
          <a:xfrm>
            <a:off x="756000" y="5078520"/>
            <a:ext cx="6046920" cy="48103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Añadir o quitar un Component modifica las capacidades del GameObject, no crea ni destruye un hijo en Hierarchy.</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1" name="Google Shape;391;p1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1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7" name="Google Shape;397;p1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03" name="Google Shape;403;p1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09" name="Google Shape;409;p1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1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16" name="Google Shape;416;p1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2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23" name="Google Shape;423;p2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2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29" name="Google Shape;429;p2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2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35" name="Google Shape;435;p2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2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42" name="Google Shape;442;p2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2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49" name="Google Shape;449;p2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25:notes"/>
          <p:cNvSpPr/>
          <p:nvPr>
            <p:ph idx="2" type="sldImg"/>
          </p:nvPr>
        </p:nvSpPr>
        <p:spPr>
          <a:xfrm>
            <a:off x="216000" y="812520"/>
            <a:ext cx="7126560" cy="40082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5" name="Google Shape;455;p25:notes"/>
          <p:cNvSpPr txBox="1"/>
          <p:nvPr>
            <p:ph idx="1" type="body"/>
          </p:nvPr>
        </p:nvSpPr>
        <p:spPr>
          <a:xfrm>
            <a:off x="756000" y="5078520"/>
            <a:ext cx="6046920" cy="48103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Todo GameObject dispone de Transform.</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Transform no significa simplemente “las coordenadas”. Reúne tres aspectos básicos de su transformación: posición, rotación y escala.</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Trabajando en 2D la la colocación espacial se comprende fundamentalmente mediante X e Y.</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Unity mantiene también Z en 2D. Pero no vamos a utilizar Z como truco para resolver qué Sprite se dibuja delante de otro. Cuando lleguemos a los sprites utilizaremos el mecanismo específico de ordenación 2D.</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Transform puede modificarse numéricamente desde Inspector o manipulando el objeto desde Scene. No son dos sistemas independientes: estamos modificando las mismas propiedades de dos formas diferentes.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Ahora Jugador todavía no tiene una imagen asignada. En unos minutos será visible y podréis observar directamente los efectos de posición, rotación y escala.</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2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79" name="Google Shape;479;p2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2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86" name="Google Shape;486;p2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2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92" name="Google Shape;492;p2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2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98" name="Google Shape;498;p2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04" name="Google Shape;504;p3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31:notes"/>
          <p:cNvSpPr/>
          <p:nvPr>
            <p:ph idx="2" type="sldImg"/>
          </p:nvPr>
        </p:nvSpPr>
        <p:spPr>
          <a:xfrm>
            <a:off x="216000" y="812520"/>
            <a:ext cx="7126560" cy="40082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0" name="Google Shape;510;p31:notes"/>
          <p:cNvSpPr txBox="1"/>
          <p:nvPr>
            <p:ph idx="1" type="body"/>
          </p:nvPr>
        </p:nvSpPr>
        <p:spPr>
          <a:xfrm>
            <a:off x="756000" y="5078520"/>
            <a:ext cx="6046920" cy="48103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Hierarchy y Scene representan aspectos complementarios.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Hierarchy nos permite saber qué GameObjects existen y establecer relaciones padre-hijo. Scene nos muestra su colocación espacial.</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Cuando un GameObject tiene padre, sus valores locales se interpretan respecto a ese padre.</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Por ejemplo, una roca puede estar una unidad a la derecha de Decorado. Esa relación local puede mantenerse aunque movamos el padre completo. La posición de la roca en el mundo habrá cambiado, pero su desplazamiento respecto del padre puede seguir siendo el mismo.</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La misma idea general se aplica a orientación y escala: transformar al padre influye en cómo terminan situándose sus hijos en el mundo.</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No necesitamos matrices ni matemáticas de transformaciones para utilizar esto correctamente en nuestra escena.</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“Padre” e “hijo” son relaciones entre GameObjects de la escena. No estamos hablando de herencia entre clases.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32:notes"/>
          <p:cNvSpPr/>
          <p:nvPr>
            <p:ph idx="2" type="sldImg"/>
          </p:nvPr>
        </p:nvSpPr>
        <p:spPr>
          <a:xfrm>
            <a:off x="216000" y="812520"/>
            <a:ext cx="7126560" cy="40082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4" name="Google Shape;534;p32:notes"/>
          <p:cNvSpPr txBox="1"/>
          <p:nvPr>
            <p:ph idx="1" type="body"/>
          </p:nvPr>
        </p:nvSpPr>
        <p:spPr>
          <a:xfrm>
            <a:off x="756000" y="5078520"/>
            <a:ext cx="6046920" cy="48103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Ahora vamos a introducir los recursos gráficos.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El archivo PNG que incorporamos al proyecto es un recurso. En un proyecto 2D correctamente configurado, Unity puede importarlo para utilizarlo como Sprite.</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Pero el Sprite del proyecto y el GameObject de la escena siguen siendo cosas diferentes.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Nuestro GameObject Jugador ya existe. También tiene SpriteRenderer. Lo que vamos a hacer ahora es indicar qué Sprite debe representar ese componente.</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Este detalle es importante: Sprite es el recurso visual y SpriteRenderer es el Component encargado de representarlo como parte de un GameObject.</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El mismo Sprite podría utilizarse en varios GameObjects.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Además necesitamos controlar qué Sprite aparece delante cuando hay solapamiento. Para eso utilizaremos las herramientas específicas de ordenación 2D: Sorting Layer y Order in Layer. No desplazaremos objetos arbitrariamente en Z para resolver un problema para el que Unity ya ofrece un mecanismo explícito.</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33:notes"/>
          <p:cNvSpPr/>
          <p:nvPr>
            <p:ph idx="2" type="sldImg"/>
          </p:nvPr>
        </p:nvSpPr>
        <p:spPr>
          <a:xfrm>
            <a:off x="216000" y="812520"/>
            <a:ext cx="7126560" cy="40082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2" name="Google Shape;562;p33:notes"/>
          <p:cNvSpPr txBox="1"/>
          <p:nvPr>
            <p:ph idx="1" type="body"/>
          </p:nvPr>
        </p:nvSpPr>
        <p:spPr>
          <a:xfrm>
            <a:off x="756000" y="5078520"/>
            <a:ext cx="6046920" cy="48103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La escena pasa de contener estructuras abstractas a contener objetos 2D realmente visibles.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Asset y GameObject son elementos distintos; Sprite y SpriteRenderer son elementos distintos; Transform produce un efecto visual; la relación padre-hijo afecta a la transformación en mundo; Order in Layer resuelve el orden básico de representación.</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3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69" name="Google Shape;569;p3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3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75" name="Google Shape;575;p3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3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81" name="Google Shape;581;p3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3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87" name="Google Shape;587;p3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3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93" name="Google Shape;593;p3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3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99" name="Google Shape;599;p3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4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06" name="Google Shape;606;p4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4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13" name="Google Shape;613;p4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4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19" name="Google Shape;619;p4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4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25" name="Google Shape;625;p4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4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31" name="Google Shape;631;p4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4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38" name="Google Shape;638;p4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4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44" name="Google Shape;644;p4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4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50" name="Google Shape;650;p4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4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56" name="Google Shape;656;p4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49:notes"/>
          <p:cNvSpPr/>
          <p:nvPr>
            <p:ph idx="2" type="sldImg"/>
          </p:nvPr>
        </p:nvSpPr>
        <p:spPr>
          <a:xfrm>
            <a:off x="216000" y="812520"/>
            <a:ext cx="7126560" cy="40082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2" name="Google Shape;662;p49:notes"/>
          <p:cNvSpPr txBox="1"/>
          <p:nvPr>
            <p:ph idx="1" type="body"/>
          </p:nvPr>
        </p:nvSpPr>
        <p:spPr>
          <a:xfrm>
            <a:off x="756000" y="5078520"/>
            <a:ext cx="6046920" cy="48103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Ya tenemos una escena visual. Ahora podemos responder a una pregunta técnica importante para comprender el motor: ¿qué significa renderizarla?</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Renderizar significa producir la representación visual de un frame.</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Nosotros configuramos GameObjects, Components, recursos y una Camera. Durante la ejecución, Unity utiliza esa configuración para generar repetidamente las imágenes que terminamos observando en Game View.</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Por eso una escena estática también se está renderizando en tiempo real. Simplemente muchos frames consecutivos producen prácticamente la misma imagen.</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Tiempo real significa que esas imágenes deben producirse con suficiente rapidez mientras la aplicación está funcionando. Un proceso offline puede permitirse dedicar mucho más tiempo a cada imagen.</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Eso no significa que tiempo real sea sinónimo de gráficos simples ni que offline sea necesariamente fotorealista.</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Tampoco significa que renderizar sea exportar un PNG o un vídeo.</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Ahora entra la Camera. Scene View es nuestra vista libre de edición. La Camera del juego determina el encuadre que llegará a Game View.</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Para esta escena 2D utilizaremos una proyección ortográfica y solo necesitamos ajustar su posición y su tamaño de encuadre.</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50:notes"/>
          <p:cNvSpPr/>
          <p:nvPr>
            <p:ph idx="2" type="sldImg"/>
          </p:nvPr>
        </p:nvSpPr>
        <p:spPr>
          <a:xfrm>
            <a:off x="216000" y="812520"/>
            <a:ext cx="7126560" cy="40082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9" name="Google Shape;699;p50:notes"/>
          <p:cNvSpPr txBox="1"/>
          <p:nvPr>
            <p:ph idx="1" type="body"/>
          </p:nvPr>
        </p:nvSpPr>
        <p:spPr>
          <a:xfrm>
            <a:off x="756000" y="5078520"/>
            <a:ext cx="6046920" cy="48103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Scene View es una vista de trabajo; Game View depende de Camera; Unity está produciendo el resultado renderizado durante Play Mode; Play Mode sirve para probar, no para sustituir la edición normal.</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5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06" name="Google Shape;706;p5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5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12" name="Google Shape;712;p5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5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18" name="Google Shape;718;p5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5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24" name="Google Shape;724;p5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5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30" name="Google Shape;730;p5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5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36" name="Google Shape;736;p5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5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42" name="Google Shape;742;p5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5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48" name="Google Shape;748;p5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5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54" name="Google Shape;754;p5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6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60" name="Google Shape;760;p6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6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66" name="Google Shape;766;p6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62:notes"/>
          <p:cNvSpPr/>
          <p:nvPr>
            <p:ph idx="2" type="sldImg"/>
          </p:nvPr>
        </p:nvSpPr>
        <p:spPr>
          <a:xfrm>
            <a:off x="216000" y="812520"/>
            <a:ext cx="7126560" cy="40082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2" name="Google Shape;772;p62:notes"/>
          <p:cNvSpPr txBox="1"/>
          <p:nvPr>
            <p:ph idx="1" type="body"/>
          </p:nvPr>
        </p:nvSpPr>
        <p:spPr>
          <a:xfrm>
            <a:off x="756000" y="5078520"/>
            <a:ext cx="6046920" cy="48103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Ahora tenemos una roca configurada. Queremos varias.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Podríamos duplicarla varias veces y mantener cada copia por separado. Para dos objetos puede parecer aceptable. Cuando el proyecto crece, deja de ser una buena forma de definir objetos reutilizables.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Unity dispone para este problema de los Prefabs.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Un Prefab es un asset reutilizable que almacena una configuración de uno o varios GameObjects con sus Components y valores.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A partir de ese asset colocamos instancias en una o varias escenas.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Podemos utilizar provisionalmente la palabra “plantilla”, pero con una precisión: las instancias no son simples copias completamente desconectadas. Conservan una relación con el Prefab del que proceden.</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Tampoco debemos convertir la analogía con programación orientada a objetos en una equivalencia. Un Prefab no es una clase C#.</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6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98" name="Google Shape;798;p6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6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05" name="Google Shape;805;p6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6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11" name="Google Shape;811;p6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6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17" name="Google Shape;817;p6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6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23" name="Google Shape;823;p6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6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29" name="Google Shape;829;p6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6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35" name="Google Shape;835;p6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7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41" name="Google Shape;841;p7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71:notes"/>
          <p:cNvSpPr/>
          <p:nvPr>
            <p:ph idx="2" type="sldImg"/>
          </p:nvPr>
        </p:nvSpPr>
        <p:spPr>
          <a:xfrm>
            <a:off x="216000" y="812520"/>
            <a:ext cx="7126560" cy="40082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7" name="Google Shape;847;p71:notes"/>
          <p:cNvSpPr txBox="1"/>
          <p:nvPr>
            <p:ph idx="1" type="body"/>
          </p:nvPr>
        </p:nvSpPr>
        <p:spPr>
          <a:xfrm>
            <a:off x="756000" y="5078520"/>
            <a:ext cx="6046920" cy="48103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Dentro de Assets queremos una estructura que permita entender el proyecto sin investigar durante cinco minutos dónde se guardó cada cosa.</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Utilizaremos Scenes, Scripts, Sprites, Prefabs y Audio. Hoy todavía no tenemos scripts ni audio, pero esas carpetas forman parte de la estructura mínima prevista para las siguientes sesiones.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Los nombres también importan. Roca aporta información; GameObject (7) no.</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Los assets llevan archivos .meta asociados. Esos archivos almacenan identificadores y datos de importación necesarios para mantener correctamente referencias y configuración. Asset y .meta deben mantenerse juntos.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En un proyecto Unity moderno debemos conservar la información relevante de Assets, Packages y ProjectSettings.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En cambio, directorios como Library son datos locales que Unity puede reconstruir y no deben tratarse como código fuente del proyecto.</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7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62" name="Google Shape;862;p7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7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69" name="Google Shape;869;p7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7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75" name="Google Shape;875;p7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7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81" name="Google Shape;881;p7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76:notes"/>
          <p:cNvSpPr/>
          <p:nvPr>
            <p:ph idx="2" type="sldImg"/>
          </p:nvPr>
        </p:nvSpPr>
        <p:spPr>
          <a:xfrm>
            <a:off x="216000" y="812520"/>
            <a:ext cx="7126560" cy="40082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7" name="Google Shape;887;p76:notes"/>
          <p:cNvSpPr txBox="1"/>
          <p:nvPr>
            <p:ph idx="1" type="body"/>
          </p:nvPr>
        </p:nvSpPr>
        <p:spPr>
          <a:xfrm>
            <a:off x="756000" y="5078520"/>
            <a:ext cx="6046920" cy="48103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Project contiene los recursos del proyecto. Un Sprite es uno de esos recursos.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Cuando construimos la escena trabajamos con GameObjects. Sus datos y capacidades se obtienen mediante Components. Transform permite situarlos y transformarlos, mientras Hierarchy y Scene nos ofrecen dos representaciones complementarias de su organización y de su posición.</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SpriteRenderer permite representar un Sprite.</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La Camera determina el encuadre que recibe el jugador. Durante la ejecución, Unity genera repetidamente los frames correspondientes y nosotros observamos ese resultado en Game View.</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Cuando una configuración debe reutilizarse, un Prefab nos permite disponer de un asset común y crear instancias relacionadas con él.</a:t>
            </a:r>
            <a:endParaRPr b="0" sz="2000" u="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6.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7.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7.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7.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1" type="title">
  <p:cSld name="TITLE">
    <p:spTree>
      <p:nvGrpSpPr>
        <p:cNvPr id="13" name="Shape 13"/>
        <p:cNvGrpSpPr/>
        <p:nvPr/>
      </p:nvGrpSpPr>
      <p:grpSpPr>
        <a:xfrm>
          <a:off x="0" y="0"/>
          <a:ext cx="0" cy="0"/>
          <a:chOff x="0" y="0"/>
          <a:chExt cx="0" cy="0"/>
        </a:xfrm>
      </p:grpSpPr>
      <p:sp>
        <p:nvSpPr>
          <p:cNvPr id="14" name="Google Shape;14;g3fa40c21e6a_1_4"/>
          <p:cNvSpPr/>
          <p:nvPr/>
        </p:nvSpPr>
        <p:spPr>
          <a:xfrm>
            <a:off x="6801508" y="4652361"/>
            <a:ext cx="2461871" cy="1042313"/>
          </a:xfrm>
          <a:custGeom>
            <a:rect b="b" l="l" r="r" t="t"/>
            <a:pathLst>
              <a:path extrusionOk="0" h="1549908" w="3660775">
                <a:moveTo>
                  <a:pt x="0" y="1549908"/>
                </a:moveTo>
                <a:lnTo>
                  <a:pt x="3660775" y="1549908"/>
                </a:lnTo>
                <a:lnTo>
                  <a:pt x="3660775" y="0"/>
                </a:lnTo>
                <a:lnTo>
                  <a:pt x="0" y="0"/>
                </a:lnTo>
                <a:close/>
              </a:path>
            </a:pathLst>
          </a:custGeom>
          <a:solidFill>
            <a:srgbClr val="D5D900"/>
          </a:solidFill>
          <a:ln>
            <a:noFill/>
          </a:ln>
        </p:spPr>
      </p:sp>
      <p:sp>
        <p:nvSpPr>
          <p:cNvPr id="15" name="Google Shape;15;g3fa40c21e6a_1_4"/>
          <p:cNvSpPr txBox="1"/>
          <p:nvPr>
            <p:ph type="ctrTitle"/>
          </p:nvPr>
        </p:nvSpPr>
        <p:spPr>
          <a:xfrm>
            <a:off x="708794" y="1651450"/>
            <a:ext cx="8033100" cy="1139400"/>
          </a:xfrm>
          <a:prstGeom prst="rect">
            <a:avLst/>
          </a:prstGeom>
          <a:noFill/>
          <a:ln>
            <a:noFill/>
          </a:ln>
        </p:spPr>
        <p:txBody>
          <a:bodyPr anchorCtr="0" anchor="ctr" bIns="35425" lIns="70875" spcFirstLastPara="1" rIns="70875" wrap="square" tIns="3542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 name="Google Shape;16;g3fa40c21e6a_1_4"/>
          <p:cNvSpPr txBox="1"/>
          <p:nvPr>
            <p:ph idx="1" type="subTitle"/>
          </p:nvPr>
        </p:nvSpPr>
        <p:spPr>
          <a:xfrm>
            <a:off x="1417588" y="3012480"/>
            <a:ext cx="6615300" cy="1358700"/>
          </a:xfrm>
          <a:prstGeom prst="rect">
            <a:avLst/>
          </a:prstGeom>
          <a:noFill/>
          <a:ln>
            <a:noFill/>
          </a:ln>
        </p:spPr>
        <p:txBody>
          <a:bodyPr anchorCtr="0" anchor="t" bIns="35425" lIns="70875" spcFirstLastPara="1" rIns="70875" wrap="square" tIns="35425">
            <a:normAutofit/>
          </a:bodyPr>
          <a:lstStyle>
            <a:lvl1pPr lvl="0" algn="ctr">
              <a:spcBef>
                <a:spcPts val="700"/>
              </a:spcBef>
              <a:spcAft>
                <a:spcPts val="0"/>
              </a:spcAft>
              <a:buClr>
                <a:srgbClr val="888888"/>
              </a:buClr>
              <a:buSzPts val="3300"/>
              <a:buNone/>
              <a:defRPr>
                <a:solidFill>
                  <a:srgbClr val="888888"/>
                </a:solidFill>
              </a:defRPr>
            </a:lvl1pPr>
            <a:lvl2pPr lvl="1" algn="ctr">
              <a:spcBef>
                <a:spcPts val="600"/>
              </a:spcBef>
              <a:spcAft>
                <a:spcPts val="0"/>
              </a:spcAft>
              <a:buClr>
                <a:srgbClr val="888888"/>
              </a:buClr>
              <a:buSzPts val="2900"/>
              <a:buNone/>
              <a:defRPr>
                <a:solidFill>
                  <a:srgbClr val="888888"/>
                </a:solidFill>
              </a:defRPr>
            </a:lvl2pPr>
            <a:lvl3pPr lvl="2" algn="ctr">
              <a:spcBef>
                <a:spcPts val="500"/>
              </a:spcBef>
              <a:spcAft>
                <a:spcPts val="0"/>
              </a:spcAft>
              <a:buClr>
                <a:srgbClr val="888888"/>
              </a:buClr>
              <a:buSzPts val="2500"/>
              <a:buNone/>
              <a:defRPr>
                <a:solidFill>
                  <a:srgbClr val="888888"/>
                </a:solidFill>
              </a:defRPr>
            </a:lvl3pPr>
            <a:lvl4pPr lvl="3" algn="ctr">
              <a:spcBef>
                <a:spcPts val="400"/>
              </a:spcBef>
              <a:spcAft>
                <a:spcPts val="0"/>
              </a:spcAft>
              <a:buClr>
                <a:srgbClr val="888888"/>
              </a:buClr>
              <a:buSzPts val="2100"/>
              <a:buNone/>
              <a:defRPr>
                <a:solidFill>
                  <a:srgbClr val="888888"/>
                </a:solidFill>
              </a:defRPr>
            </a:lvl4pPr>
            <a:lvl5pPr lvl="4" algn="ctr">
              <a:spcBef>
                <a:spcPts val="400"/>
              </a:spcBef>
              <a:spcAft>
                <a:spcPts val="0"/>
              </a:spcAft>
              <a:buClr>
                <a:srgbClr val="888888"/>
              </a:buClr>
              <a:buSzPts val="2100"/>
              <a:buNone/>
              <a:defRPr>
                <a:solidFill>
                  <a:srgbClr val="888888"/>
                </a:solidFill>
              </a:defRPr>
            </a:lvl5pPr>
            <a:lvl6pPr lvl="5" algn="ctr">
              <a:spcBef>
                <a:spcPts val="400"/>
              </a:spcBef>
              <a:spcAft>
                <a:spcPts val="0"/>
              </a:spcAft>
              <a:buClr>
                <a:srgbClr val="888888"/>
              </a:buClr>
              <a:buSzPts val="2100"/>
              <a:buNone/>
              <a:defRPr>
                <a:solidFill>
                  <a:srgbClr val="888888"/>
                </a:solidFill>
              </a:defRPr>
            </a:lvl6pPr>
            <a:lvl7pPr lvl="6" algn="ctr">
              <a:spcBef>
                <a:spcPts val="400"/>
              </a:spcBef>
              <a:spcAft>
                <a:spcPts val="0"/>
              </a:spcAft>
              <a:buClr>
                <a:srgbClr val="888888"/>
              </a:buClr>
              <a:buSzPts val="2100"/>
              <a:buNone/>
              <a:defRPr>
                <a:solidFill>
                  <a:srgbClr val="888888"/>
                </a:solidFill>
              </a:defRPr>
            </a:lvl7pPr>
            <a:lvl8pPr lvl="7" algn="ctr">
              <a:spcBef>
                <a:spcPts val="400"/>
              </a:spcBef>
              <a:spcAft>
                <a:spcPts val="0"/>
              </a:spcAft>
              <a:buClr>
                <a:srgbClr val="888888"/>
              </a:buClr>
              <a:buSzPts val="2100"/>
              <a:buNone/>
              <a:defRPr>
                <a:solidFill>
                  <a:srgbClr val="888888"/>
                </a:solidFill>
              </a:defRPr>
            </a:lvl8pPr>
            <a:lvl9pPr lvl="8" algn="ctr">
              <a:spcBef>
                <a:spcPts val="400"/>
              </a:spcBef>
              <a:spcAft>
                <a:spcPts val="0"/>
              </a:spcAft>
              <a:buClr>
                <a:srgbClr val="888888"/>
              </a:buClr>
              <a:buSzPts val="2100"/>
              <a:buNone/>
              <a:defRPr>
                <a:solidFill>
                  <a:srgbClr val="888888"/>
                </a:solidFill>
              </a:defRPr>
            </a:lvl9pPr>
          </a:lstStyle>
          <a:p/>
        </p:txBody>
      </p:sp>
      <p:sp>
        <p:nvSpPr>
          <p:cNvPr id="17" name="Google Shape;17;g3fa40c21e6a_1_4"/>
          <p:cNvSpPr/>
          <p:nvPr/>
        </p:nvSpPr>
        <p:spPr>
          <a:xfrm>
            <a:off x="0" y="1776614"/>
            <a:ext cx="892679" cy="3828477"/>
          </a:xfrm>
          <a:custGeom>
            <a:rect b="b" l="l" r="r" t="t"/>
            <a:pathLst>
              <a:path extrusionOk="0" h="5692902" w="1327404">
                <a:moveTo>
                  <a:pt x="0" y="0"/>
                </a:moveTo>
                <a:lnTo>
                  <a:pt x="0" y="5692902"/>
                </a:lnTo>
                <a:lnTo>
                  <a:pt x="1327404" y="2846578"/>
                </a:lnTo>
                <a:close/>
              </a:path>
            </a:pathLst>
          </a:custGeom>
          <a:solidFill>
            <a:srgbClr val="1C9F6F"/>
          </a:solidFill>
          <a:ln>
            <a:noFill/>
          </a:ln>
        </p:spPr>
      </p:sp>
      <p:sp>
        <p:nvSpPr>
          <p:cNvPr id="18" name="Google Shape;18;g3fa40c21e6a_1_4"/>
          <p:cNvSpPr/>
          <p:nvPr/>
        </p:nvSpPr>
        <p:spPr>
          <a:xfrm>
            <a:off x="9057736" y="0"/>
            <a:ext cx="1022413" cy="2044826"/>
          </a:xfrm>
          <a:custGeom>
            <a:rect b="b" l="l" r="r" t="t"/>
            <a:pathLst>
              <a:path extrusionOk="0" h="3040634" w="1520317">
                <a:moveTo>
                  <a:pt x="1520317" y="0"/>
                </a:moveTo>
                <a:cubicBezTo>
                  <a:pt x="680720" y="0"/>
                  <a:pt x="0" y="680720"/>
                  <a:pt x="0" y="1520317"/>
                </a:cubicBezTo>
                <a:cubicBezTo>
                  <a:pt x="0" y="2359914"/>
                  <a:pt x="680720" y="3040634"/>
                  <a:pt x="1520317" y="3040634"/>
                </a:cubicBezTo>
                <a:lnTo>
                  <a:pt x="1520317" y="0"/>
                </a:ln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pic>
        <p:nvPicPr>
          <p:cNvPr id="19" name="Google Shape;19;g3fa40c21e6a_1_4"/>
          <p:cNvPicPr preferRelativeResize="0"/>
          <p:nvPr/>
        </p:nvPicPr>
        <p:blipFill rotWithShape="1">
          <a:blip r:embed="rId2">
            <a:alphaModFix/>
          </a:blip>
          <a:srcRect b="28983" l="0" r="0" t="28136"/>
          <a:stretch/>
        </p:blipFill>
        <p:spPr>
          <a:xfrm>
            <a:off x="472529" y="0"/>
            <a:ext cx="3096034" cy="132764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circular y contenido 1">
  <p:cSld name="Título circular y contenido 1">
    <p:spTree>
      <p:nvGrpSpPr>
        <p:cNvPr id="20" name="Shape 20"/>
        <p:cNvGrpSpPr/>
        <p:nvPr/>
      </p:nvGrpSpPr>
      <p:grpSpPr>
        <a:xfrm>
          <a:off x="0" y="0"/>
          <a:ext cx="0" cy="0"/>
          <a:chOff x="0" y="0"/>
          <a:chExt cx="0" cy="0"/>
        </a:xfrm>
      </p:grpSpPr>
      <p:sp>
        <p:nvSpPr>
          <p:cNvPr id="21" name="Google Shape;21;g3fa40c21e6a_1_11"/>
          <p:cNvSpPr/>
          <p:nvPr/>
        </p:nvSpPr>
        <p:spPr>
          <a:xfrm>
            <a:off x="472529" y="921709"/>
            <a:ext cx="3292612" cy="3292612"/>
          </a:xfrm>
          <a:custGeom>
            <a:rect b="b" l="l" r="r" t="t"/>
            <a:pathLst>
              <a:path extrusionOk="0" h="4248531" w="4248531">
                <a:moveTo>
                  <a:pt x="0" y="0"/>
                </a:moveTo>
                <a:lnTo>
                  <a:pt x="4248531" y="0"/>
                </a:lnTo>
                <a:lnTo>
                  <a:pt x="4248531" y="4248531"/>
                </a:lnTo>
                <a:lnTo>
                  <a:pt x="0" y="4248531"/>
                </a:lnTo>
                <a:lnTo>
                  <a:pt x="0" y="0"/>
                </a:lnTo>
                <a:close/>
              </a:path>
            </a:pathLst>
          </a:custGeom>
          <a:blipFill rotWithShape="1">
            <a:blip r:embed="rId2">
              <a:alphaModFix/>
            </a:blip>
            <a:stretch>
              <a:fillRect b="1" l="0" r="1" t="0"/>
            </a:stretch>
          </a:blipFill>
          <a:ln>
            <a:noFill/>
          </a:ln>
        </p:spPr>
        <p:txBody>
          <a:bodyPr anchorCtr="0" anchor="t" bIns="35425" lIns="70875" spcFirstLastPara="1" rIns="70875" wrap="square" tIns="3542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 name="Google Shape;22;g3fa40c21e6a_1_11"/>
          <p:cNvSpPr txBox="1"/>
          <p:nvPr>
            <p:ph idx="1" type="body"/>
          </p:nvPr>
        </p:nvSpPr>
        <p:spPr>
          <a:xfrm>
            <a:off x="3694916" y="767887"/>
            <a:ext cx="5283000" cy="3981000"/>
          </a:xfrm>
          <a:prstGeom prst="rect">
            <a:avLst/>
          </a:prstGeom>
          <a:noFill/>
          <a:ln>
            <a:noFill/>
          </a:ln>
        </p:spPr>
        <p:txBody>
          <a:bodyPr anchorCtr="0" anchor="t" bIns="35425" lIns="70875" spcFirstLastPara="1" rIns="70875" wrap="square" tIns="35425">
            <a:normAutofit/>
          </a:bodyPr>
          <a:lstStyle>
            <a:lvl1pPr indent="-438150" lvl="0" marL="457200" algn="l">
              <a:spcBef>
                <a:spcPts val="700"/>
              </a:spcBef>
              <a:spcAft>
                <a:spcPts val="0"/>
              </a:spcAft>
              <a:buClr>
                <a:schemeClr val="dk1"/>
              </a:buClr>
              <a:buSzPts val="3300"/>
              <a:buChar char="•"/>
              <a:defRPr sz="3300"/>
            </a:lvl1pPr>
            <a:lvl2pPr indent="-412750" lvl="1" marL="914400" algn="l">
              <a:spcBef>
                <a:spcPts val="600"/>
              </a:spcBef>
              <a:spcAft>
                <a:spcPts val="0"/>
              </a:spcAft>
              <a:buClr>
                <a:schemeClr val="dk1"/>
              </a:buClr>
              <a:buSzPts val="2900"/>
              <a:buChar char="–"/>
              <a:defRPr sz="2900"/>
            </a:lvl2pPr>
            <a:lvl3pPr indent="-387350" lvl="2" marL="1371600" algn="l">
              <a:spcBef>
                <a:spcPts val="500"/>
              </a:spcBef>
              <a:spcAft>
                <a:spcPts val="0"/>
              </a:spcAft>
              <a:buClr>
                <a:schemeClr val="dk1"/>
              </a:buClr>
              <a:buSzPts val="2500"/>
              <a:buChar char="•"/>
              <a:defRPr sz="2500"/>
            </a:lvl3pPr>
            <a:lvl4pPr indent="-361950" lvl="3" marL="1828800" algn="l">
              <a:spcBef>
                <a:spcPts val="400"/>
              </a:spcBef>
              <a:spcAft>
                <a:spcPts val="0"/>
              </a:spcAft>
              <a:buClr>
                <a:schemeClr val="dk1"/>
              </a:buClr>
              <a:buSzPts val="2100"/>
              <a:buChar char="–"/>
              <a:defRPr sz="2100"/>
            </a:lvl4pPr>
            <a:lvl5pPr indent="-361950" lvl="4" marL="2286000" algn="l">
              <a:spcBef>
                <a:spcPts val="400"/>
              </a:spcBef>
              <a:spcAft>
                <a:spcPts val="0"/>
              </a:spcAft>
              <a:buClr>
                <a:schemeClr val="dk1"/>
              </a:buClr>
              <a:buSzPts val="2100"/>
              <a:buChar char="»"/>
              <a:defRPr sz="2100"/>
            </a:lvl5pPr>
            <a:lvl6pPr indent="-361950" lvl="5" marL="2743200" algn="l">
              <a:spcBef>
                <a:spcPts val="400"/>
              </a:spcBef>
              <a:spcAft>
                <a:spcPts val="0"/>
              </a:spcAft>
              <a:buClr>
                <a:schemeClr val="dk1"/>
              </a:buClr>
              <a:buSzPts val="2100"/>
              <a:buChar char="•"/>
              <a:defRPr sz="2100"/>
            </a:lvl6pPr>
            <a:lvl7pPr indent="-361950" lvl="6" marL="3200400" algn="l">
              <a:spcBef>
                <a:spcPts val="400"/>
              </a:spcBef>
              <a:spcAft>
                <a:spcPts val="0"/>
              </a:spcAft>
              <a:buClr>
                <a:schemeClr val="dk1"/>
              </a:buClr>
              <a:buSzPts val="2100"/>
              <a:buChar char="•"/>
              <a:defRPr sz="2100"/>
            </a:lvl7pPr>
            <a:lvl8pPr indent="-361950" lvl="7" marL="3657600" algn="l">
              <a:spcBef>
                <a:spcPts val="400"/>
              </a:spcBef>
              <a:spcAft>
                <a:spcPts val="0"/>
              </a:spcAft>
              <a:buClr>
                <a:schemeClr val="dk1"/>
              </a:buClr>
              <a:buSzPts val="2100"/>
              <a:buChar char="•"/>
              <a:defRPr sz="2100"/>
            </a:lvl8pPr>
            <a:lvl9pPr indent="-361950" lvl="8" marL="4114800" algn="l">
              <a:spcBef>
                <a:spcPts val="400"/>
              </a:spcBef>
              <a:spcAft>
                <a:spcPts val="0"/>
              </a:spcAft>
              <a:buClr>
                <a:schemeClr val="dk1"/>
              </a:buClr>
              <a:buSzPts val="2100"/>
              <a:buChar char="•"/>
              <a:defRPr sz="2100"/>
            </a:lvl9pPr>
          </a:lstStyle>
          <a:p/>
        </p:txBody>
      </p:sp>
      <p:sp>
        <p:nvSpPr>
          <p:cNvPr id="23" name="Google Shape;23;g3fa40c21e6a_1_11"/>
          <p:cNvSpPr txBox="1"/>
          <p:nvPr>
            <p:ph type="ctrTitle"/>
          </p:nvPr>
        </p:nvSpPr>
        <p:spPr>
          <a:xfrm>
            <a:off x="964747" y="1686424"/>
            <a:ext cx="2303700" cy="1680600"/>
          </a:xfrm>
          <a:prstGeom prst="rect">
            <a:avLst/>
          </a:prstGeom>
          <a:noFill/>
          <a:ln>
            <a:noFill/>
          </a:ln>
        </p:spPr>
        <p:txBody>
          <a:bodyPr anchorCtr="0" anchor="ctr" bIns="35425" lIns="70875" spcFirstLastPara="1" rIns="70875" wrap="square" tIns="35425">
            <a:normAutofit/>
          </a:bodyPr>
          <a:lstStyle>
            <a:lvl1pPr lvl="0" algn="ctr">
              <a:spcBef>
                <a:spcPts val="0"/>
              </a:spcBef>
              <a:spcAft>
                <a:spcPts val="0"/>
              </a:spcAft>
              <a:buClr>
                <a:schemeClr val="lt1"/>
              </a:buClr>
              <a:buSzPts val="3100"/>
              <a:buFont typeface="PT Sans"/>
              <a:buNone/>
              <a:defRPr sz="3100">
                <a:solidFill>
                  <a:schemeClr val="lt1"/>
                </a:solidFill>
                <a:latin typeface="PT Sans"/>
                <a:ea typeface="PT Sans"/>
                <a:cs typeface="PT Sans"/>
                <a:sym typeface="PT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circular y contenido 2">
  <p:cSld name="Título circular y contenido 2">
    <p:bg>
      <p:bgPr>
        <a:solidFill>
          <a:srgbClr val="F4F8CF"/>
        </a:solidFill>
      </p:bgPr>
    </p:bg>
    <p:spTree>
      <p:nvGrpSpPr>
        <p:cNvPr id="24" name="Shape 24"/>
        <p:cNvGrpSpPr/>
        <p:nvPr/>
      </p:nvGrpSpPr>
      <p:grpSpPr>
        <a:xfrm>
          <a:off x="0" y="0"/>
          <a:ext cx="0" cy="0"/>
          <a:chOff x="0" y="0"/>
          <a:chExt cx="0" cy="0"/>
        </a:xfrm>
      </p:grpSpPr>
      <p:sp>
        <p:nvSpPr>
          <p:cNvPr id="25" name="Google Shape;25;g3fa40c21e6a_1_15"/>
          <p:cNvSpPr/>
          <p:nvPr/>
        </p:nvSpPr>
        <p:spPr>
          <a:xfrm>
            <a:off x="-157510" y="-1049671"/>
            <a:ext cx="10259568" cy="7767275"/>
          </a:xfrm>
          <a:custGeom>
            <a:rect b="b" l="l" r="r" t="t"/>
            <a:pathLst>
              <a:path extrusionOk="0" h="7614975" w="10058400">
                <a:moveTo>
                  <a:pt x="0" y="0"/>
                </a:moveTo>
                <a:lnTo>
                  <a:pt x="10058400" y="0"/>
                </a:lnTo>
                <a:lnTo>
                  <a:pt x="10058400" y="7614975"/>
                </a:lnTo>
                <a:lnTo>
                  <a:pt x="0" y="7614975"/>
                </a:lnTo>
                <a:lnTo>
                  <a:pt x="0" y="0"/>
                </a:lnTo>
                <a:close/>
              </a:path>
            </a:pathLst>
          </a:custGeom>
          <a:blipFill rotWithShape="1">
            <a:blip r:embed="rId2">
              <a:alphaModFix amt="82000"/>
            </a:blip>
            <a:stretch>
              <a:fillRect b="0" l="0" r="0" t="0"/>
            </a:stretch>
          </a:blipFill>
          <a:ln>
            <a:noFill/>
          </a:ln>
        </p:spPr>
      </p:sp>
      <p:sp>
        <p:nvSpPr>
          <p:cNvPr id="26" name="Google Shape;26;g3fa40c21e6a_1_15"/>
          <p:cNvSpPr/>
          <p:nvPr/>
        </p:nvSpPr>
        <p:spPr>
          <a:xfrm>
            <a:off x="472529" y="921709"/>
            <a:ext cx="2740302" cy="2740302"/>
          </a:xfrm>
          <a:custGeom>
            <a:rect b="b" l="l" r="r" t="t"/>
            <a:pathLst>
              <a:path extrusionOk="0" h="4248531" w="4248531">
                <a:moveTo>
                  <a:pt x="0" y="0"/>
                </a:moveTo>
                <a:lnTo>
                  <a:pt x="4248531" y="0"/>
                </a:lnTo>
                <a:lnTo>
                  <a:pt x="4248531" y="4248531"/>
                </a:lnTo>
                <a:lnTo>
                  <a:pt x="0" y="4248531"/>
                </a:lnTo>
                <a:lnTo>
                  <a:pt x="0" y="0"/>
                </a:lnTo>
                <a:close/>
              </a:path>
            </a:pathLst>
          </a:custGeom>
          <a:blipFill rotWithShape="1">
            <a:blip r:embed="rId3">
              <a:alphaModFix/>
            </a:blip>
            <a:stretch>
              <a:fillRect b="1" l="0" r="1" t="0"/>
            </a:stretch>
          </a:blipFill>
          <a:ln>
            <a:noFill/>
          </a:ln>
        </p:spPr>
        <p:txBody>
          <a:bodyPr anchorCtr="0" anchor="t" bIns="35425" lIns="70875" spcFirstLastPara="1" rIns="70875" wrap="square" tIns="35425">
            <a:noAutofit/>
          </a:bodyPr>
          <a:lstStyle/>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p:txBody>
      </p:sp>
      <p:sp>
        <p:nvSpPr>
          <p:cNvPr id="27" name="Google Shape;27;g3fa40c21e6a_1_15"/>
          <p:cNvSpPr txBox="1"/>
          <p:nvPr>
            <p:ph idx="1" type="body"/>
          </p:nvPr>
        </p:nvSpPr>
        <p:spPr>
          <a:xfrm>
            <a:off x="3694916" y="767887"/>
            <a:ext cx="5283000" cy="3981000"/>
          </a:xfrm>
          <a:prstGeom prst="rect">
            <a:avLst/>
          </a:prstGeom>
          <a:noFill/>
          <a:ln>
            <a:noFill/>
          </a:ln>
        </p:spPr>
        <p:txBody>
          <a:bodyPr anchorCtr="0" anchor="t" bIns="35425" lIns="70875" spcFirstLastPara="1" rIns="70875" wrap="square" tIns="35425">
            <a:normAutofit/>
          </a:bodyPr>
          <a:lstStyle>
            <a:lvl1pPr indent="-438150" lvl="0" marL="457200" algn="l">
              <a:spcBef>
                <a:spcPts val="700"/>
              </a:spcBef>
              <a:spcAft>
                <a:spcPts val="0"/>
              </a:spcAft>
              <a:buClr>
                <a:schemeClr val="dk1"/>
              </a:buClr>
              <a:buSzPts val="3300"/>
              <a:buChar char="•"/>
              <a:defRPr sz="3300"/>
            </a:lvl1pPr>
            <a:lvl2pPr indent="-412750" lvl="1" marL="914400" algn="l">
              <a:spcBef>
                <a:spcPts val="600"/>
              </a:spcBef>
              <a:spcAft>
                <a:spcPts val="0"/>
              </a:spcAft>
              <a:buClr>
                <a:schemeClr val="dk1"/>
              </a:buClr>
              <a:buSzPts val="2900"/>
              <a:buChar char="–"/>
              <a:defRPr sz="2900"/>
            </a:lvl2pPr>
            <a:lvl3pPr indent="-387350" lvl="2" marL="1371600" algn="l">
              <a:spcBef>
                <a:spcPts val="500"/>
              </a:spcBef>
              <a:spcAft>
                <a:spcPts val="0"/>
              </a:spcAft>
              <a:buClr>
                <a:schemeClr val="dk1"/>
              </a:buClr>
              <a:buSzPts val="2500"/>
              <a:buChar char="•"/>
              <a:defRPr sz="2500"/>
            </a:lvl3pPr>
            <a:lvl4pPr indent="-361950" lvl="3" marL="1828800" algn="l">
              <a:spcBef>
                <a:spcPts val="400"/>
              </a:spcBef>
              <a:spcAft>
                <a:spcPts val="0"/>
              </a:spcAft>
              <a:buClr>
                <a:schemeClr val="dk1"/>
              </a:buClr>
              <a:buSzPts val="2100"/>
              <a:buChar char="–"/>
              <a:defRPr sz="2100"/>
            </a:lvl4pPr>
            <a:lvl5pPr indent="-361950" lvl="4" marL="2286000" algn="l">
              <a:spcBef>
                <a:spcPts val="400"/>
              </a:spcBef>
              <a:spcAft>
                <a:spcPts val="0"/>
              </a:spcAft>
              <a:buClr>
                <a:schemeClr val="dk1"/>
              </a:buClr>
              <a:buSzPts val="2100"/>
              <a:buChar char="»"/>
              <a:defRPr sz="2100"/>
            </a:lvl5pPr>
            <a:lvl6pPr indent="-361950" lvl="5" marL="2743200" algn="l">
              <a:spcBef>
                <a:spcPts val="400"/>
              </a:spcBef>
              <a:spcAft>
                <a:spcPts val="0"/>
              </a:spcAft>
              <a:buClr>
                <a:schemeClr val="dk1"/>
              </a:buClr>
              <a:buSzPts val="2100"/>
              <a:buChar char="•"/>
              <a:defRPr sz="2100"/>
            </a:lvl6pPr>
            <a:lvl7pPr indent="-361950" lvl="6" marL="3200400" algn="l">
              <a:spcBef>
                <a:spcPts val="400"/>
              </a:spcBef>
              <a:spcAft>
                <a:spcPts val="0"/>
              </a:spcAft>
              <a:buClr>
                <a:schemeClr val="dk1"/>
              </a:buClr>
              <a:buSzPts val="2100"/>
              <a:buChar char="•"/>
              <a:defRPr sz="2100"/>
            </a:lvl7pPr>
            <a:lvl8pPr indent="-361950" lvl="7" marL="3657600" algn="l">
              <a:spcBef>
                <a:spcPts val="400"/>
              </a:spcBef>
              <a:spcAft>
                <a:spcPts val="0"/>
              </a:spcAft>
              <a:buClr>
                <a:schemeClr val="dk1"/>
              </a:buClr>
              <a:buSzPts val="2100"/>
              <a:buChar char="•"/>
              <a:defRPr sz="2100"/>
            </a:lvl8pPr>
            <a:lvl9pPr indent="-361950" lvl="8" marL="4114800" algn="l">
              <a:spcBef>
                <a:spcPts val="400"/>
              </a:spcBef>
              <a:spcAft>
                <a:spcPts val="0"/>
              </a:spcAft>
              <a:buClr>
                <a:schemeClr val="dk1"/>
              </a:buClr>
              <a:buSzPts val="2100"/>
              <a:buChar char="•"/>
              <a:defRPr sz="2100"/>
            </a:lvl9pPr>
          </a:lstStyle>
          <a:p/>
        </p:txBody>
      </p:sp>
      <p:sp>
        <p:nvSpPr>
          <p:cNvPr id="28" name="Google Shape;28;g3fa40c21e6a_1_15"/>
          <p:cNvSpPr txBox="1"/>
          <p:nvPr>
            <p:ph type="ctrTitle"/>
          </p:nvPr>
        </p:nvSpPr>
        <p:spPr>
          <a:xfrm>
            <a:off x="688333" y="1449118"/>
            <a:ext cx="2303700" cy="1680600"/>
          </a:xfrm>
          <a:prstGeom prst="rect">
            <a:avLst/>
          </a:prstGeom>
          <a:noFill/>
          <a:ln>
            <a:noFill/>
          </a:ln>
        </p:spPr>
        <p:txBody>
          <a:bodyPr anchorCtr="0" anchor="ctr" bIns="35425" lIns="70875" spcFirstLastPara="1" rIns="70875" wrap="square" tIns="35425">
            <a:normAutofit/>
          </a:bodyPr>
          <a:lstStyle>
            <a:lvl1pPr lvl="0" algn="ctr">
              <a:spcBef>
                <a:spcPts val="0"/>
              </a:spcBef>
              <a:spcAft>
                <a:spcPts val="0"/>
              </a:spcAft>
              <a:buClr>
                <a:schemeClr val="lt1"/>
              </a:buClr>
              <a:buSzPts val="3100"/>
              <a:buFont typeface="PT Sans"/>
              <a:buNone/>
              <a:defRPr sz="3100">
                <a:solidFill>
                  <a:schemeClr val="lt1"/>
                </a:solidFill>
                <a:latin typeface="PT Sans"/>
                <a:ea typeface="PT Sans"/>
                <a:cs typeface="PT Sans"/>
                <a:sym typeface="PT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írculo cambio de sección 1">
  <p:cSld name="Círculo cambio de sección 1">
    <p:bg>
      <p:bgPr>
        <a:solidFill>
          <a:schemeClr val="lt1"/>
        </a:solidFill>
      </p:bgPr>
    </p:bg>
    <p:spTree>
      <p:nvGrpSpPr>
        <p:cNvPr id="29" name="Shape 29"/>
        <p:cNvGrpSpPr/>
        <p:nvPr/>
      </p:nvGrpSpPr>
      <p:grpSpPr>
        <a:xfrm>
          <a:off x="0" y="0"/>
          <a:ext cx="0" cy="0"/>
          <a:chOff x="0" y="0"/>
          <a:chExt cx="0" cy="0"/>
        </a:xfrm>
      </p:grpSpPr>
      <p:grpSp>
        <p:nvGrpSpPr>
          <p:cNvPr id="30" name="Google Shape;30;g3fa40c21e6a_1_20"/>
          <p:cNvGrpSpPr/>
          <p:nvPr/>
        </p:nvGrpSpPr>
        <p:grpSpPr>
          <a:xfrm>
            <a:off x="-46" y="-1535759"/>
            <a:ext cx="10080370" cy="8741476"/>
            <a:chOff x="2755900" y="-304800"/>
            <a:chExt cx="15112998" cy="12776201"/>
          </a:xfrm>
        </p:grpSpPr>
        <p:pic>
          <p:nvPicPr>
            <p:cNvPr id="31" name="Google Shape;31;g3fa40c21e6a_1_20"/>
            <p:cNvPicPr preferRelativeResize="0"/>
            <p:nvPr/>
          </p:nvPicPr>
          <p:blipFill rotWithShape="1">
            <a:blip r:embed="rId2">
              <a:alphaModFix/>
            </a:blip>
            <a:srcRect b="0" l="0" r="0" t="0"/>
            <a:stretch/>
          </p:blipFill>
          <p:spPr>
            <a:xfrm>
              <a:off x="2755900" y="-304800"/>
              <a:ext cx="7556498" cy="6388101"/>
            </a:xfrm>
            <a:prstGeom prst="rect">
              <a:avLst/>
            </a:prstGeom>
            <a:noFill/>
            <a:ln>
              <a:noFill/>
            </a:ln>
          </p:spPr>
        </p:pic>
        <p:pic>
          <p:nvPicPr>
            <p:cNvPr id="32" name="Google Shape;32;g3fa40c21e6a_1_20"/>
            <p:cNvPicPr preferRelativeResize="0"/>
            <p:nvPr/>
          </p:nvPicPr>
          <p:blipFill rotWithShape="1">
            <a:blip r:embed="rId2">
              <a:alphaModFix/>
            </a:blip>
            <a:srcRect b="0" l="0" r="0" t="0"/>
            <a:stretch/>
          </p:blipFill>
          <p:spPr>
            <a:xfrm>
              <a:off x="10312400" y="-304800"/>
              <a:ext cx="7556498" cy="6388101"/>
            </a:xfrm>
            <a:prstGeom prst="rect">
              <a:avLst/>
            </a:prstGeom>
            <a:noFill/>
            <a:ln>
              <a:noFill/>
            </a:ln>
          </p:spPr>
        </p:pic>
        <p:pic>
          <p:nvPicPr>
            <p:cNvPr id="33" name="Google Shape;33;g3fa40c21e6a_1_20"/>
            <p:cNvPicPr preferRelativeResize="0"/>
            <p:nvPr/>
          </p:nvPicPr>
          <p:blipFill rotWithShape="1">
            <a:blip r:embed="rId2">
              <a:alphaModFix/>
            </a:blip>
            <a:srcRect b="0" l="0" r="0" t="0"/>
            <a:stretch/>
          </p:blipFill>
          <p:spPr>
            <a:xfrm>
              <a:off x="2755900" y="6083300"/>
              <a:ext cx="7556498" cy="6388101"/>
            </a:xfrm>
            <a:prstGeom prst="rect">
              <a:avLst/>
            </a:prstGeom>
            <a:noFill/>
            <a:ln>
              <a:noFill/>
            </a:ln>
          </p:spPr>
        </p:pic>
        <p:pic>
          <p:nvPicPr>
            <p:cNvPr id="34" name="Google Shape;34;g3fa40c21e6a_1_20"/>
            <p:cNvPicPr preferRelativeResize="0"/>
            <p:nvPr/>
          </p:nvPicPr>
          <p:blipFill rotWithShape="1">
            <a:blip r:embed="rId2">
              <a:alphaModFix/>
            </a:blip>
            <a:srcRect b="0" l="0" r="0" t="0"/>
            <a:stretch/>
          </p:blipFill>
          <p:spPr>
            <a:xfrm>
              <a:off x="10312400" y="6083300"/>
              <a:ext cx="7556498" cy="6388101"/>
            </a:xfrm>
            <a:prstGeom prst="rect">
              <a:avLst/>
            </a:prstGeom>
            <a:noFill/>
            <a:ln>
              <a:noFill/>
            </a:ln>
          </p:spPr>
        </p:pic>
      </p:grpSp>
      <p:sp>
        <p:nvSpPr>
          <p:cNvPr id="35" name="Google Shape;35;g3fa40c21e6a_1_20"/>
          <p:cNvSpPr/>
          <p:nvPr/>
        </p:nvSpPr>
        <p:spPr>
          <a:xfrm>
            <a:off x="2851873" y="818882"/>
            <a:ext cx="4057816" cy="4057816"/>
          </a:xfrm>
          <a:custGeom>
            <a:rect b="b" l="l" r="r" t="t"/>
            <a:pathLst>
              <a:path extrusionOk="0" h="3930088" w="3930088">
                <a:moveTo>
                  <a:pt x="0" y="0"/>
                </a:moveTo>
                <a:lnTo>
                  <a:pt x="3930088" y="0"/>
                </a:lnTo>
                <a:lnTo>
                  <a:pt x="3930088" y="3930088"/>
                </a:lnTo>
                <a:lnTo>
                  <a:pt x="0" y="3930088"/>
                </a:lnTo>
                <a:lnTo>
                  <a:pt x="0" y="0"/>
                </a:lnTo>
                <a:close/>
              </a:path>
            </a:pathLst>
          </a:custGeom>
          <a:blipFill rotWithShape="1">
            <a:blip r:embed="rId3">
              <a:alphaModFix/>
            </a:blip>
            <a:stretch>
              <a:fillRect b="0" l="0" r="0" t="0"/>
            </a:stretch>
          </a:blipFill>
          <a:ln>
            <a:noFill/>
          </a:ln>
        </p:spPr>
      </p:sp>
      <p:sp>
        <p:nvSpPr>
          <p:cNvPr id="36" name="Google Shape;36;g3fa40c21e6a_1_20"/>
          <p:cNvSpPr txBox="1"/>
          <p:nvPr>
            <p:ph type="ctrTitle"/>
          </p:nvPr>
        </p:nvSpPr>
        <p:spPr>
          <a:xfrm>
            <a:off x="3445526" y="1594842"/>
            <a:ext cx="2835300" cy="2598900"/>
          </a:xfrm>
          <a:prstGeom prst="rect">
            <a:avLst/>
          </a:prstGeom>
          <a:noFill/>
          <a:ln>
            <a:noFill/>
          </a:ln>
        </p:spPr>
        <p:txBody>
          <a:bodyPr anchorCtr="0" anchor="ctr" bIns="35425" lIns="70875" spcFirstLastPara="1" rIns="70875" wrap="square" tIns="35425">
            <a:normAutofit/>
          </a:bodyPr>
          <a:lstStyle>
            <a:lvl1pPr lvl="0" algn="ctr">
              <a:spcBef>
                <a:spcPts val="0"/>
              </a:spcBef>
              <a:spcAft>
                <a:spcPts val="0"/>
              </a:spcAft>
              <a:buClr>
                <a:schemeClr val="lt1"/>
              </a:buClr>
              <a:buSzPts val="3400"/>
              <a:buFont typeface="PT Sans"/>
              <a:buNone/>
              <a:defRPr sz="3400">
                <a:solidFill>
                  <a:schemeClr val="lt1"/>
                </a:solidFill>
                <a:latin typeface="PT Sans"/>
                <a:ea typeface="PT Sans"/>
                <a:cs typeface="PT Sans"/>
                <a:sym typeface="PT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írculo cambio de sección 2">
  <p:cSld name="Círculo cambio de sección 2">
    <p:bg>
      <p:bgPr>
        <a:solidFill>
          <a:schemeClr val="accent1"/>
        </a:solidFill>
      </p:bgPr>
    </p:bg>
    <p:spTree>
      <p:nvGrpSpPr>
        <p:cNvPr id="37" name="Shape 37"/>
        <p:cNvGrpSpPr/>
        <p:nvPr/>
      </p:nvGrpSpPr>
      <p:grpSpPr>
        <a:xfrm>
          <a:off x="0" y="0"/>
          <a:ext cx="0" cy="0"/>
          <a:chOff x="0" y="0"/>
          <a:chExt cx="0" cy="0"/>
        </a:xfrm>
      </p:grpSpPr>
      <p:grpSp>
        <p:nvGrpSpPr>
          <p:cNvPr id="38" name="Google Shape;38;g3fa40c21e6a_1_28"/>
          <p:cNvGrpSpPr/>
          <p:nvPr/>
        </p:nvGrpSpPr>
        <p:grpSpPr>
          <a:xfrm>
            <a:off x="-46" y="-1535759"/>
            <a:ext cx="10080370" cy="8741476"/>
            <a:chOff x="2755900" y="-304800"/>
            <a:chExt cx="15112998" cy="12776201"/>
          </a:xfrm>
        </p:grpSpPr>
        <p:pic>
          <p:nvPicPr>
            <p:cNvPr id="39" name="Google Shape;39;g3fa40c21e6a_1_28"/>
            <p:cNvPicPr preferRelativeResize="0"/>
            <p:nvPr/>
          </p:nvPicPr>
          <p:blipFill rotWithShape="1">
            <a:blip r:embed="rId2">
              <a:alphaModFix/>
            </a:blip>
            <a:srcRect b="0" l="0" r="0" t="0"/>
            <a:stretch/>
          </p:blipFill>
          <p:spPr>
            <a:xfrm>
              <a:off x="2755900" y="-304800"/>
              <a:ext cx="7556498" cy="6388101"/>
            </a:xfrm>
            <a:prstGeom prst="rect">
              <a:avLst/>
            </a:prstGeom>
            <a:noFill/>
            <a:ln>
              <a:noFill/>
            </a:ln>
          </p:spPr>
        </p:pic>
        <p:pic>
          <p:nvPicPr>
            <p:cNvPr id="40" name="Google Shape;40;g3fa40c21e6a_1_28"/>
            <p:cNvPicPr preferRelativeResize="0"/>
            <p:nvPr/>
          </p:nvPicPr>
          <p:blipFill rotWithShape="1">
            <a:blip r:embed="rId2">
              <a:alphaModFix/>
            </a:blip>
            <a:srcRect b="0" l="0" r="0" t="0"/>
            <a:stretch/>
          </p:blipFill>
          <p:spPr>
            <a:xfrm>
              <a:off x="10312400" y="-304800"/>
              <a:ext cx="7556498" cy="6388101"/>
            </a:xfrm>
            <a:prstGeom prst="rect">
              <a:avLst/>
            </a:prstGeom>
            <a:noFill/>
            <a:ln>
              <a:noFill/>
            </a:ln>
          </p:spPr>
        </p:pic>
        <p:pic>
          <p:nvPicPr>
            <p:cNvPr id="41" name="Google Shape;41;g3fa40c21e6a_1_28"/>
            <p:cNvPicPr preferRelativeResize="0"/>
            <p:nvPr/>
          </p:nvPicPr>
          <p:blipFill rotWithShape="1">
            <a:blip r:embed="rId2">
              <a:alphaModFix/>
            </a:blip>
            <a:srcRect b="0" l="0" r="0" t="0"/>
            <a:stretch/>
          </p:blipFill>
          <p:spPr>
            <a:xfrm>
              <a:off x="2755900" y="6083300"/>
              <a:ext cx="7556498" cy="6388101"/>
            </a:xfrm>
            <a:prstGeom prst="rect">
              <a:avLst/>
            </a:prstGeom>
            <a:noFill/>
            <a:ln>
              <a:noFill/>
            </a:ln>
          </p:spPr>
        </p:pic>
        <p:pic>
          <p:nvPicPr>
            <p:cNvPr id="42" name="Google Shape;42;g3fa40c21e6a_1_28"/>
            <p:cNvPicPr preferRelativeResize="0"/>
            <p:nvPr/>
          </p:nvPicPr>
          <p:blipFill rotWithShape="1">
            <a:blip r:embed="rId2">
              <a:alphaModFix/>
            </a:blip>
            <a:srcRect b="0" l="0" r="0" t="0"/>
            <a:stretch/>
          </p:blipFill>
          <p:spPr>
            <a:xfrm>
              <a:off x="10312400" y="6083300"/>
              <a:ext cx="7556498" cy="6388101"/>
            </a:xfrm>
            <a:prstGeom prst="rect">
              <a:avLst/>
            </a:prstGeom>
            <a:noFill/>
            <a:ln>
              <a:noFill/>
            </a:ln>
          </p:spPr>
        </p:pic>
      </p:grpSp>
      <p:sp>
        <p:nvSpPr>
          <p:cNvPr id="43" name="Google Shape;43;g3fa40c21e6a_1_28"/>
          <p:cNvSpPr/>
          <p:nvPr/>
        </p:nvSpPr>
        <p:spPr>
          <a:xfrm>
            <a:off x="2851873" y="818882"/>
            <a:ext cx="4057816" cy="4057816"/>
          </a:xfrm>
          <a:custGeom>
            <a:rect b="b" l="l" r="r" t="t"/>
            <a:pathLst>
              <a:path extrusionOk="0" h="3930088" w="3930088">
                <a:moveTo>
                  <a:pt x="0" y="0"/>
                </a:moveTo>
                <a:lnTo>
                  <a:pt x="3930088" y="0"/>
                </a:lnTo>
                <a:lnTo>
                  <a:pt x="3930088" y="3930088"/>
                </a:lnTo>
                <a:lnTo>
                  <a:pt x="0" y="3930088"/>
                </a:lnTo>
                <a:lnTo>
                  <a:pt x="0" y="0"/>
                </a:lnTo>
                <a:close/>
              </a:path>
            </a:pathLst>
          </a:custGeom>
          <a:blipFill rotWithShape="1">
            <a:blip r:embed="rId3">
              <a:alphaModFix/>
            </a:blip>
            <a:stretch>
              <a:fillRect b="0" l="0" r="0" t="0"/>
            </a:stretch>
          </a:blipFill>
          <a:ln>
            <a:noFill/>
          </a:ln>
        </p:spPr>
      </p:sp>
      <p:sp>
        <p:nvSpPr>
          <p:cNvPr id="44" name="Google Shape;44;g3fa40c21e6a_1_28"/>
          <p:cNvSpPr txBox="1"/>
          <p:nvPr>
            <p:ph type="ctrTitle"/>
          </p:nvPr>
        </p:nvSpPr>
        <p:spPr>
          <a:xfrm>
            <a:off x="3445526" y="1594842"/>
            <a:ext cx="2835300" cy="2598900"/>
          </a:xfrm>
          <a:prstGeom prst="rect">
            <a:avLst/>
          </a:prstGeom>
          <a:noFill/>
          <a:ln>
            <a:noFill/>
          </a:ln>
        </p:spPr>
        <p:txBody>
          <a:bodyPr anchorCtr="0" anchor="ctr" bIns="35425" lIns="70875" spcFirstLastPara="1" rIns="70875" wrap="square" tIns="35425">
            <a:normAutofit/>
          </a:bodyPr>
          <a:lstStyle>
            <a:lvl1pPr lvl="0" algn="ctr">
              <a:spcBef>
                <a:spcPts val="0"/>
              </a:spcBef>
              <a:spcAft>
                <a:spcPts val="0"/>
              </a:spcAft>
              <a:buClr>
                <a:schemeClr val="lt1"/>
              </a:buClr>
              <a:buSzPts val="3400"/>
              <a:buFont typeface="PT Sans"/>
              <a:buNone/>
              <a:defRPr sz="3400">
                <a:solidFill>
                  <a:schemeClr val="lt1"/>
                </a:solidFill>
                <a:latin typeface="PT Sans"/>
                <a:ea typeface="PT Sans"/>
                <a:cs typeface="PT Sans"/>
                <a:sym typeface="PT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írculo cambio de sección 3">
  <p:cSld name="Círculo cambio de sección 3">
    <p:bg>
      <p:bgPr>
        <a:solidFill>
          <a:srgbClr val="FEC20D"/>
        </a:solidFill>
      </p:bgPr>
    </p:bg>
    <p:spTree>
      <p:nvGrpSpPr>
        <p:cNvPr id="45" name="Shape 45"/>
        <p:cNvGrpSpPr/>
        <p:nvPr/>
      </p:nvGrpSpPr>
      <p:grpSpPr>
        <a:xfrm>
          <a:off x="0" y="0"/>
          <a:ext cx="0" cy="0"/>
          <a:chOff x="0" y="0"/>
          <a:chExt cx="0" cy="0"/>
        </a:xfrm>
      </p:grpSpPr>
      <p:grpSp>
        <p:nvGrpSpPr>
          <p:cNvPr id="46" name="Google Shape;46;g3fa40c21e6a_1_36"/>
          <p:cNvGrpSpPr/>
          <p:nvPr/>
        </p:nvGrpSpPr>
        <p:grpSpPr>
          <a:xfrm>
            <a:off x="-46" y="-1535759"/>
            <a:ext cx="10080370" cy="8741476"/>
            <a:chOff x="2755900" y="-304800"/>
            <a:chExt cx="15112998" cy="12776201"/>
          </a:xfrm>
        </p:grpSpPr>
        <p:pic>
          <p:nvPicPr>
            <p:cNvPr id="47" name="Google Shape;47;g3fa40c21e6a_1_36"/>
            <p:cNvPicPr preferRelativeResize="0"/>
            <p:nvPr/>
          </p:nvPicPr>
          <p:blipFill rotWithShape="1">
            <a:blip r:embed="rId2">
              <a:alphaModFix/>
            </a:blip>
            <a:srcRect b="0" l="0" r="0" t="0"/>
            <a:stretch/>
          </p:blipFill>
          <p:spPr>
            <a:xfrm>
              <a:off x="2755900" y="-304800"/>
              <a:ext cx="7556498" cy="6388101"/>
            </a:xfrm>
            <a:prstGeom prst="rect">
              <a:avLst/>
            </a:prstGeom>
            <a:noFill/>
            <a:ln>
              <a:noFill/>
            </a:ln>
          </p:spPr>
        </p:pic>
        <p:pic>
          <p:nvPicPr>
            <p:cNvPr id="48" name="Google Shape;48;g3fa40c21e6a_1_36"/>
            <p:cNvPicPr preferRelativeResize="0"/>
            <p:nvPr/>
          </p:nvPicPr>
          <p:blipFill rotWithShape="1">
            <a:blip r:embed="rId2">
              <a:alphaModFix/>
            </a:blip>
            <a:srcRect b="0" l="0" r="0" t="0"/>
            <a:stretch/>
          </p:blipFill>
          <p:spPr>
            <a:xfrm>
              <a:off x="10312400" y="-304800"/>
              <a:ext cx="7556498" cy="6388101"/>
            </a:xfrm>
            <a:prstGeom prst="rect">
              <a:avLst/>
            </a:prstGeom>
            <a:noFill/>
            <a:ln>
              <a:noFill/>
            </a:ln>
          </p:spPr>
        </p:pic>
        <p:pic>
          <p:nvPicPr>
            <p:cNvPr id="49" name="Google Shape;49;g3fa40c21e6a_1_36"/>
            <p:cNvPicPr preferRelativeResize="0"/>
            <p:nvPr/>
          </p:nvPicPr>
          <p:blipFill rotWithShape="1">
            <a:blip r:embed="rId2">
              <a:alphaModFix/>
            </a:blip>
            <a:srcRect b="0" l="0" r="0" t="0"/>
            <a:stretch/>
          </p:blipFill>
          <p:spPr>
            <a:xfrm>
              <a:off x="2755900" y="6083300"/>
              <a:ext cx="7556498" cy="6388101"/>
            </a:xfrm>
            <a:prstGeom prst="rect">
              <a:avLst/>
            </a:prstGeom>
            <a:noFill/>
            <a:ln>
              <a:noFill/>
            </a:ln>
          </p:spPr>
        </p:pic>
        <p:pic>
          <p:nvPicPr>
            <p:cNvPr id="50" name="Google Shape;50;g3fa40c21e6a_1_36"/>
            <p:cNvPicPr preferRelativeResize="0"/>
            <p:nvPr/>
          </p:nvPicPr>
          <p:blipFill rotWithShape="1">
            <a:blip r:embed="rId2">
              <a:alphaModFix/>
            </a:blip>
            <a:srcRect b="0" l="0" r="0" t="0"/>
            <a:stretch/>
          </p:blipFill>
          <p:spPr>
            <a:xfrm>
              <a:off x="10312400" y="6083300"/>
              <a:ext cx="7556498" cy="6388101"/>
            </a:xfrm>
            <a:prstGeom prst="rect">
              <a:avLst/>
            </a:prstGeom>
            <a:noFill/>
            <a:ln>
              <a:noFill/>
            </a:ln>
          </p:spPr>
        </p:pic>
      </p:grpSp>
      <p:sp>
        <p:nvSpPr>
          <p:cNvPr id="51" name="Google Shape;51;g3fa40c21e6a_1_36"/>
          <p:cNvSpPr/>
          <p:nvPr/>
        </p:nvSpPr>
        <p:spPr>
          <a:xfrm>
            <a:off x="2851873" y="818882"/>
            <a:ext cx="4057816" cy="4057816"/>
          </a:xfrm>
          <a:custGeom>
            <a:rect b="b" l="l" r="r" t="t"/>
            <a:pathLst>
              <a:path extrusionOk="0" h="3930088" w="3930088">
                <a:moveTo>
                  <a:pt x="0" y="0"/>
                </a:moveTo>
                <a:lnTo>
                  <a:pt x="3930088" y="0"/>
                </a:lnTo>
                <a:lnTo>
                  <a:pt x="3930088" y="3930088"/>
                </a:lnTo>
                <a:lnTo>
                  <a:pt x="0" y="3930088"/>
                </a:lnTo>
                <a:lnTo>
                  <a:pt x="0" y="0"/>
                </a:lnTo>
                <a:close/>
              </a:path>
            </a:pathLst>
          </a:custGeom>
          <a:blipFill rotWithShape="1">
            <a:blip r:embed="rId3">
              <a:alphaModFix/>
            </a:blip>
            <a:stretch>
              <a:fillRect b="0" l="0" r="0" t="0"/>
            </a:stretch>
          </a:blipFill>
          <a:ln>
            <a:noFill/>
          </a:ln>
        </p:spPr>
      </p:sp>
      <p:sp>
        <p:nvSpPr>
          <p:cNvPr id="52" name="Google Shape;52;g3fa40c21e6a_1_36"/>
          <p:cNvSpPr txBox="1"/>
          <p:nvPr>
            <p:ph type="ctrTitle"/>
          </p:nvPr>
        </p:nvSpPr>
        <p:spPr>
          <a:xfrm>
            <a:off x="3445526" y="1594842"/>
            <a:ext cx="2835300" cy="2598900"/>
          </a:xfrm>
          <a:prstGeom prst="rect">
            <a:avLst/>
          </a:prstGeom>
          <a:noFill/>
          <a:ln>
            <a:noFill/>
          </a:ln>
        </p:spPr>
        <p:txBody>
          <a:bodyPr anchorCtr="0" anchor="ctr" bIns="35425" lIns="70875" spcFirstLastPara="1" rIns="70875" wrap="square" tIns="35425">
            <a:normAutofit/>
          </a:bodyPr>
          <a:lstStyle>
            <a:lvl1pPr lvl="0" algn="ctr">
              <a:spcBef>
                <a:spcPts val="0"/>
              </a:spcBef>
              <a:spcAft>
                <a:spcPts val="0"/>
              </a:spcAft>
              <a:buClr>
                <a:schemeClr val="lt1"/>
              </a:buClr>
              <a:buSzPts val="3400"/>
              <a:buFont typeface="PT Sans"/>
              <a:buNone/>
              <a:defRPr sz="3400">
                <a:solidFill>
                  <a:schemeClr val="lt1"/>
                </a:solidFill>
                <a:latin typeface="PT Sans"/>
                <a:ea typeface="PT Sans"/>
                <a:cs typeface="PT Sans"/>
                <a:sym typeface="PT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subtitulo y contenido">
  <p:cSld name="Título subtitulo y contenido">
    <p:spTree>
      <p:nvGrpSpPr>
        <p:cNvPr id="53" name="Shape 53"/>
        <p:cNvGrpSpPr/>
        <p:nvPr/>
      </p:nvGrpSpPr>
      <p:grpSpPr>
        <a:xfrm>
          <a:off x="0" y="0"/>
          <a:ext cx="0" cy="0"/>
          <a:chOff x="0" y="0"/>
          <a:chExt cx="0" cy="0"/>
        </a:xfrm>
      </p:grpSpPr>
      <p:sp>
        <p:nvSpPr>
          <p:cNvPr id="54" name="Google Shape;54;g3fa40c21e6a_1_44"/>
          <p:cNvSpPr txBox="1"/>
          <p:nvPr>
            <p:ph type="title"/>
          </p:nvPr>
        </p:nvSpPr>
        <p:spPr>
          <a:xfrm>
            <a:off x="3948288" y="116702"/>
            <a:ext cx="5029800" cy="979800"/>
          </a:xfrm>
          <a:prstGeom prst="rect">
            <a:avLst/>
          </a:prstGeom>
          <a:noFill/>
          <a:ln>
            <a:noFill/>
          </a:ln>
        </p:spPr>
        <p:txBody>
          <a:bodyPr anchorCtr="0" anchor="ctr" bIns="35425" lIns="70875" spcFirstLastPara="1" rIns="70875" wrap="square" tIns="35425">
            <a:normAutofit/>
          </a:bodyPr>
          <a:lstStyle>
            <a:lvl1pPr lvl="0" algn="r">
              <a:spcBef>
                <a:spcPts val="0"/>
              </a:spcBef>
              <a:spcAft>
                <a:spcPts val="0"/>
              </a:spcAft>
              <a:buClr>
                <a:schemeClr val="dk1"/>
              </a:buClr>
              <a:buSzPts val="3300"/>
              <a:buFont typeface="PT Serif"/>
              <a:buNone/>
              <a:defRPr sz="33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5" name="Google Shape;55;g3fa40c21e6a_1_44"/>
          <p:cNvSpPr txBox="1"/>
          <p:nvPr>
            <p:ph idx="1" type="body"/>
          </p:nvPr>
        </p:nvSpPr>
        <p:spPr>
          <a:xfrm>
            <a:off x="472529" y="1811162"/>
            <a:ext cx="8373000" cy="2937600"/>
          </a:xfrm>
          <a:prstGeom prst="rect">
            <a:avLst/>
          </a:prstGeom>
          <a:noFill/>
          <a:ln>
            <a:noFill/>
          </a:ln>
        </p:spPr>
        <p:txBody>
          <a:bodyPr anchorCtr="0" anchor="t" bIns="35425" lIns="70875" spcFirstLastPara="1" rIns="70875" wrap="square" tIns="3542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56" name="Google Shape;56;g3fa40c21e6a_1_44"/>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
        <p:nvSpPr>
          <p:cNvPr id="57" name="Google Shape;57;g3fa40c21e6a_1_44"/>
          <p:cNvSpPr/>
          <p:nvPr/>
        </p:nvSpPr>
        <p:spPr>
          <a:xfrm>
            <a:off x="623534" y="382732"/>
            <a:ext cx="1409010" cy="1220195"/>
          </a:xfrm>
          <a:custGeom>
            <a:rect b="b" l="l" r="r" t="t"/>
            <a:pathLst>
              <a:path extrusionOk="0" h="1217152" w="1405496">
                <a:moveTo>
                  <a:pt x="0" y="0"/>
                </a:moveTo>
                <a:lnTo>
                  <a:pt x="1405496" y="0"/>
                </a:lnTo>
                <a:lnTo>
                  <a:pt x="1405496" y="1217152"/>
                </a:lnTo>
                <a:lnTo>
                  <a:pt x="0" y="1217152"/>
                </a:lnTo>
                <a:lnTo>
                  <a:pt x="0" y="0"/>
                </a:lnTo>
                <a:close/>
              </a:path>
            </a:pathLst>
          </a:custGeom>
          <a:blipFill rotWithShape="1">
            <a:blip r:embed="rId2">
              <a:alphaModFix/>
            </a:blip>
            <a:stretch>
              <a:fillRect b="0" l="-64" r="-64" t="0"/>
            </a:stretch>
          </a:blipFill>
          <a:ln>
            <a:noFill/>
          </a:ln>
        </p:spPr>
      </p:sp>
      <p:sp>
        <p:nvSpPr>
          <p:cNvPr id="58" name="Google Shape;58;g3fa40c21e6a_1_44"/>
          <p:cNvSpPr/>
          <p:nvPr/>
        </p:nvSpPr>
        <p:spPr>
          <a:xfrm>
            <a:off x="1854957" y="-23667"/>
            <a:ext cx="2242874" cy="1121389"/>
          </a:xfrm>
          <a:custGeom>
            <a:rect b="b" l="l" r="r" t="t"/>
            <a:pathLst>
              <a:path extrusionOk="0" h="1490218" w="2980563">
                <a:moveTo>
                  <a:pt x="0" y="0"/>
                </a:moveTo>
                <a:cubicBezTo>
                  <a:pt x="0" y="823087"/>
                  <a:pt x="667258" y="1490218"/>
                  <a:pt x="1490218" y="1490218"/>
                </a:cubicBezTo>
                <a:cubicBezTo>
                  <a:pt x="2313178" y="1490218"/>
                  <a:pt x="2980563" y="823087"/>
                  <a:pt x="2980563"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59" name="Google Shape;59;g3fa40c21e6a_1_44"/>
          <p:cNvSpPr/>
          <p:nvPr/>
        </p:nvSpPr>
        <p:spPr>
          <a:xfrm>
            <a:off x="8845441" y="1054887"/>
            <a:ext cx="1220875" cy="4621071"/>
          </a:xfrm>
          <a:custGeom>
            <a:rect b="b" l="l" r="r" t="t"/>
            <a:pathLst>
              <a:path extrusionOk="0" h="6140958" w="1622425">
                <a:moveTo>
                  <a:pt x="1606550" y="0"/>
                </a:moveTo>
                <a:lnTo>
                  <a:pt x="0" y="3445256"/>
                </a:lnTo>
                <a:lnTo>
                  <a:pt x="1257046" y="6140958"/>
                </a:lnTo>
                <a:lnTo>
                  <a:pt x="1622425" y="6140958"/>
                </a:lnTo>
                <a:lnTo>
                  <a:pt x="1622425" y="34290"/>
                </a:lnTo>
                <a:lnTo>
                  <a:pt x="1606550" y="0"/>
                </a:lnTo>
                <a:close/>
              </a:path>
            </a:pathLst>
          </a:custGeom>
          <a:solidFill>
            <a:srgbClr val="FDC20B"/>
          </a:solidFill>
          <a:ln>
            <a:noFill/>
          </a:ln>
        </p:spPr>
      </p:sp>
      <p:sp>
        <p:nvSpPr>
          <p:cNvPr id="60" name="Google Shape;60;g3fa40c21e6a_1_44"/>
          <p:cNvSpPr/>
          <p:nvPr/>
        </p:nvSpPr>
        <p:spPr>
          <a:xfrm>
            <a:off x="-419160" y="4041222"/>
            <a:ext cx="3249958" cy="3249958"/>
          </a:xfrm>
          <a:custGeom>
            <a:rect b="b" l="l" r="r" t="t"/>
            <a:pathLst>
              <a:path extrusionOk="0" h="7344537" w="7344537">
                <a:moveTo>
                  <a:pt x="0" y="0"/>
                </a:moveTo>
                <a:lnTo>
                  <a:pt x="7344537" y="0"/>
                </a:lnTo>
                <a:lnTo>
                  <a:pt x="7344537" y="7344537"/>
                </a:lnTo>
                <a:lnTo>
                  <a:pt x="0" y="7344537"/>
                </a:lnTo>
                <a:lnTo>
                  <a:pt x="0" y="0"/>
                </a:lnTo>
                <a:close/>
              </a:path>
            </a:pathLst>
          </a:custGeom>
          <a:blipFill rotWithShape="1">
            <a:blip r:embed="rId3">
              <a:alphaModFix/>
            </a:blip>
            <a:stretch>
              <a:fillRect b="0" l="0" r="0" t="0"/>
            </a:stretch>
          </a:blipFill>
          <a:ln>
            <a:noFill/>
          </a:ln>
        </p:spPr>
      </p:sp>
      <p:sp>
        <p:nvSpPr>
          <p:cNvPr id="61" name="Google Shape;61;g3fa40c21e6a_1_44"/>
          <p:cNvSpPr txBox="1"/>
          <p:nvPr>
            <p:ph idx="2" type="subTitle"/>
          </p:nvPr>
        </p:nvSpPr>
        <p:spPr>
          <a:xfrm>
            <a:off x="3918055" y="1096833"/>
            <a:ext cx="5029800" cy="477600"/>
          </a:xfrm>
          <a:prstGeom prst="rect">
            <a:avLst/>
          </a:prstGeom>
          <a:noFill/>
          <a:ln>
            <a:noFill/>
          </a:ln>
        </p:spPr>
        <p:txBody>
          <a:bodyPr anchorCtr="0" anchor="t" bIns="35425" lIns="70875" spcFirstLastPara="1" rIns="70875" wrap="square" tIns="35425">
            <a:noAutofit/>
          </a:bodyPr>
          <a:lstStyle>
            <a:lvl1pPr lvl="0" algn="r">
              <a:spcBef>
                <a:spcPts val="500"/>
              </a:spcBef>
              <a:spcAft>
                <a:spcPts val="0"/>
              </a:spcAft>
              <a:buClr>
                <a:srgbClr val="888888"/>
              </a:buClr>
              <a:buSzPts val="2500"/>
              <a:buNone/>
              <a:defRPr sz="2500">
                <a:solidFill>
                  <a:srgbClr val="888888"/>
                </a:solidFill>
              </a:defRPr>
            </a:lvl1pPr>
            <a:lvl2pPr lvl="1" algn="ctr">
              <a:spcBef>
                <a:spcPts val="600"/>
              </a:spcBef>
              <a:spcAft>
                <a:spcPts val="0"/>
              </a:spcAft>
              <a:buClr>
                <a:srgbClr val="888888"/>
              </a:buClr>
              <a:buSzPts val="2900"/>
              <a:buNone/>
              <a:defRPr>
                <a:solidFill>
                  <a:srgbClr val="888888"/>
                </a:solidFill>
              </a:defRPr>
            </a:lvl2pPr>
            <a:lvl3pPr lvl="2" algn="ctr">
              <a:spcBef>
                <a:spcPts val="500"/>
              </a:spcBef>
              <a:spcAft>
                <a:spcPts val="0"/>
              </a:spcAft>
              <a:buClr>
                <a:srgbClr val="888888"/>
              </a:buClr>
              <a:buSzPts val="2500"/>
              <a:buNone/>
              <a:defRPr>
                <a:solidFill>
                  <a:srgbClr val="888888"/>
                </a:solidFill>
              </a:defRPr>
            </a:lvl3pPr>
            <a:lvl4pPr lvl="3" algn="ctr">
              <a:spcBef>
                <a:spcPts val="400"/>
              </a:spcBef>
              <a:spcAft>
                <a:spcPts val="0"/>
              </a:spcAft>
              <a:buClr>
                <a:srgbClr val="888888"/>
              </a:buClr>
              <a:buSzPts val="2100"/>
              <a:buNone/>
              <a:defRPr>
                <a:solidFill>
                  <a:srgbClr val="888888"/>
                </a:solidFill>
              </a:defRPr>
            </a:lvl4pPr>
            <a:lvl5pPr lvl="4" algn="ctr">
              <a:spcBef>
                <a:spcPts val="400"/>
              </a:spcBef>
              <a:spcAft>
                <a:spcPts val="0"/>
              </a:spcAft>
              <a:buClr>
                <a:srgbClr val="888888"/>
              </a:buClr>
              <a:buSzPts val="2100"/>
              <a:buNone/>
              <a:defRPr>
                <a:solidFill>
                  <a:srgbClr val="888888"/>
                </a:solidFill>
              </a:defRPr>
            </a:lvl5pPr>
            <a:lvl6pPr lvl="5" algn="ctr">
              <a:spcBef>
                <a:spcPts val="400"/>
              </a:spcBef>
              <a:spcAft>
                <a:spcPts val="0"/>
              </a:spcAft>
              <a:buClr>
                <a:srgbClr val="888888"/>
              </a:buClr>
              <a:buSzPts val="2100"/>
              <a:buNone/>
              <a:defRPr>
                <a:solidFill>
                  <a:srgbClr val="888888"/>
                </a:solidFill>
              </a:defRPr>
            </a:lvl6pPr>
            <a:lvl7pPr lvl="6" algn="ctr">
              <a:spcBef>
                <a:spcPts val="400"/>
              </a:spcBef>
              <a:spcAft>
                <a:spcPts val="0"/>
              </a:spcAft>
              <a:buClr>
                <a:srgbClr val="888888"/>
              </a:buClr>
              <a:buSzPts val="2100"/>
              <a:buNone/>
              <a:defRPr>
                <a:solidFill>
                  <a:srgbClr val="888888"/>
                </a:solidFill>
              </a:defRPr>
            </a:lvl7pPr>
            <a:lvl8pPr lvl="7" algn="ctr">
              <a:spcBef>
                <a:spcPts val="400"/>
              </a:spcBef>
              <a:spcAft>
                <a:spcPts val="0"/>
              </a:spcAft>
              <a:buClr>
                <a:srgbClr val="888888"/>
              </a:buClr>
              <a:buSzPts val="2100"/>
              <a:buNone/>
              <a:defRPr>
                <a:solidFill>
                  <a:srgbClr val="888888"/>
                </a:solidFill>
              </a:defRPr>
            </a:lvl8pPr>
            <a:lvl9pPr lvl="8" algn="ctr">
              <a:spcBef>
                <a:spcPts val="400"/>
              </a:spcBef>
              <a:spcAft>
                <a:spcPts val="0"/>
              </a:spcAft>
              <a:buClr>
                <a:srgbClr val="888888"/>
              </a:buClr>
              <a:buSzPts val="2100"/>
              <a:buNone/>
              <a:defRPr>
                <a:solidFill>
                  <a:srgbClr val="888888"/>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contenido">
  <p:cSld name="Solo contenido">
    <p:spTree>
      <p:nvGrpSpPr>
        <p:cNvPr id="62" name="Shape 62"/>
        <p:cNvGrpSpPr/>
        <p:nvPr/>
      </p:nvGrpSpPr>
      <p:grpSpPr>
        <a:xfrm>
          <a:off x="0" y="0"/>
          <a:ext cx="0" cy="0"/>
          <a:chOff x="0" y="0"/>
          <a:chExt cx="0" cy="0"/>
        </a:xfrm>
      </p:grpSpPr>
      <p:sp>
        <p:nvSpPr>
          <p:cNvPr id="63" name="Google Shape;63;g3fa40c21e6a_1_53"/>
          <p:cNvSpPr txBox="1"/>
          <p:nvPr>
            <p:ph idx="1" type="body"/>
          </p:nvPr>
        </p:nvSpPr>
        <p:spPr>
          <a:xfrm>
            <a:off x="1102530" y="1155076"/>
            <a:ext cx="7743000" cy="3594000"/>
          </a:xfrm>
          <a:prstGeom prst="rect">
            <a:avLst/>
          </a:prstGeom>
          <a:noFill/>
          <a:ln>
            <a:noFill/>
          </a:ln>
        </p:spPr>
        <p:txBody>
          <a:bodyPr anchorCtr="0" anchor="t" bIns="35425" lIns="70875" spcFirstLastPara="1" rIns="70875" wrap="square" tIns="3542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4" name="Google Shape;64;g3fa40c21e6a_1_53"/>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
        <p:nvSpPr>
          <p:cNvPr id="65" name="Google Shape;65;g3fa40c21e6a_1_53"/>
          <p:cNvSpPr/>
          <p:nvPr/>
        </p:nvSpPr>
        <p:spPr>
          <a:xfrm>
            <a:off x="-27565" y="3299827"/>
            <a:ext cx="1127935" cy="1906750"/>
          </a:xfrm>
          <a:custGeom>
            <a:rect b="b" l="l" r="r" t="t"/>
            <a:pathLst>
              <a:path extrusionOk="0" h="3359912" w="1987550">
                <a:moveTo>
                  <a:pt x="0" y="3359912"/>
                </a:moveTo>
                <a:lnTo>
                  <a:pt x="1987550" y="3359912"/>
                </a:lnTo>
                <a:lnTo>
                  <a:pt x="1987550" y="0"/>
                </a:lnTo>
                <a:lnTo>
                  <a:pt x="0" y="0"/>
                </a:lnTo>
                <a:close/>
              </a:path>
            </a:pathLst>
          </a:custGeom>
          <a:solidFill>
            <a:srgbClr val="D5D900"/>
          </a:solidFill>
          <a:ln>
            <a:noFill/>
          </a:ln>
        </p:spPr>
      </p:sp>
      <p:sp>
        <p:nvSpPr>
          <p:cNvPr id="66" name="Google Shape;66;g3fa40c21e6a_1_53"/>
          <p:cNvSpPr/>
          <p:nvPr/>
        </p:nvSpPr>
        <p:spPr>
          <a:xfrm>
            <a:off x="537486" y="0"/>
            <a:ext cx="1898565" cy="983361"/>
          </a:xfrm>
          <a:custGeom>
            <a:rect b="b" l="l" r="r" t="t"/>
            <a:pathLst>
              <a:path extrusionOk="0" h="1473200" w="2844292">
                <a:moveTo>
                  <a:pt x="889" y="0"/>
                </a:moveTo>
                <a:cubicBezTo>
                  <a:pt x="254" y="16891"/>
                  <a:pt x="0" y="33909"/>
                  <a:pt x="0" y="51054"/>
                </a:cubicBezTo>
                <a:cubicBezTo>
                  <a:pt x="0" y="836422"/>
                  <a:pt x="636778" y="1473200"/>
                  <a:pt x="1422146" y="1473200"/>
                </a:cubicBezTo>
                <a:cubicBezTo>
                  <a:pt x="2207514" y="1473200"/>
                  <a:pt x="2844292" y="836422"/>
                  <a:pt x="2844292" y="51054"/>
                </a:cubicBezTo>
                <a:cubicBezTo>
                  <a:pt x="2844292" y="34036"/>
                  <a:pt x="2844038" y="17018"/>
                  <a:pt x="2843403"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67" name="Google Shape;67;g3fa40c21e6a_1_53"/>
          <p:cNvSpPr/>
          <p:nvPr/>
        </p:nvSpPr>
        <p:spPr>
          <a:xfrm>
            <a:off x="8954429" y="1502448"/>
            <a:ext cx="1166470" cy="4148597"/>
          </a:xfrm>
          <a:custGeom>
            <a:rect b="b" l="l" r="r" t="t"/>
            <a:pathLst>
              <a:path extrusionOk="0" h="6215126" w="1747520">
                <a:moveTo>
                  <a:pt x="1154938" y="0"/>
                </a:moveTo>
                <a:lnTo>
                  <a:pt x="0" y="2476881"/>
                </a:lnTo>
                <a:lnTo>
                  <a:pt x="1743202" y="6215126"/>
                </a:lnTo>
                <a:lnTo>
                  <a:pt x="1745869" y="6215126"/>
                </a:lnTo>
                <a:lnTo>
                  <a:pt x="1747520" y="6211570"/>
                </a:lnTo>
                <a:lnTo>
                  <a:pt x="1747520" y="0"/>
                </a:lnTo>
                <a:close/>
              </a:path>
            </a:pathLst>
          </a:custGeom>
          <a:solidFill>
            <a:srgbClr val="EB5D12"/>
          </a:solidFill>
          <a:ln>
            <a:noFill/>
          </a:ln>
        </p:spPr>
      </p:sp>
      <p:sp>
        <p:nvSpPr>
          <p:cNvPr id="68" name="Google Shape;68;g3fa40c21e6a_1_53"/>
          <p:cNvSpPr/>
          <p:nvPr/>
        </p:nvSpPr>
        <p:spPr>
          <a:xfrm>
            <a:off x="7112594" y="150478"/>
            <a:ext cx="1742059" cy="619975"/>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1">
  <p:cSld name="Título y contenido 1">
    <p:spTree>
      <p:nvGrpSpPr>
        <p:cNvPr id="69" name="Shape 69"/>
        <p:cNvGrpSpPr/>
        <p:nvPr/>
      </p:nvGrpSpPr>
      <p:grpSpPr>
        <a:xfrm>
          <a:off x="0" y="0"/>
          <a:ext cx="0" cy="0"/>
          <a:chOff x="0" y="0"/>
          <a:chExt cx="0" cy="0"/>
        </a:xfrm>
      </p:grpSpPr>
      <p:sp>
        <p:nvSpPr>
          <p:cNvPr id="70" name="Google Shape;70;g3fa40c21e6a_1_60"/>
          <p:cNvSpPr txBox="1"/>
          <p:nvPr>
            <p:ph idx="1" type="body"/>
          </p:nvPr>
        </p:nvSpPr>
        <p:spPr>
          <a:xfrm>
            <a:off x="1102537" y="2008320"/>
            <a:ext cx="7743000" cy="2740500"/>
          </a:xfrm>
          <a:prstGeom prst="rect">
            <a:avLst/>
          </a:prstGeom>
          <a:noFill/>
          <a:ln>
            <a:noFill/>
          </a:ln>
        </p:spPr>
        <p:txBody>
          <a:bodyPr anchorCtr="0" anchor="t" bIns="35425" lIns="70875" spcFirstLastPara="1" rIns="70875" wrap="square" tIns="3542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71" name="Google Shape;71;g3fa40c21e6a_1_60"/>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
        <p:nvSpPr>
          <p:cNvPr id="72" name="Google Shape;72;g3fa40c21e6a_1_60"/>
          <p:cNvSpPr/>
          <p:nvPr/>
        </p:nvSpPr>
        <p:spPr>
          <a:xfrm>
            <a:off x="7127142" y="-16340"/>
            <a:ext cx="1717015" cy="875449"/>
          </a:xfrm>
          <a:custGeom>
            <a:rect b="b" l="l" r="r" t="t"/>
            <a:pathLst>
              <a:path extrusionOk="0" h="1509395" w="2960370">
                <a:moveTo>
                  <a:pt x="254" y="0"/>
                </a:moveTo>
                <a:cubicBezTo>
                  <a:pt x="127" y="9652"/>
                  <a:pt x="0" y="19304"/>
                  <a:pt x="0" y="29083"/>
                </a:cubicBezTo>
                <a:cubicBezTo>
                  <a:pt x="0" y="846582"/>
                  <a:pt x="662686" y="1509395"/>
                  <a:pt x="1480185" y="1509395"/>
                </a:cubicBezTo>
                <a:cubicBezTo>
                  <a:pt x="2297684" y="1509395"/>
                  <a:pt x="2960370" y="846582"/>
                  <a:pt x="2960370" y="29083"/>
                </a:cubicBezTo>
                <a:cubicBezTo>
                  <a:pt x="2960370" y="19304"/>
                  <a:pt x="2960243" y="9652"/>
                  <a:pt x="2960116"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73" name="Google Shape;73;g3fa40c21e6a_1_60"/>
          <p:cNvSpPr/>
          <p:nvPr/>
        </p:nvSpPr>
        <p:spPr>
          <a:xfrm>
            <a:off x="7875" y="1063869"/>
            <a:ext cx="601508" cy="3540100"/>
          </a:xfrm>
          <a:custGeom>
            <a:rect b="b" l="l" r="r" t="t"/>
            <a:pathLst>
              <a:path extrusionOk="0" h="6103620" w="1037082">
                <a:moveTo>
                  <a:pt x="0" y="6103620"/>
                </a:moveTo>
                <a:lnTo>
                  <a:pt x="1037082" y="6103620"/>
                </a:lnTo>
                <a:lnTo>
                  <a:pt x="1037082" y="0"/>
                </a:lnTo>
                <a:lnTo>
                  <a:pt x="0" y="0"/>
                </a:lnTo>
                <a:close/>
              </a:path>
            </a:pathLst>
          </a:custGeom>
          <a:solidFill>
            <a:srgbClr val="2084C7"/>
          </a:solidFill>
          <a:ln>
            <a:noFill/>
          </a:ln>
        </p:spPr>
      </p:sp>
      <p:sp>
        <p:nvSpPr>
          <p:cNvPr id="74" name="Google Shape;74;g3fa40c21e6a_1_60"/>
          <p:cNvSpPr/>
          <p:nvPr/>
        </p:nvSpPr>
        <p:spPr>
          <a:xfrm>
            <a:off x="9088893" y="2008320"/>
            <a:ext cx="1030356" cy="3672540"/>
          </a:xfrm>
          <a:custGeom>
            <a:rect b="b" l="l" r="r" t="t"/>
            <a:pathLst>
              <a:path extrusionOk="0" h="6331966" w="1776476">
                <a:moveTo>
                  <a:pt x="0" y="3809619"/>
                </a:moveTo>
                <a:lnTo>
                  <a:pt x="1176274" y="6331966"/>
                </a:lnTo>
                <a:lnTo>
                  <a:pt x="1776476" y="6331966"/>
                </a:lnTo>
                <a:lnTo>
                  <a:pt x="1776476" y="0"/>
                </a:lnTo>
                <a:close/>
              </a:path>
            </a:pathLst>
          </a:custGeom>
          <a:solidFill>
            <a:srgbClr val="FDC20B"/>
          </a:solidFill>
          <a:ln>
            <a:noFill/>
          </a:ln>
        </p:spPr>
      </p:sp>
      <p:sp>
        <p:nvSpPr>
          <p:cNvPr id="75" name="Google Shape;75;g3fa40c21e6a_1_60"/>
          <p:cNvSpPr/>
          <p:nvPr/>
        </p:nvSpPr>
        <p:spPr>
          <a:xfrm>
            <a:off x="1086786" y="172379"/>
            <a:ext cx="1742059" cy="619975"/>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
        <p:nvSpPr>
          <p:cNvPr id="76" name="Google Shape;76;g3fa40c21e6a_1_60"/>
          <p:cNvSpPr txBox="1"/>
          <p:nvPr>
            <p:ph type="title"/>
          </p:nvPr>
        </p:nvSpPr>
        <p:spPr>
          <a:xfrm>
            <a:off x="1086786" y="910251"/>
            <a:ext cx="7743000" cy="979800"/>
          </a:xfrm>
          <a:prstGeom prst="rect">
            <a:avLst/>
          </a:prstGeom>
          <a:noFill/>
          <a:ln>
            <a:noFill/>
          </a:ln>
        </p:spPr>
        <p:txBody>
          <a:bodyPr anchorCtr="0" anchor="ctr" bIns="35425" lIns="70875" spcFirstLastPara="1" rIns="70875" wrap="square" tIns="35425">
            <a:normAutofit/>
          </a:bodyPr>
          <a:lstStyle>
            <a:lvl1pPr lvl="0" algn="l">
              <a:spcBef>
                <a:spcPts val="0"/>
              </a:spcBef>
              <a:spcAft>
                <a:spcPts val="0"/>
              </a:spcAft>
              <a:buClr>
                <a:schemeClr val="dk1"/>
              </a:buClr>
              <a:buSzPts val="3300"/>
              <a:buFont typeface="PT Serif"/>
              <a:buNone/>
              <a:defRPr sz="3300"/>
            </a:lvl1pPr>
            <a:lvl2pPr lvl="1">
              <a:spcBef>
                <a:spcPts val="0"/>
              </a:spcBef>
              <a:spcAft>
                <a:spcPts val="0"/>
              </a:spcAft>
              <a:buSzPts val="900"/>
              <a:buNone/>
              <a:defRPr sz="1200"/>
            </a:lvl2pPr>
            <a:lvl3pPr lvl="2">
              <a:spcBef>
                <a:spcPts val="0"/>
              </a:spcBef>
              <a:spcAft>
                <a:spcPts val="0"/>
              </a:spcAft>
              <a:buSzPts val="900"/>
              <a:buNone/>
              <a:defRPr sz="1200"/>
            </a:lvl3pPr>
            <a:lvl4pPr lvl="3">
              <a:spcBef>
                <a:spcPts val="0"/>
              </a:spcBef>
              <a:spcAft>
                <a:spcPts val="0"/>
              </a:spcAft>
              <a:buSzPts val="900"/>
              <a:buNone/>
              <a:defRPr sz="1200"/>
            </a:lvl4pPr>
            <a:lvl5pPr lvl="4">
              <a:spcBef>
                <a:spcPts val="0"/>
              </a:spcBef>
              <a:spcAft>
                <a:spcPts val="0"/>
              </a:spcAft>
              <a:buSzPts val="900"/>
              <a:buNone/>
              <a:defRPr sz="1200"/>
            </a:lvl5pPr>
            <a:lvl6pPr lvl="5">
              <a:spcBef>
                <a:spcPts val="0"/>
              </a:spcBef>
              <a:spcAft>
                <a:spcPts val="0"/>
              </a:spcAft>
              <a:buSzPts val="900"/>
              <a:buNone/>
              <a:defRPr sz="1200"/>
            </a:lvl6pPr>
            <a:lvl7pPr lvl="6">
              <a:spcBef>
                <a:spcPts val="0"/>
              </a:spcBef>
              <a:spcAft>
                <a:spcPts val="0"/>
              </a:spcAft>
              <a:buSzPts val="900"/>
              <a:buNone/>
              <a:defRPr sz="1200"/>
            </a:lvl7pPr>
            <a:lvl8pPr lvl="7">
              <a:spcBef>
                <a:spcPts val="0"/>
              </a:spcBef>
              <a:spcAft>
                <a:spcPts val="0"/>
              </a:spcAft>
              <a:buSzPts val="900"/>
              <a:buNone/>
              <a:defRPr sz="1200"/>
            </a:lvl8pPr>
            <a:lvl9pPr lvl="8">
              <a:spcBef>
                <a:spcPts val="0"/>
              </a:spcBef>
              <a:spcAft>
                <a:spcPts val="0"/>
              </a:spcAft>
              <a:buSzPts val="900"/>
              <a:buNone/>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2">
  <p:cSld name="Título y contenido 2">
    <p:spTree>
      <p:nvGrpSpPr>
        <p:cNvPr id="77" name="Shape 77"/>
        <p:cNvGrpSpPr/>
        <p:nvPr/>
      </p:nvGrpSpPr>
      <p:grpSpPr>
        <a:xfrm>
          <a:off x="0" y="0"/>
          <a:ext cx="0" cy="0"/>
          <a:chOff x="0" y="0"/>
          <a:chExt cx="0" cy="0"/>
        </a:xfrm>
      </p:grpSpPr>
      <p:sp>
        <p:nvSpPr>
          <p:cNvPr id="78" name="Google Shape;78;g3fa40c21e6a_1_68"/>
          <p:cNvSpPr txBox="1"/>
          <p:nvPr>
            <p:ph idx="1" type="body"/>
          </p:nvPr>
        </p:nvSpPr>
        <p:spPr>
          <a:xfrm>
            <a:off x="1102537" y="2008320"/>
            <a:ext cx="7743000" cy="2740500"/>
          </a:xfrm>
          <a:prstGeom prst="rect">
            <a:avLst/>
          </a:prstGeom>
          <a:noFill/>
          <a:ln>
            <a:noFill/>
          </a:ln>
        </p:spPr>
        <p:txBody>
          <a:bodyPr anchorCtr="0" anchor="t" bIns="35425" lIns="70875" spcFirstLastPara="1" rIns="70875" wrap="square" tIns="3542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79" name="Google Shape;79;g3fa40c21e6a_1_68"/>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
        <p:nvSpPr>
          <p:cNvPr id="80" name="Google Shape;80;g3fa40c21e6a_1_68"/>
          <p:cNvSpPr txBox="1"/>
          <p:nvPr>
            <p:ph type="title"/>
          </p:nvPr>
        </p:nvSpPr>
        <p:spPr>
          <a:xfrm>
            <a:off x="1086786" y="910251"/>
            <a:ext cx="7743000" cy="979800"/>
          </a:xfrm>
          <a:prstGeom prst="rect">
            <a:avLst/>
          </a:prstGeom>
          <a:noFill/>
          <a:ln>
            <a:noFill/>
          </a:ln>
        </p:spPr>
        <p:txBody>
          <a:bodyPr anchorCtr="0" anchor="ctr" bIns="35425" lIns="70875" spcFirstLastPara="1" rIns="70875" wrap="square" tIns="35425">
            <a:normAutofit/>
          </a:bodyPr>
          <a:lstStyle>
            <a:lvl1pPr lvl="0" algn="l">
              <a:spcBef>
                <a:spcPts val="0"/>
              </a:spcBef>
              <a:spcAft>
                <a:spcPts val="0"/>
              </a:spcAft>
              <a:buClr>
                <a:schemeClr val="dk1"/>
              </a:buClr>
              <a:buSzPts val="3300"/>
              <a:buFont typeface="PT Serif"/>
              <a:buNone/>
              <a:defRPr sz="33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1" name="Google Shape;81;g3fa40c21e6a_1_68"/>
          <p:cNvSpPr/>
          <p:nvPr/>
        </p:nvSpPr>
        <p:spPr>
          <a:xfrm>
            <a:off x="-39377" y="1329118"/>
            <a:ext cx="2025613" cy="4343680"/>
          </a:xfrm>
          <a:custGeom>
            <a:rect b="b" l="l" r="r" t="t"/>
            <a:pathLst>
              <a:path extrusionOk="0" h="5830443" w="2718943">
                <a:moveTo>
                  <a:pt x="0" y="5830443"/>
                </a:moveTo>
                <a:lnTo>
                  <a:pt x="2718943" y="5830443"/>
                </a:lnTo>
                <a:lnTo>
                  <a:pt x="0" y="0"/>
                </a:lnTo>
                <a:close/>
              </a:path>
            </a:pathLst>
          </a:custGeom>
          <a:solidFill>
            <a:srgbClr val="FDC20B"/>
          </a:solidFill>
          <a:ln>
            <a:noFill/>
          </a:ln>
        </p:spPr>
      </p:sp>
      <p:sp>
        <p:nvSpPr>
          <p:cNvPr id="82" name="Google Shape;82;g3fa40c21e6a_1_68"/>
          <p:cNvSpPr/>
          <p:nvPr/>
        </p:nvSpPr>
        <p:spPr>
          <a:xfrm>
            <a:off x="1086786" y="-15576"/>
            <a:ext cx="1587490" cy="893666"/>
          </a:xfrm>
          <a:custGeom>
            <a:rect b="b" l="l" r="r" t="t"/>
            <a:pathLst>
              <a:path extrusionOk="0" h="1654937" w="2939796">
                <a:moveTo>
                  <a:pt x="11557" y="0"/>
                </a:moveTo>
                <a:cubicBezTo>
                  <a:pt x="3937" y="60706"/>
                  <a:pt x="0" y="122428"/>
                  <a:pt x="0" y="185166"/>
                </a:cubicBezTo>
                <a:cubicBezTo>
                  <a:pt x="0" y="996823"/>
                  <a:pt x="658114" y="1654937"/>
                  <a:pt x="1469898" y="1654937"/>
                </a:cubicBezTo>
                <a:cubicBezTo>
                  <a:pt x="2281682" y="1654937"/>
                  <a:pt x="2939796" y="996823"/>
                  <a:pt x="2939796" y="185166"/>
                </a:cubicBezTo>
                <a:cubicBezTo>
                  <a:pt x="2939796" y="122428"/>
                  <a:pt x="2935859" y="60706"/>
                  <a:pt x="2928239"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83" name="Google Shape;83;g3fa40c21e6a_1_68"/>
          <p:cNvSpPr/>
          <p:nvPr/>
        </p:nvSpPr>
        <p:spPr>
          <a:xfrm>
            <a:off x="9338753" y="1081933"/>
            <a:ext cx="741731" cy="4587589"/>
          </a:xfrm>
          <a:custGeom>
            <a:rect b="b" l="l" r="r" t="t"/>
            <a:pathLst>
              <a:path extrusionOk="0" h="5919470" w="957072">
                <a:moveTo>
                  <a:pt x="0" y="5919470"/>
                </a:moveTo>
                <a:lnTo>
                  <a:pt x="957072" y="5919470"/>
                </a:lnTo>
                <a:lnTo>
                  <a:pt x="957072" y="0"/>
                </a:lnTo>
                <a:lnTo>
                  <a:pt x="0" y="0"/>
                </a:lnTo>
                <a:close/>
              </a:path>
            </a:pathLst>
          </a:custGeom>
          <a:solidFill>
            <a:srgbClr val="2084C7"/>
          </a:solidFill>
          <a:ln>
            <a:noFill/>
          </a:ln>
        </p:spPr>
      </p:sp>
      <p:sp>
        <p:nvSpPr>
          <p:cNvPr id="84" name="Google Shape;84;g3fa40c21e6a_1_68"/>
          <p:cNvSpPr/>
          <p:nvPr/>
        </p:nvSpPr>
        <p:spPr>
          <a:xfrm>
            <a:off x="6840095" y="71918"/>
            <a:ext cx="2020985" cy="719241"/>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3">
  <p:cSld name="Título y contenido 3">
    <p:spTree>
      <p:nvGrpSpPr>
        <p:cNvPr id="85" name="Shape 85"/>
        <p:cNvGrpSpPr/>
        <p:nvPr/>
      </p:nvGrpSpPr>
      <p:grpSpPr>
        <a:xfrm>
          <a:off x="0" y="0"/>
          <a:ext cx="0" cy="0"/>
          <a:chOff x="0" y="0"/>
          <a:chExt cx="0" cy="0"/>
        </a:xfrm>
      </p:grpSpPr>
      <p:sp>
        <p:nvSpPr>
          <p:cNvPr id="86" name="Google Shape;86;g3fa40c21e6a_1_76"/>
          <p:cNvSpPr txBox="1"/>
          <p:nvPr>
            <p:ph idx="1" type="body"/>
          </p:nvPr>
        </p:nvSpPr>
        <p:spPr>
          <a:xfrm>
            <a:off x="1177564" y="2008320"/>
            <a:ext cx="7668000" cy="2740500"/>
          </a:xfrm>
          <a:prstGeom prst="rect">
            <a:avLst/>
          </a:prstGeom>
          <a:noFill/>
          <a:ln>
            <a:noFill/>
          </a:ln>
        </p:spPr>
        <p:txBody>
          <a:bodyPr anchorCtr="0" anchor="t" bIns="35425" lIns="70875" spcFirstLastPara="1" rIns="70875" wrap="square" tIns="3542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87" name="Google Shape;87;g3fa40c21e6a_1_76"/>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
        <p:nvSpPr>
          <p:cNvPr id="88" name="Google Shape;88;g3fa40c21e6a_1_76"/>
          <p:cNvSpPr txBox="1"/>
          <p:nvPr>
            <p:ph type="title"/>
          </p:nvPr>
        </p:nvSpPr>
        <p:spPr>
          <a:xfrm>
            <a:off x="1161812" y="910251"/>
            <a:ext cx="7668000" cy="979800"/>
          </a:xfrm>
          <a:prstGeom prst="rect">
            <a:avLst/>
          </a:prstGeom>
          <a:noFill/>
          <a:ln>
            <a:noFill/>
          </a:ln>
        </p:spPr>
        <p:txBody>
          <a:bodyPr anchorCtr="0" anchor="ctr" bIns="35425" lIns="70875" spcFirstLastPara="1" rIns="70875" wrap="square" tIns="35425">
            <a:normAutofit/>
          </a:bodyPr>
          <a:lstStyle>
            <a:lvl1pPr lvl="0" algn="l">
              <a:spcBef>
                <a:spcPts val="0"/>
              </a:spcBef>
              <a:spcAft>
                <a:spcPts val="0"/>
              </a:spcAft>
              <a:buClr>
                <a:schemeClr val="dk1"/>
              </a:buClr>
              <a:buSzPts val="3300"/>
              <a:buFont typeface="PT Serif"/>
              <a:buNone/>
              <a:defRPr sz="33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9" name="Google Shape;89;g3fa40c21e6a_1_76"/>
          <p:cNvSpPr/>
          <p:nvPr/>
        </p:nvSpPr>
        <p:spPr>
          <a:xfrm>
            <a:off x="0" y="2752014"/>
            <a:ext cx="1177623" cy="1990748"/>
          </a:xfrm>
          <a:custGeom>
            <a:rect b="b" l="l" r="r" t="t"/>
            <a:pathLst>
              <a:path extrusionOk="0" h="3359912" w="1987550">
                <a:moveTo>
                  <a:pt x="0" y="3359912"/>
                </a:moveTo>
                <a:lnTo>
                  <a:pt x="1987550" y="3359912"/>
                </a:lnTo>
                <a:lnTo>
                  <a:pt x="1987550" y="0"/>
                </a:lnTo>
                <a:lnTo>
                  <a:pt x="0" y="0"/>
                </a:lnTo>
                <a:close/>
              </a:path>
            </a:pathLst>
          </a:custGeom>
          <a:solidFill>
            <a:srgbClr val="D5D900"/>
          </a:solidFill>
          <a:ln>
            <a:noFill/>
          </a:ln>
        </p:spPr>
      </p:sp>
      <p:sp>
        <p:nvSpPr>
          <p:cNvPr id="90" name="Google Shape;90;g3fa40c21e6a_1_76"/>
          <p:cNvSpPr/>
          <p:nvPr/>
        </p:nvSpPr>
        <p:spPr>
          <a:xfrm>
            <a:off x="8831933" y="769126"/>
            <a:ext cx="1249477" cy="4443815"/>
          </a:xfrm>
          <a:custGeom>
            <a:rect b="b" l="l" r="r" t="t"/>
            <a:pathLst>
              <a:path extrusionOk="0" h="6215126" w="1747520">
                <a:moveTo>
                  <a:pt x="1154938" y="0"/>
                </a:moveTo>
                <a:lnTo>
                  <a:pt x="0" y="2476881"/>
                </a:lnTo>
                <a:lnTo>
                  <a:pt x="1743202" y="6215126"/>
                </a:lnTo>
                <a:lnTo>
                  <a:pt x="1745869" y="6215126"/>
                </a:lnTo>
                <a:lnTo>
                  <a:pt x="1747520" y="6211570"/>
                </a:lnTo>
                <a:lnTo>
                  <a:pt x="1747520" y="0"/>
                </a:lnTo>
                <a:close/>
              </a:path>
            </a:pathLst>
          </a:custGeom>
          <a:solidFill>
            <a:srgbClr val="EB5D12"/>
          </a:solidFill>
          <a:ln>
            <a:noFill/>
          </a:ln>
        </p:spPr>
      </p:sp>
      <p:sp>
        <p:nvSpPr>
          <p:cNvPr id="91" name="Google Shape;91;g3fa40c21e6a_1_76"/>
          <p:cNvSpPr/>
          <p:nvPr/>
        </p:nvSpPr>
        <p:spPr>
          <a:xfrm>
            <a:off x="1086786" y="-15576"/>
            <a:ext cx="1587490" cy="893666"/>
          </a:xfrm>
          <a:custGeom>
            <a:rect b="b" l="l" r="r" t="t"/>
            <a:pathLst>
              <a:path extrusionOk="0" h="1654937" w="2939796">
                <a:moveTo>
                  <a:pt x="11557" y="0"/>
                </a:moveTo>
                <a:cubicBezTo>
                  <a:pt x="3937" y="60706"/>
                  <a:pt x="0" y="122428"/>
                  <a:pt x="0" y="185166"/>
                </a:cubicBezTo>
                <a:cubicBezTo>
                  <a:pt x="0" y="996823"/>
                  <a:pt x="658114" y="1654937"/>
                  <a:pt x="1469898" y="1654937"/>
                </a:cubicBezTo>
                <a:cubicBezTo>
                  <a:pt x="2281682" y="1654937"/>
                  <a:pt x="2939796" y="996823"/>
                  <a:pt x="2939796" y="185166"/>
                </a:cubicBezTo>
                <a:cubicBezTo>
                  <a:pt x="2939796" y="122428"/>
                  <a:pt x="2935859" y="60706"/>
                  <a:pt x="2928239"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92" name="Google Shape;92;g3fa40c21e6a_1_76"/>
          <p:cNvSpPr/>
          <p:nvPr/>
        </p:nvSpPr>
        <p:spPr>
          <a:xfrm>
            <a:off x="6840095" y="71918"/>
            <a:ext cx="2020985" cy="719241"/>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4">
  <p:cSld name="Título y contenido 4">
    <p:spTree>
      <p:nvGrpSpPr>
        <p:cNvPr id="93" name="Shape 93"/>
        <p:cNvGrpSpPr/>
        <p:nvPr/>
      </p:nvGrpSpPr>
      <p:grpSpPr>
        <a:xfrm>
          <a:off x="0" y="0"/>
          <a:ext cx="0" cy="0"/>
          <a:chOff x="0" y="0"/>
          <a:chExt cx="0" cy="0"/>
        </a:xfrm>
      </p:grpSpPr>
      <p:sp>
        <p:nvSpPr>
          <p:cNvPr id="94" name="Google Shape;94;g3fa40c21e6a_1_84"/>
          <p:cNvSpPr txBox="1"/>
          <p:nvPr>
            <p:ph idx="1" type="body"/>
          </p:nvPr>
        </p:nvSpPr>
        <p:spPr>
          <a:xfrm>
            <a:off x="1177564" y="2008320"/>
            <a:ext cx="7668000" cy="2740500"/>
          </a:xfrm>
          <a:prstGeom prst="rect">
            <a:avLst/>
          </a:prstGeom>
          <a:noFill/>
          <a:ln>
            <a:noFill/>
          </a:ln>
        </p:spPr>
        <p:txBody>
          <a:bodyPr anchorCtr="0" anchor="t" bIns="35425" lIns="70875" spcFirstLastPara="1" rIns="70875" wrap="square" tIns="3542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95" name="Google Shape;95;g3fa40c21e6a_1_84"/>
          <p:cNvSpPr txBox="1"/>
          <p:nvPr>
            <p:ph idx="11" type="ftr"/>
          </p:nvPr>
        </p:nvSpPr>
        <p:spPr>
          <a:xfrm>
            <a:off x="3228950" y="4927276"/>
            <a:ext cx="2992800" cy="282900"/>
          </a:xfrm>
          <a:prstGeom prst="rect">
            <a:avLst/>
          </a:prstGeom>
          <a:noFill/>
          <a:ln>
            <a:noFill/>
          </a:ln>
        </p:spPr>
        <p:txBody>
          <a:bodyPr anchorCtr="0" anchor="ctr" bIns="35425" lIns="70875" spcFirstLastPara="1" rIns="70875" wrap="square" tIns="3542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96" name="Google Shape;96;g3fa40c21e6a_1_84"/>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
        <p:nvSpPr>
          <p:cNvPr id="97" name="Google Shape;97;g3fa40c21e6a_1_84"/>
          <p:cNvSpPr txBox="1"/>
          <p:nvPr>
            <p:ph type="title"/>
          </p:nvPr>
        </p:nvSpPr>
        <p:spPr>
          <a:xfrm>
            <a:off x="1161812" y="910251"/>
            <a:ext cx="7668000" cy="979800"/>
          </a:xfrm>
          <a:prstGeom prst="rect">
            <a:avLst/>
          </a:prstGeom>
          <a:noFill/>
          <a:ln>
            <a:noFill/>
          </a:ln>
        </p:spPr>
        <p:txBody>
          <a:bodyPr anchorCtr="0" anchor="ctr" bIns="35425" lIns="70875" spcFirstLastPara="1" rIns="70875" wrap="square" tIns="35425">
            <a:normAutofit/>
          </a:bodyPr>
          <a:lstStyle>
            <a:lvl1pPr lvl="0" algn="l">
              <a:spcBef>
                <a:spcPts val="0"/>
              </a:spcBef>
              <a:spcAft>
                <a:spcPts val="0"/>
              </a:spcAft>
              <a:buClr>
                <a:schemeClr val="dk1"/>
              </a:buClr>
              <a:buSzPts val="3300"/>
              <a:buFont typeface="PT Serif"/>
              <a:buNone/>
              <a:defRPr sz="33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8" name="Google Shape;98;g3fa40c21e6a_1_84"/>
          <p:cNvSpPr/>
          <p:nvPr/>
        </p:nvSpPr>
        <p:spPr>
          <a:xfrm>
            <a:off x="-39377" y="1788368"/>
            <a:ext cx="1107807" cy="3879020"/>
          </a:xfrm>
          <a:custGeom>
            <a:rect b="b" l="l" r="r" t="t"/>
            <a:pathLst>
              <a:path extrusionOk="0" h="5811266" w="1659636">
                <a:moveTo>
                  <a:pt x="0" y="0"/>
                </a:moveTo>
                <a:lnTo>
                  <a:pt x="0" y="5748528"/>
                </a:lnTo>
                <a:lnTo>
                  <a:pt x="29210" y="5811266"/>
                </a:lnTo>
                <a:lnTo>
                  <a:pt x="1659636" y="2314956"/>
                </a:lnTo>
                <a:lnTo>
                  <a:pt x="580263" y="0"/>
                </a:lnTo>
                <a:close/>
              </a:path>
            </a:pathLst>
          </a:custGeom>
          <a:solidFill>
            <a:srgbClr val="64257E"/>
          </a:solidFill>
          <a:ln>
            <a:noFill/>
          </a:ln>
        </p:spPr>
      </p:sp>
      <p:sp>
        <p:nvSpPr>
          <p:cNvPr id="99" name="Google Shape;99;g3fa40c21e6a_1_84"/>
          <p:cNvSpPr/>
          <p:nvPr/>
        </p:nvSpPr>
        <p:spPr>
          <a:xfrm>
            <a:off x="1058440" y="152907"/>
            <a:ext cx="1742059" cy="619975"/>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
        <p:nvSpPr>
          <p:cNvPr id="100" name="Google Shape;100;g3fa40c21e6a_1_84"/>
          <p:cNvSpPr/>
          <p:nvPr/>
        </p:nvSpPr>
        <p:spPr>
          <a:xfrm>
            <a:off x="6329897" y="4571744"/>
            <a:ext cx="2195947" cy="1097889"/>
          </a:xfrm>
          <a:custGeom>
            <a:rect b="b" l="l" r="r" t="t"/>
            <a:pathLst>
              <a:path extrusionOk="0" h="1644777" w="3289808">
                <a:moveTo>
                  <a:pt x="1644904" y="0"/>
                </a:moveTo>
                <a:cubicBezTo>
                  <a:pt x="736473" y="0"/>
                  <a:pt x="0" y="736346"/>
                  <a:pt x="0" y="1644777"/>
                </a:cubicBezTo>
                <a:lnTo>
                  <a:pt x="3289808" y="1644777"/>
                </a:lnTo>
                <a:cubicBezTo>
                  <a:pt x="3289808" y="736346"/>
                  <a:pt x="2553335" y="0"/>
                  <a:pt x="1644904"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101" name="Google Shape;101;g3fa40c21e6a_1_84"/>
          <p:cNvSpPr/>
          <p:nvPr/>
        </p:nvSpPr>
        <p:spPr>
          <a:xfrm>
            <a:off x="8429717" y="0"/>
            <a:ext cx="1649588" cy="3537896"/>
          </a:xfrm>
          <a:custGeom>
            <a:rect b="b" l="l" r="r" t="t"/>
            <a:pathLst>
              <a:path extrusionOk="0" h="5300218" w="2471293">
                <a:moveTo>
                  <a:pt x="0" y="0"/>
                </a:moveTo>
                <a:lnTo>
                  <a:pt x="2471293" y="5300218"/>
                </a:lnTo>
                <a:lnTo>
                  <a:pt x="2471293" y="0"/>
                </a:lnTo>
                <a:close/>
              </a:path>
            </a:pathLst>
          </a:custGeom>
          <a:solidFill>
            <a:srgbClr val="52AE32"/>
          </a:solid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columnas con título">
  <p:cSld name="Dos columnas con título">
    <p:spTree>
      <p:nvGrpSpPr>
        <p:cNvPr id="102" name="Shape 102"/>
        <p:cNvGrpSpPr/>
        <p:nvPr/>
      </p:nvGrpSpPr>
      <p:grpSpPr>
        <a:xfrm>
          <a:off x="0" y="0"/>
          <a:ext cx="0" cy="0"/>
          <a:chOff x="0" y="0"/>
          <a:chExt cx="0" cy="0"/>
        </a:xfrm>
      </p:grpSpPr>
      <p:sp>
        <p:nvSpPr>
          <p:cNvPr id="103" name="Google Shape;103;g3fa40c21e6a_1_93"/>
          <p:cNvSpPr txBox="1"/>
          <p:nvPr>
            <p:ph type="title"/>
          </p:nvPr>
        </p:nvSpPr>
        <p:spPr>
          <a:xfrm>
            <a:off x="477200" y="1128227"/>
            <a:ext cx="8505600" cy="720000"/>
          </a:xfrm>
          <a:prstGeom prst="rect">
            <a:avLst/>
          </a:prstGeom>
          <a:noFill/>
          <a:ln>
            <a:noFill/>
          </a:ln>
        </p:spPr>
        <p:txBody>
          <a:bodyPr anchorCtr="0" anchor="ctr" bIns="35425" lIns="70875" spcFirstLastPara="1" rIns="70875" wrap="square" tIns="35425">
            <a:normAutofit/>
          </a:bodyPr>
          <a:lstStyle>
            <a:lvl1pPr lvl="0" algn="l">
              <a:spcBef>
                <a:spcPts val="0"/>
              </a:spcBef>
              <a:spcAft>
                <a:spcPts val="0"/>
              </a:spcAft>
              <a:buClr>
                <a:schemeClr val="dk1"/>
              </a:buClr>
              <a:buSzPts val="3800"/>
              <a:buFont typeface="PT Sans"/>
              <a:buNone/>
              <a:defRPr sz="3800">
                <a:latin typeface="PT Sans"/>
                <a:ea typeface="PT Sans"/>
                <a:cs typeface="PT Sans"/>
                <a:sym typeface="PT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4" name="Google Shape;104;g3fa40c21e6a_1_93"/>
          <p:cNvSpPr txBox="1"/>
          <p:nvPr>
            <p:ph idx="11" type="ftr"/>
          </p:nvPr>
        </p:nvSpPr>
        <p:spPr>
          <a:xfrm>
            <a:off x="3228950" y="4927276"/>
            <a:ext cx="2992800" cy="282900"/>
          </a:xfrm>
          <a:prstGeom prst="rect">
            <a:avLst/>
          </a:prstGeom>
          <a:noFill/>
          <a:ln>
            <a:noFill/>
          </a:ln>
        </p:spPr>
        <p:txBody>
          <a:bodyPr anchorCtr="0" anchor="ctr" bIns="35425" lIns="70875" spcFirstLastPara="1" rIns="70875" wrap="square" tIns="3542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05" name="Google Shape;105;g3fa40c21e6a_1_93"/>
          <p:cNvSpPr/>
          <p:nvPr/>
        </p:nvSpPr>
        <p:spPr>
          <a:xfrm>
            <a:off x="1969" y="1701171"/>
            <a:ext cx="1862792" cy="3995268"/>
          </a:xfrm>
          <a:custGeom>
            <a:rect b="b" l="l" r="r" t="t"/>
            <a:pathLst>
              <a:path extrusionOk="0" h="5155184" w="2403602">
                <a:moveTo>
                  <a:pt x="0" y="5155184"/>
                </a:moveTo>
                <a:lnTo>
                  <a:pt x="2403602" y="5155184"/>
                </a:lnTo>
                <a:lnTo>
                  <a:pt x="0" y="0"/>
                </a:lnTo>
                <a:close/>
              </a:path>
            </a:pathLst>
          </a:custGeom>
          <a:solidFill>
            <a:srgbClr val="BC0A80"/>
          </a:solidFill>
          <a:ln>
            <a:noFill/>
          </a:ln>
        </p:spPr>
      </p:sp>
      <p:sp>
        <p:nvSpPr>
          <p:cNvPr id="106" name="Google Shape;106;g3fa40c21e6a_1_93"/>
          <p:cNvSpPr/>
          <p:nvPr/>
        </p:nvSpPr>
        <p:spPr>
          <a:xfrm>
            <a:off x="374086" y="219482"/>
            <a:ext cx="2020985" cy="719241"/>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
        <p:nvSpPr>
          <p:cNvPr id="107" name="Google Shape;107;g3fa40c21e6a_1_93"/>
          <p:cNvSpPr/>
          <p:nvPr/>
        </p:nvSpPr>
        <p:spPr>
          <a:xfrm>
            <a:off x="6707571" y="0"/>
            <a:ext cx="1887052" cy="918362"/>
          </a:xfrm>
          <a:custGeom>
            <a:rect b="b" l="l" r="r" t="t"/>
            <a:pathLst>
              <a:path extrusionOk="0" h="1402080" w="2880995">
                <a:moveTo>
                  <a:pt x="0" y="0"/>
                </a:moveTo>
                <a:cubicBezTo>
                  <a:pt x="0" y="774446"/>
                  <a:pt x="644906" y="1402080"/>
                  <a:pt x="1440434" y="1402080"/>
                </a:cubicBezTo>
                <a:cubicBezTo>
                  <a:pt x="2235962" y="1402080"/>
                  <a:pt x="2880995" y="774446"/>
                  <a:pt x="2880995"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108" name="Google Shape;108;g3fa40c21e6a_1_93"/>
          <p:cNvSpPr/>
          <p:nvPr/>
        </p:nvSpPr>
        <p:spPr>
          <a:xfrm>
            <a:off x="6707571" y="4582818"/>
            <a:ext cx="2536139" cy="1085202"/>
          </a:xfrm>
          <a:custGeom>
            <a:rect b="b" l="l" r="r" t="t"/>
            <a:pathLst>
              <a:path extrusionOk="0" h="1550289" w="3623056">
                <a:moveTo>
                  <a:pt x="0" y="1550289"/>
                </a:moveTo>
                <a:lnTo>
                  <a:pt x="3623056" y="1550289"/>
                </a:lnTo>
                <a:lnTo>
                  <a:pt x="3623056" y="0"/>
                </a:lnTo>
                <a:lnTo>
                  <a:pt x="0" y="0"/>
                </a:lnTo>
                <a:close/>
              </a:path>
            </a:pathLst>
          </a:custGeom>
          <a:solidFill>
            <a:srgbClr val="D5D900"/>
          </a:solidFill>
          <a:ln>
            <a:noFill/>
          </a:ln>
        </p:spPr>
      </p:sp>
      <p:sp>
        <p:nvSpPr>
          <p:cNvPr id="109" name="Google Shape;109;g3fa40c21e6a_1_93"/>
          <p:cNvSpPr txBox="1"/>
          <p:nvPr>
            <p:ph idx="1" type="body"/>
          </p:nvPr>
        </p:nvSpPr>
        <p:spPr>
          <a:xfrm>
            <a:off x="1378210" y="2126456"/>
            <a:ext cx="3780300" cy="26223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1"/>
              </a:buClr>
              <a:buSzPts val="2200"/>
              <a:buNone/>
              <a:defRPr b="1" sz="2200">
                <a:solidFill>
                  <a:schemeClr val="accent1"/>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10" name="Google Shape;110;g3fa40c21e6a_1_93"/>
          <p:cNvSpPr txBox="1"/>
          <p:nvPr>
            <p:ph idx="2" type="body"/>
          </p:nvPr>
        </p:nvSpPr>
        <p:spPr>
          <a:xfrm>
            <a:off x="5221348" y="2128493"/>
            <a:ext cx="3780300" cy="26223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2"/>
              </a:buClr>
              <a:buSzPts val="2200"/>
              <a:buNone/>
              <a:defRPr b="1" sz="2200">
                <a:solidFill>
                  <a:schemeClr val="accent2"/>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es columnas con título">
  <p:cSld name="Tres columnas con título">
    <p:spTree>
      <p:nvGrpSpPr>
        <p:cNvPr id="111" name="Shape 111"/>
        <p:cNvGrpSpPr/>
        <p:nvPr/>
      </p:nvGrpSpPr>
      <p:grpSpPr>
        <a:xfrm>
          <a:off x="0" y="0"/>
          <a:ext cx="0" cy="0"/>
          <a:chOff x="0" y="0"/>
          <a:chExt cx="0" cy="0"/>
        </a:xfrm>
      </p:grpSpPr>
      <p:sp>
        <p:nvSpPr>
          <p:cNvPr id="112" name="Google Shape;112;g3fa40c21e6a_1_102"/>
          <p:cNvSpPr txBox="1"/>
          <p:nvPr>
            <p:ph type="title"/>
          </p:nvPr>
        </p:nvSpPr>
        <p:spPr>
          <a:xfrm>
            <a:off x="477200" y="1081484"/>
            <a:ext cx="8505600" cy="766800"/>
          </a:xfrm>
          <a:prstGeom prst="rect">
            <a:avLst/>
          </a:prstGeom>
          <a:noFill/>
          <a:ln>
            <a:noFill/>
          </a:ln>
        </p:spPr>
        <p:txBody>
          <a:bodyPr anchorCtr="0" anchor="ctr" bIns="35425" lIns="70875" spcFirstLastPara="1" rIns="70875" wrap="square" tIns="35425">
            <a:normAutofit/>
          </a:bodyPr>
          <a:lstStyle>
            <a:lvl1pPr lvl="0" algn="l">
              <a:spcBef>
                <a:spcPts val="0"/>
              </a:spcBef>
              <a:spcAft>
                <a:spcPts val="0"/>
              </a:spcAft>
              <a:buClr>
                <a:schemeClr val="dk1"/>
              </a:buClr>
              <a:buSzPts val="3900"/>
              <a:buFont typeface="PT Sans"/>
              <a:buNone/>
              <a:defRPr sz="3900">
                <a:latin typeface="PT Sans"/>
                <a:ea typeface="PT Sans"/>
                <a:cs typeface="PT Sans"/>
                <a:sym typeface="PT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3" name="Google Shape;113;g3fa40c21e6a_1_102"/>
          <p:cNvSpPr txBox="1"/>
          <p:nvPr>
            <p:ph idx="11" type="ftr"/>
          </p:nvPr>
        </p:nvSpPr>
        <p:spPr>
          <a:xfrm>
            <a:off x="3228950" y="4927276"/>
            <a:ext cx="2992800" cy="282900"/>
          </a:xfrm>
          <a:prstGeom prst="rect">
            <a:avLst/>
          </a:prstGeom>
          <a:noFill/>
          <a:ln>
            <a:noFill/>
          </a:ln>
        </p:spPr>
        <p:txBody>
          <a:bodyPr anchorCtr="0" anchor="ctr" bIns="35425" lIns="70875" spcFirstLastPara="1" rIns="70875" wrap="square" tIns="3542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14" name="Google Shape;114;g3fa40c21e6a_1_102"/>
          <p:cNvSpPr/>
          <p:nvPr/>
        </p:nvSpPr>
        <p:spPr>
          <a:xfrm>
            <a:off x="1969" y="1701171"/>
            <a:ext cx="1862792" cy="3995268"/>
          </a:xfrm>
          <a:custGeom>
            <a:rect b="b" l="l" r="r" t="t"/>
            <a:pathLst>
              <a:path extrusionOk="0" h="5155184" w="2403602">
                <a:moveTo>
                  <a:pt x="0" y="5155184"/>
                </a:moveTo>
                <a:lnTo>
                  <a:pt x="2403602" y="5155184"/>
                </a:lnTo>
                <a:lnTo>
                  <a:pt x="0" y="0"/>
                </a:lnTo>
                <a:close/>
              </a:path>
            </a:pathLst>
          </a:custGeom>
          <a:solidFill>
            <a:srgbClr val="BC0A80"/>
          </a:solidFill>
          <a:ln>
            <a:noFill/>
          </a:ln>
        </p:spPr>
      </p:sp>
      <p:sp>
        <p:nvSpPr>
          <p:cNvPr id="115" name="Google Shape;115;g3fa40c21e6a_1_102"/>
          <p:cNvSpPr/>
          <p:nvPr/>
        </p:nvSpPr>
        <p:spPr>
          <a:xfrm>
            <a:off x="374086" y="219482"/>
            <a:ext cx="2020985" cy="719241"/>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
        <p:nvSpPr>
          <p:cNvPr id="116" name="Google Shape;116;g3fa40c21e6a_1_102"/>
          <p:cNvSpPr/>
          <p:nvPr/>
        </p:nvSpPr>
        <p:spPr>
          <a:xfrm>
            <a:off x="6707571" y="0"/>
            <a:ext cx="1887052" cy="918362"/>
          </a:xfrm>
          <a:custGeom>
            <a:rect b="b" l="l" r="r" t="t"/>
            <a:pathLst>
              <a:path extrusionOk="0" h="1402080" w="2880995">
                <a:moveTo>
                  <a:pt x="0" y="0"/>
                </a:moveTo>
                <a:cubicBezTo>
                  <a:pt x="0" y="774446"/>
                  <a:pt x="644906" y="1402080"/>
                  <a:pt x="1440434" y="1402080"/>
                </a:cubicBezTo>
                <a:cubicBezTo>
                  <a:pt x="2235962" y="1402080"/>
                  <a:pt x="2880995" y="774446"/>
                  <a:pt x="2880995"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117" name="Google Shape;117;g3fa40c21e6a_1_102"/>
          <p:cNvSpPr/>
          <p:nvPr/>
        </p:nvSpPr>
        <p:spPr>
          <a:xfrm>
            <a:off x="6707571" y="4582818"/>
            <a:ext cx="2536139" cy="1085202"/>
          </a:xfrm>
          <a:custGeom>
            <a:rect b="b" l="l" r="r" t="t"/>
            <a:pathLst>
              <a:path extrusionOk="0" h="1550289" w="3623056">
                <a:moveTo>
                  <a:pt x="0" y="1550289"/>
                </a:moveTo>
                <a:lnTo>
                  <a:pt x="3623056" y="1550289"/>
                </a:lnTo>
                <a:lnTo>
                  <a:pt x="3623056" y="0"/>
                </a:lnTo>
                <a:lnTo>
                  <a:pt x="0" y="0"/>
                </a:lnTo>
                <a:close/>
              </a:path>
            </a:pathLst>
          </a:custGeom>
          <a:solidFill>
            <a:srgbClr val="D5D900"/>
          </a:solidFill>
          <a:ln>
            <a:noFill/>
          </a:ln>
        </p:spPr>
      </p:sp>
      <p:sp>
        <p:nvSpPr>
          <p:cNvPr id="118" name="Google Shape;118;g3fa40c21e6a_1_102"/>
          <p:cNvSpPr txBox="1"/>
          <p:nvPr>
            <p:ph idx="1" type="body"/>
          </p:nvPr>
        </p:nvSpPr>
        <p:spPr>
          <a:xfrm>
            <a:off x="1378210" y="2126456"/>
            <a:ext cx="2421600" cy="26223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1"/>
              </a:buClr>
              <a:buSzPts val="2200"/>
              <a:buNone/>
              <a:defRPr b="1" sz="2200">
                <a:solidFill>
                  <a:schemeClr val="accent1"/>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19" name="Google Shape;119;g3fa40c21e6a_1_102"/>
          <p:cNvSpPr txBox="1"/>
          <p:nvPr>
            <p:ph idx="2" type="body"/>
          </p:nvPr>
        </p:nvSpPr>
        <p:spPr>
          <a:xfrm>
            <a:off x="3882257" y="2128493"/>
            <a:ext cx="2421600" cy="26223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2"/>
              </a:buClr>
              <a:buSzPts val="2200"/>
              <a:buNone/>
              <a:defRPr b="1" sz="2200">
                <a:solidFill>
                  <a:schemeClr val="accent2"/>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20" name="Google Shape;120;g3fa40c21e6a_1_102"/>
          <p:cNvSpPr txBox="1"/>
          <p:nvPr>
            <p:ph idx="3" type="body"/>
          </p:nvPr>
        </p:nvSpPr>
        <p:spPr>
          <a:xfrm>
            <a:off x="6386303" y="2127798"/>
            <a:ext cx="2421600" cy="26223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3"/>
              </a:buClr>
              <a:buSzPts val="2200"/>
              <a:buNone/>
              <a:defRPr b="1" sz="2200">
                <a:solidFill>
                  <a:schemeClr val="accent3"/>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columnas">
  <p:cSld name="Dos columnas">
    <p:spTree>
      <p:nvGrpSpPr>
        <p:cNvPr id="121" name="Shape 121"/>
        <p:cNvGrpSpPr/>
        <p:nvPr/>
      </p:nvGrpSpPr>
      <p:grpSpPr>
        <a:xfrm>
          <a:off x="0" y="0"/>
          <a:ext cx="0" cy="0"/>
          <a:chOff x="0" y="0"/>
          <a:chExt cx="0" cy="0"/>
        </a:xfrm>
      </p:grpSpPr>
      <p:sp>
        <p:nvSpPr>
          <p:cNvPr id="122" name="Google Shape;122;g3fa40c21e6a_1_112"/>
          <p:cNvSpPr/>
          <p:nvPr/>
        </p:nvSpPr>
        <p:spPr>
          <a:xfrm>
            <a:off x="1969" y="1701171"/>
            <a:ext cx="1862792" cy="3995268"/>
          </a:xfrm>
          <a:custGeom>
            <a:rect b="b" l="l" r="r" t="t"/>
            <a:pathLst>
              <a:path extrusionOk="0" h="5155184" w="2403602">
                <a:moveTo>
                  <a:pt x="0" y="5155184"/>
                </a:moveTo>
                <a:lnTo>
                  <a:pt x="2403602" y="5155184"/>
                </a:lnTo>
                <a:lnTo>
                  <a:pt x="0" y="0"/>
                </a:lnTo>
                <a:close/>
              </a:path>
            </a:pathLst>
          </a:custGeom>
          <a:solidFill>
            <a:srgbClr val="BC0A80"/>
          </a:solidFill>
          <a:ln>
            <a:noFill/>
          </a:ln>
        </p:spPr>
      </p:sp>
      <p:sp>
        <p:nvSpPr>
          <p:cNvPr id="123" name="Google Shape;123;g3fa40c21e6a_1_112"/>
          <p:cNvSpPr/>
          <p:nvPr/>
        </p:nvSpPr>
        <p:spPr>
          <a:xfrm>
            <a:off x="374086" y="219482"/>
            <a:ext cx="2020985" cy="719241"/>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
        <p:nvSpPr>
          <p:cNvPr id="124" name="Google Shape;124;g3fa40c21e6a_1_112"/>
          <p:cNvSpPr/>
          <p:nvPr/>
        </p:nvSpPr>
        <p:spPr>
          <a:xfrm>
            <a:off x="6707571" y="0"/>
            <a:ext cx="1887052" cy="918362"/>
          </a:xfrm>
          <a:custGeom>
            <a:rect b="b" l="l" r="r" t="t"/>
            <a:pathLst>
              <a:path extrusionOk="0" h="1402080" w="2880995">
                <a:moveTo>
                  <a:pt x="0" y="0"/>
                </a:moveTo>
                <a:cubicBezTo>
                  <a:pt x="0" y="774446"/>
                  <a:pt x="644906" y="1402080"/>
                  <a:pt x="1440434" y="1402080"/>
                </a:cubicBezTo>
                <a:cubicBezTo>
                  <a:pt x="2235962" y="1402080"/>
                  <a:pt x="2880995" y="774446"/>
                  <a:pt x="2880995"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125" name="Google Shape;125;g3fa40c21e6a_1_112"/>
          <p:cNvSpPr/>
          <p:nvPr/>
        </p:nvSpPr>
        <p:spPr>
          <a:xfrm>
            <a:off x="6707571" y="4582818"/>
            <a:ext cx="2536139" cy="1085202"/>
          </a:xfrm>
          <a:custGeom>
            <a:rect b="b" l="l" r="r" t="t"/>
            <a:pathLst>
              <a:path extrusionOk="0" h="1550289" w="3623056">
                <a:moveTo>
                  <a:pt x="0" y="1550289"/>
                </a:moveTo>
                <a:lnTo>
                  <a:pt x="3623056" y="1550289"/>
                </a:lnTo>
                <a:lnTo>
                  <a:pt x="3623056" y="0"/>
                </a:lnTo>
                <a:lnTo>
                  <a:pt x="0" y="0"/>
                </a:lnTo>
                <a:close/>
              </a:path>
            </a:pathLst>
          </a:custGeom>
          <a:solidFill>
            <a:srgbClr val="D5D900"/>
          </a:solidFill>
          <a:ln>
            <a:noFill/>
          </a:ln>
        </p:spPr>
      </p:sp>
      <p:sp>
        <p:nvSpPr>
          <p:cNvPr id="126" name="Google Shape;126;g3fa40c21e6a_1_112"/>
          <p:cNvSpPr txBox="1"/>
          <p:nvPr>
            <p:ph idx="1" type="body"/>
          </p:nvPr>
        </p:nvSpPr>
        <p:spPr>
          <a:xfrm>
            <a:off x="1548705" y="1116557"/>
            <a:ext cx="3508200" cy="36285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2"/>
              </a:buClr>
              <a:buSzPts val="2200"/>
              <a:buNone/>
              <a:defRPr b="1" sz="2200">
                <a:solidFill>
                  <a:schemeClr val="accent2"/>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27" name="Google Shape;127;g3fa40c21e6a_1_112"/>
          <p:cNvSpPr txBox="1"/>
          <p:nvPr>
            <p:ph idx="2" type="body"/>
          </p:nvPr>
        </p:nvSpPr>
        <p:spPr>
          <a:xfrm>
            <a:off x="5299845" y="1121601"/>
            <a:ext cx="3508200" cy="36285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3"/>
              </a:buClr>
              <a:buSzPts val="2200"/>
              <a:buNone/>
              <a:defRPr b="1" sz="2200">
                <a:solidFill>
                  <a:schemeClr val="accent3"/>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columnas_2">
  <p:cSld name="Dos columnas_2">
    <p:spTree>
      <p:nvGrpSpPr>
        <p:cNvPr id="128" name="Shape 128"/>
        <p:cNvGrpSpPr/>
        <p:nvPr/>
      </p:nvGrpSpPr>
      <p:grpSpPr>
        <a:xfrm>
          <a:off x="0" y="0"/>
          <a:ext cx="0" cy="0"/>
          <a:chOff x="0" y="0"/>
          <a:chExt cx="0" cy="0"/>
        </a:xfrm>
      </p:grpSpPr>
      <p:sp>
        <p:nvSpPr>
          <p:cNvPr id="129" name="Google Shape;129;g3fa40c21e6a_1_119"/>
          <p:cNvSpPr/>
          <p:nvPr/>
        </p:nvSpPr>
        <p:spPr>
          <a:xfrm>
            <a:off x="374086" y="219482"/>
            <a:ext cx="2020985" cy="719241"/>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
        <p:nvSpPr>
          <p:cNvPr id="130" name="Google Shape;130;g3fa40c21e6a_1_119"/>
          <p:cNvSpPr txBox="1"/>
          <p:nvPr>
            <p:ph idx="1" type="body"/>
          </p:nvPr>
        </p:nvSpPr>
        <p:spPr>
          <a:xfrm>
            <a:off x="1548705" y="1116557"/>
            <a:ext cx="3508200" cy="36285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2"/>
              </a:buClr>
              <a:buSzPts val="2200"/>
              <a:buNone/>
              <a:defRPr b="1" sz="2200">
                <a:solidFill>
                  <a:schemeClr val="accent2"/>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31" name="Google Shape;131;g3fa40c21e6a_1_119"/>
          <p:cNvSpPr txBox="1"/>
          <p:nvPr>
            <p:ph idx="2" type="body"/>
          </p:nvPr>
        </p:nvSpPr>
        <p:spPr>
          <a:xfrm>
            <a:off x="5299845" y="1121601"/>
            <a:ext cx="3508200" cy="36285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3"/>
              </a:buClr>
              <a:buSzPts val="2200"/>
              <a:buNone/>
              <a:defRPr b="1" sz="2200">
                <a:solidFill>
                  <a:schemeClr val="accent3"/>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32" name="Google Shape;132;g3fa40c21e6a_1_119"/>
          <p:cNvSpPr/>
          <p:nvPr/>
        </p:nvSpPr>
        <p:spPr>
          <a:xfrm>
            <a:off x="-39377" y="1788368"/>
            <a:ext cx="1107807" cy="3879020"/>
          </a:xfrm>
          <a:custGeom>
            <a:rect b="b" l="l" r="r" t="t"/>
            <a:pathLst>
              <a:path extrusionOk="0" h="5811266" w="1659636">
                <a:moveTo>
                  <a:pt x="0" y="0"/>
                </a:moveTo>
                <a:lnTo>
                  <a:pt x="0" y="5748528"/>
                </a:lnTo>
                <a:lnTo>
                  <a:pt x="29210" y="5811266"/>
                </a:lnTo>
                <a:lnTo>
                  <a:pt x="1659636" y="2314956"/>
                </a:lnTo>
                <a:lnTo>
                  <a:pt x="580263" y="0"/>
                </a:lnTo>
                <a:close/>
              </a:path>
            </a:pathLst>
          </a:custGeom>
          <a:solidFill>
            <a:srgbClr val="64257E"/>
          </a:solidFill>
          <a:ln>
            <a:noFill/>
          </a:ln>
        </p:spPr>
      </p:sp>
      <p:sp>
        <p:nvSpPr>
          <p:cNvPr id="133" name="Google Shape;133;g3fa40c21e6a_1_119"/>
          <p:cNvSpPr/>
          <p:nvPr/>
        </p:nvSpPr>
        <p:spPr>
          <a:xfrm>
            <a:off x="8429717" y="0"/>
            <a:ext cx="1649588" cy="3537896"/>
          </a:xfrm>
          <a:custGeom>
            <a:rect b="b" l="l" r="r" t="t"/>
            <a:pathLst>
              <a:path extrusionOk="0" h="5300218" w="2471293">
                <a:moveTo>
                  <a:pt x="0" y="0"/>
                </a:moveTo>
                <a:lnTo>
                  <a:pt x="2471293" y="5300218"/>
                </a:lnTo>
                <a:lnTo>
                  <a:pt x="2471293" y="0"/>
                </a:lnTo>
                <a:close/>
              </a:path>
            </a:pathLst>
          </a:custGeom>
          <a:solidFill>
            <a:srgbClr val="52AE32"/>
          </a:solid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es columnas">
  <p:cSld name="Tres columnas">
    <p:spTree>
      <p:nvGrpSpPr>
        <p:cNvPr id="134" name="Shape 134"/>
        <p:cNvGrpSpPr/>
        <p:nvPr/>
      </p:nvGrpSpPr>
      <p:grpSpPr>
        <a:xfrm>
          <a:off x="0" y="0"/>
          <a:ext cx="0" cy="0"/>
          <a:chOff x="0" y="0"/>
          <a:chExt cx="0" cy="0"/>
        </a:xfrm>
      </p:grpSpPr>
      <p:sp>
        <p:nvSpPr>
          <p:cNvPr id="135" name="Google Shape;135;g3fa40c21e6a_1_125"/>
          <p:cNvSpPr txBox="1"/>
          <p:nvPr>
            <p:ph idx="11" type="ftr"/>
          </p:nvPr>
        </p:nvSpPr>
        <p:spPr>
          <a:xfrm>
            <a:off x="3228950" y="4927276"/>
            <a:ext cx="2992800" cy="282900"/>
          </a:xfrm>
          <a:prstGeom prst="rect">
            <a:avLst/>
          </a:prstGeom>
          <a:noFill/>
          <a:ln>
            <a:noFill/>
          </a:ln>
        </p:spPr>
        <p:txBody>
          <a:bodyPr anchorCtr="0" anchor="ctr" bIns="35425" lIns="70875" spcFirstLastPara="1" rIns="70875" wrap="square" tIns="3542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36" name="Google Shape;136;g3fa40c21e6a_1_125"/>
          <p:cNvSpPr/>
          <p:nvPr/>
        </p:nvSpPr>
        <p:spPr>
          <a:xfrm>
            <a:off x="1969" y="1701171"/>
            <a:ext cx="1862792" cy="3995268"/>
          </a:xfrm>
          <a:custGeom>
            <a:rect b="b" l="l" r="r" t="t"/>
            <a:pathLst>
              <a:path extrusionOk="0" h="5155184" w="2403602">
                <a:moveTo>
                  <a:pt x="0" y="5155184"/>
                </a:moveTo>
                <a:lnTo>
                  <a:pt x="2403602" y="5155184"/>
                </a:lnTo>
                <a:lnTo>
                  <a:pt x="0" y="0"/>
                </a:lnTo>
                <a:close/>
              </a:path>
            </a:pathLst>
          </a:custGeom>
          <a:solidFill>
            <a:srgbClr val="BC0A80"/>
          </a:solidFill>
          <a:ln>
            <a:noFill/>
          </a:ln>
        </p:spPr>
      </p:sp>
      <p:sp>
        <p:nvSpPr>
          <p:cNvPr id="137" name="Google Shape;137;g3fa40c21e6a_1_125"/>
          <p:cNvSpPr/>
          <p:nvPr/>
        </p:nvSpPr>
        <p:spPr>
          <a:xfrm>
            <a:off x="374086" y="219482"/>
            <a:ext cx="2020985" cy="719241"/>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
        <p:nvSpPr>
          <p:cNvPr id="138" name="Google Shape;138;g3fa40c21e6a_1_125"/>
          <p:cNvSpPr/>
          <p:nvPr/>
        </p:nvSpPr>
        <p:spPr>
          <a:xfrm>
            <a:off x="6707571" y="0"/>
            <a:ext cx="1887052" cy="918362"/>
          </a:xfrm>
          <a:custGeom>
            <a:rect b="b" l="l" r="r" t="t"/>
            <a:pathLst>
              <a:path extrusionOk="0" h="1402080" w="2880995">
                <a:moveTo>
                  <a:pt x="0" y="0"/>
                </a:moveTo>
                <a:cubicBezTo>
                  <a:pt x="0" y="774446"/>
                  <a:pt x="644906" y="1402080"/>
                  <a:pt x="1440434" y="1402080"/>
                </a:cubicBezTo>
                <a:cubicBezTo>
                  <a:pt x="2235962" y="1402080"/>
                  <a:pt x="2880995" y="774446"/>
                  <a:pt x="2880995"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139" name="Google Shape;139;g3fa40c21e6a_1_125"/>
          <p:cNvSpPr/>
          <p:nvPr/>
        </p:nvSpPr>
        <p:spPr>
          <a:xfrm>
            <a:off x="6707571" y="4582818"/>
            <a:ext cx="2536139" cy="1085202"/>
          </a:xfrm>
          <a:custGeom>
            <a:rect b="b" l="l" r="r" t="t"/>
            <a:pathLst>
              <a:path extrusionOk="0" h="1550289" w="3623056">
                <a:moveTo>
                  <a:pt x="0" y="1550289"/>
                </a:moveTo>
                <a:lnTo>
                  <a:pt x="3623056" y="1550289"/>
                </a:lnTo>
                <a:lnTo>
                  <a:pt x="3623056" y="0"/>
                </a:lnTo>
                <a:lnTo>
                  <a:pt x="0" y="0"/>
                </a:lnTo>
                <a:close/>
              </a:path>
            </a:pathLst>
          </a:custGeom>
          <a:solidFill>
            <a:srgbClr val="D5D900"/>
          </a:solidFill>
          <a:ln>
            <a:noFill/>
          </a:ln>
        </p:spPr>
      </p:sp>
      <p:sp>
        <p:nvSpPr>
          <p:cNvPr id="140" name="Google Shape;140;g3fa40c21e6a_1_125"/>
          <p:cNvSpPr txBox="1"/>
          <p:nvPr>
            <p:ph idx="1" type="body"/>
          </p:nvPr>
        </p:nvSpPr>
        <p:spPr>
          <a:xfrm>
            <a:off x="1378210" y="1120259"/>
            <a:ext cx="2421600" cy="36285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1"/>
              </a:buClr>
              <a:buSzPts val="2200"/>
              <a:buNone/>
              <a:defRPr b="1" sz="2200">
                <a:solidFill>
                  <a:schemeClr val="accent1"/>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41" name="Google Shape;141;g3fa40c21e6a_1_125"/>
          <p:cNvSpPr txBox="1"/>
          <p:nvPr>
            <p:ph idx="2" type="body"/>
          </p:nvPr>
        </p:nvSpPr>
        <p:spPr>
          <a:xfrm>
            <a:off x="3882257" y="1122296"/>
            <a:ext cx="2421600" cy="36285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2"/>
              </a:buClr>
              <a:buSzPts val="2200"/>
              <a:buNone/>
              <a:defRPr b="1" sz="2200">
                <a:solidFill>
                  <a:schemeClr val="accent2"/>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42" name="Google Shape;142;g3fa40c21e6a_1_125"/>
          <p:cNvSpPr txBox="1"/>
          <p:nvPr>
            <p:ph idx="3" type="body"/>
          </p:nvPr>
        </p:nvSpPr>
        <p:spPr>
          <a:xfrm>
            <a:off x="6386303" y="1121601"/>
            <a:ext cx="2421600" cy="36285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3"/>
              </a:buClr>
              <a:buSzPts val="2200"/>
              <a:buNone/>
              <a:defRPr b="1" sz="2200">
                <a:solidFill>
                  <a:schemeClr val="accent3"/>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atro elementos">
  <p:cSld name="Cuatro elementos">
    <p:spTree>
      <p:nvGrpSpPr>
        <p:cNvPr id="143" name="Shape 143"/>
        <p:cNvGrpSpPr/>
        <p:nvPr/>
      </p:nvGrpSpPr>
      <p:grpSpPr>
        <a:xfrm>
          <a:off x="0" y="0"/>
          <a:ext cx="0" cy="0"/>
          <a:chOff x="0" y="0"/>
          <a:chExt cx="0" cy="0"/>
        </a:xfrm>
      </p:grpSpPr>
      <p:sp>
        <p:nvSpPr>
          <p:cNvPr id="144" name="Google Shape;144;g3fa40c21e6a_1_134"/>
          <p:cNvSpPr txBox="1"/>
          <p:nvPr>
            <p:ph idx="11" type="ftr"/>
          </p:nvPr>
        </p:nvSpPr>
        <p:spPr>
          <a:xfrm>
            <a:off x="3228950" y="4927276"/>
            <a:ext cx="2992800" cy="282900"/>
          </a:xfrm>
          <a:prstGeom prst="rect">
            <a:avLst/>
          </a:prstGeom>
          <a:noFill/>
          <a:ln>
            <a:noFill/>
          </a:ln>
        </p:spPr>
        <p:txBody>
          <a:bodyPr anchorCtr="0" anchor="ctr" bIns="35425" lIns="70875" spcFirstLastPara="1" rIns="70875" wrap="square" tIns="3542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45" name="Google Shape;145;g3fa40c21e6a_1_134"/>
          <p:cNvSpPr/>
          <p:nvPr/>
        </p:nvSpPr>
        <p:spPr>
          <a:xfrm>
            <a:off x="374086" y="219482"/>
            <a:ext cx="2020985" cy="719241"/>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
        <p:nvSpPr>
          <p:cNvPr id="146" name="Google Shape;146;g3fa40c21e6a_1_134"/>
          <p:cNvSpPr txBox="1"/>
          <p:nvPr>
            <p:ph idx="1" type="body"/>
          </p:nvPr>
        </p:nvSpPr>
        <p:spPr>
          <a:xfrm>
            <a:off x="1363083" y="1120259"/>
            <a:ext cx="3867300" cy="21285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1"/>
              </a:buClr>
              <a:buSzPts val="2200"/>
              <a:buNone/>
              <a:defRPr b="1" sz="2200">
                <a:solidFill>
                  <a:schemeClr val="accent1"/>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47" name="Google Shape;147;g3fa40c21e6a_1_134"/>
          <p:cNvSpPr txBox="1"/>
          <p:nvPr>
            <p:ph idx="2" type="body"/>
          </p:nvPr>
        </p:nvSpPr>
        <p:spPr>
          <a:xfrm>
            <a:off x="5357647" y="1120259"/>
            <a:ext cx="3867300" cy="21285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2"/>
              </a:buClr>
              <a:buSzPts val="2200"/>
              <a:buNone/>
              <a:defRPr b="1" sz="2200">
                <a:solidFill>
                  <a:schemeClr val="accent2"/>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48" name="Google Shape;148;g3fa40c21e6a_1_134"/>
          <p:cNvSpPr txBox="1"/>
          <p:nvPr>
            <p:ph idx="3" type="body"/>
          </p:nvPr>
        </p:nvSpPr>
        <p:spPr>
          <a:xfrm>
            <a:off x="1363083" y="3365695"/>
            <a:ext cx="3867300" cy="21285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3"/>
              </a:buClr>
              <a:buSzPts val="2200"/>
              <a:buNone/>
              <a:defRPr b="1" sz="2200">
                <a:solidFill>
                  <a:schemeClr val="accent3"/>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49" name="Google Shape;149;g3fa40c21e6a_1_134"/>
          <p:cNvSpPr txBox="1"/>
          <p:nvPr>
            <p:ph idx="4" type="body"/>
          </p:nvPr>
        </p:nvSpPr>
        <p:spPr>
          <a:xfrm>
            <a:off x="5357647" y="3365695"/>
            <a:ext cx="3867300" cy="21285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4"/>
              </a:buClr>
              <a:buSzPts val="2200"/>
              <a:buNone/>
              <a:defRPr b="1" sz="2200">
                <a:solidFill>
                  <a:schemeClr val="accent4"/>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50" name="Google Shape;150;g3fa40c21e6a_1_134"/>
          <p:cNvSpPr/>
          <p:nvPr/>
        </p:nvSpPr>
        <p:spPr>
          <a:xfrm>
            <a:off x="-39377" y="1788368"/>
            <a:ext cx="1107807" cy="3879020"/>
          </a:xfrm>
          <a:custGeom>
            <a:rect b="b" l="l" r="r" t="t"/>
            <a:pathLst>
              <a:path extrusionOk="0" h="5811266" w="1659636">
                <a:moveTo>
                  <a:pt x="0" y="0"/>
                </a:moveTo>
                <a:lnTo>
                  <a:pt x="0" y="5748528"/>
                </a:lnTo>
                <a:lnTo>
                  <a:pt x="29210" y="5811266"/>
                </a:lnTo>
                <a:lnTo>
                  <a:pt x="1659636" y="2314956"/>
                </a:lnTo>
                <a:lnTo>
                  <a:pt x="580263" y="0"/>
                </a:lnTo>
                <a:close/>
              </a:path>
            </a:pathLst>
          </a:custGeom>
          <a:solidFill>
            <a:srgbClr val="64257E"/>
          </a:solidFill>
          <a:ln>
            <a:noFill/>
          </a:ln>
        </p:spPr>
      </p:sp>
      <p:sp>
        <p:nvSpPr>
          <p:cNvPr id="151" name="Google Shape;151;g3fa40c21e6a_1_134"/>
          <p:cNvSpPr/>
          <p:nvPr/>
        </p:nvSpPr>
        <p:spPr>
          <a:xfrm>
            <a:off x="8429717" y="0"/>
            <a:ext cx="1649588" cy="3537896"/>
          </a:xfrm>
          <a:custGeom>
            <a:rect b="b" l="l" r="r" t="t"/>
            <a:pathLst>
              <a:path extrusionOk="0" h="5300218" w="2471293">
                <a:moveTo>
                  <a:pt x="0" y="0"/>
                </a:moveTo>
                <a:lnTo>
                  <a:pt x="2471293" y="5300218"/>
                </a:lnTo>
                <a:lnTo>
                  <a:pt x="2471293" y="0"/>
                </a:lnTo>
                <a:close/>
              </a:path>
            </a:pathLst>
          </a:custGeom>
          <a:solidFill>
            <a:srgbClr val="52AE32"/>
          </a:solid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logotipo">
  <p:cSld name="Solo logotipo">
    <p:spTree>
      <p:nvGrpSpPr>
        <p:cNvPr id="152" name="Shape 152"/>
        <p:cNvGrpSpPr/>
        <p:nvPr/>
      </p:nvGrpSpPr>
      <p:grpSpPr>
        <a:xfrm>
          <a:off x="0" y="0"/>
          <a:ext cx="0" cy="0"/>
          <a:chOff x="0" y="0"/>
          <a:chExt cx="0" cy="0"/>
        </a:xfrm>
      </p:grpSpPr>
      <p:sp>
        <p:nvSpPr>
          <p:cNvPr id="153" name="Google Shape;153;g3fa40c21e6a_1_143"/>
          <p:cNvSpPr txBox="1"/>
          <p:nvPr>
            <p:ph idx="1" type="body"/>
          </p:nvPr>
        </p:nvSpPr>
        <p:spPr>
          <a:xfrm>
            <a:off x="196887" y="945091"/>
            <a:ext cx="9450600" cy="4553100"/>
          </a:xfrm>
          <a:prstGeom prst="rect">
            <a:avLst/>
          </a:prstGeom>
          <a:noFill/>
          <a:ln>
            <a:noFill/>
          </a:ln>
        </p:spPr>
        <p:txBody>
          <a:bodyPr anchorCtr="0" anchor="t" bIns="35425" lIns="70875" spcFirstLastPara="1" rIns="70875" wrap="square" tIns="3542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54" name="Google Shape;154;g3fa40c21e6a_1_143"/>
          <p:cNvSpPr/>
          <p:nvPr/>
        </p:nvSpPr>
        <p:spPr>
          <a:xfrm>
            <a:off x="1086786" y="172379"/>
            <a:ext cx="1742059" cy="619975"/>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155" name="Shape 155"/>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2">
  <p:cSld name="Título 2">
    <p:bg>
      <p:bgPr>
        <a:solidFill>
          <a:schemeClr val="dk2"/>
        </a:solidFill>
      </p:bgPr>
    </p:bg>
    <p:spTree>
      <p:nvGrpSpPr>
        <p:cNvPr id="156" name="Shape 156"/>
        <p:cNvGrpSpPr/>
        <p:nvPr/>
      </p:nvGrpSpPr>
      <p:grpSpPr>
        <a:xfrm>
          <a:off x="0" y="0"/>
          <a:ext cx="0" cy="0"/>
          <a:chOff x="0" y="0"/>
          <a:chExt cx="0" cy="0"/>
        </a:xfrm>
      </p:grpSpPr>
      <p:sp>
        <p:nvSpPr>
          <p:cNvPr id="157" name="Google Shape;157;g3fa40c21e6a_1_147"/>
          <p:cNvSpPr txBox="1"/>
          <p:nvPr>
            <p:ph type="ctrTitle"/>
          </p:nvPr>
        </p:nvSpPr>
        <p:spPr>
          <a:xfrm>
            <a:off x="1261626" y="2677438"/>
            <a:ext cx="7716300" cy="1139400"/>
          </a:xfrm>
          <a:prstGeom prst="rect">
            <a:avLst/>
          </a:prstGeom>
          <a:noFill/>
          <a:ln>
            <a:noFill/>
          </a:ln>
        </p:spPr>
        <p:txBody>
          <a:bodyPr anchorCtr="0" anchor="ctr" bIns="35425" lIns="70875" spcFirstLastPara="1" rIns="70875" wrap="square" tIns="35425">
            <a:noAutofit/>
          </a:bodyPr>
          <a:lstStyle>
            <a:lvl1pPr lvl="0" algn="ctr">
              <a:spcBef>
                <a:spcPts val="0"/>
              </a:spcBef>
              <a:spcAft>
                <a:spcPts val="0"/>
              </a:spcAft>
              <a:buClr>
                <a:schemeClr val="lt1"/>
              </a:buClr>
              <a:buSzPts val="5400"/>
              <a:buFont typeface="PT Serif"/>
              <a:buNone/>
              <a:defRPr sz="5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8" name="Google Shape;158;g3fa40c21e6a_1_147"/>
          <p:cNvSpPr/>
          <p:nvPr/>
        </p:nvSpPr>
        <p:spPr>
          <a:xfrm>
            <a:off x="0" y="1379503"/>
            <a:ext cx="1996705" cy="4281638"/>
          </a:xfrm>
          <a:custGeom>
            <a:rect b="b" l="l" r="r" t="t"/>
            <a:pathLst>
              <a:path extrusionOk="0" h="7287895" w="3398647">
                <a:moveTo>
                  <a:pt x="0" y="7287895"/>
                </a:moveTo>
                <a:lnTo>
                  <a:pt x="3398647" y="7287895"/>
                </a:lnTo>
                <a:lnTo>
                  <a:pt x="0" y="0"/>
                </a:lnTo>
                <a:close/>
              </a:path>
            </a:pathLst>
          </a:custGeom>
          <a:solidFill>
            <a:srgbClr val="FDC20B"/>
          </a:solidFill>
          <a:ln>
            <a:noFill/>
          </a:ln>
        </p:spPr>
      </p:sp>
      <p:sp>
        <p:nvSpPr>
          <p:cNvPr id="159" name="Google Shape;159;g3fa40c21e6a_1_147"/>
          <p:cNvSpPr/>
          <p:nvPr/>
        </p:nvSpPr>
        <p:spPr>
          <a:xfrm>
            <a:off x="1762808" y="-6693"/>
            <a:ext cx="2158987" cy="1215363"/>
          </a:xfrm>
          <a:custGeom>
            <a:rect b="b" l="l" r="r" t="t"/>
            <a:pathLst>
              <a:path extrusionOk="0" h="2068703" w="3674872">
                <a:moveTo>
                  <a:pt x="14478" y="0"/>
                </a:moveTo>
                <a:cubicBezTo>
                  <a:pt x="4953" y="75819"/>
                  <a:pt x="0" y="153035"/>
                  <a:pt x="0" y="231394"/>
                </a:cubicBezTo>
                <a:cubicBezTo>
                  <a:pt x="0" y="1245997"/>
                  <a:pt x="822579" y="2068703"/>
                  <a:pt x="1837309" y="2068703"/>
                </a:cubicBezTo>
                <a:cubicBezTo>
                  <a:pt x="2852039" y="2068703"/>
                  <a:pt x="3674872" y="1245997"/>
                  <a:pt x="3674872" y="231394"/>
                </a:cubicBezTo>
                <a:cubicBezTo>
                  <a:pt x="3674872" y="153035"/>
                  <a:pt x="3669919" y="75819"/>
                  <a:pt x="3660394" y="0"/>
                </a:cubicBezTo>
                <a:close/>
              </a:path>
            </a:pathLst>
          </a:custGeom>
          <a:solidFill>
            <a:srgbClr val="000000"/>
          </a:solidFill>
          <a:ln>
            <a:noFill/>
          </a:ln>
        </p:spPr>
        <p:txBody>
          <a:bodyPr anchorCtr="0" anchor="t" bIns="35425" lIns="70875" spcFirstLastPara="1" rIns="70875" wrap="square" tIns="35425">
            <a:noAutofit/>
          </a:bodyPr>
          <a:lstStyle/>
          <a:p>
            <a:pPr indent="0" lvl="0" marL="0" marR="0" rtl="0" algn="l">
              <a:spcBef>
                <a:spcPts val="0"/>
              </a:spcBef>
              <a:spcAft>
                <a:spcPts val="0"/>
              </a:spcAft>
              <a:buNone/>
            </a:pPr>
            <a:r>
              <a:t/>
            </a:r>
            <a:endParaRPr sz="1400">
              <a:solidFill>
                <a:schemeClr val="lt1"/>
              </a:solidFill>
              <a:latin typeface="Calibri"/>
              <a:ea typeface="Calibri"/>
              <a:cs typeface="Calibri"/>
              <a:sym typeface="Calibri"/>
            </a:endParaRPr>
          </a:p>
        </p:txBody>
      </p:sp>
      <p:sp>
        <p:nvSpPr>
          <p:cNvPr id="160" name="Google Shape;160;g3fa40c21e6a_1_147"/>
          <p:cNvSpPr/>
          <p:nvPr/>
        </p:nvSpPr>
        <p:spPr>
          <a:xfrm>
            <a:off x="8978057" y="3483830"/>
            <a:ext cx="702850" cy="4347073"/>
          </a:xfrm>
          <a:custGeom>
            <a:rect b="b" l="l" r="r" t="t"/>
            <a:pathLst>
              <a:path extrusionOk="0" h="7399274" w="1196340">
                <a:moveTo>
                  <a:pt x="0" y="7399274"/>
                </a:moveTo>
                <a:lnTo>
                  <a:pt x="1196340" y="7399274"/>
                </a:lnTo>
                <a:lnTo>
                  <a:pt x="1196340" y="0"/>
                </a:lnTo>
                <a:lnTo>
                  <a:pt x="0" y="0"/>
                </a:lnTo>
                <a:close/>
              </a:path>
            </a:pathLst>
          </a:custGeom>
          <a:solidFill>
            <a:srgbClr val="2084C7"/>
          </a:solidFill>
          <a:ln>
            <a:noFill/>
          </a:ln>
        </p:spPr>
        <p:txBody>
          <a:bodyPr anchorCtr="0" anchor="t" bIns="35425" lIns="70875" spcFirstLastPara="1" rIns="70875" wrap="square" tIns="35425">
            <a:noAutofit/>
          </a:bodyPr>
          <a:lstStyle/>
          <a:p>
            <a:pPr indent="0" lvl="0" marL="0" marR="0" rtl="0" algn="l">
              <a:spcBef>
                <a:spcPts val="0"/>
              </a:spcBef>
              <a:spcAft>
                <a:spcPts val="0"/>
              </a:spcAft>
              <a:buNone/>
            </a:pPr>
            <a:r>
              <a:t/>
            </a:r>
            <a:endParaRPr sz="1400">
              <a:solidFill>
                <a:schemeClr val="lt1"/>
              </a:solidFill>
              <a:latin typeface="Calibri"/>
              <a:ea typeface="Calibri"/>
              <a:cs typeface="Calibri"/>
              <a:sym typeface="Calibri"/>
            </a:endParaRPr>
          </a:p>
        </p:txBody>
      </p:sp>
      <p:pic>
        <p:nvPicPr>
          <p:cNvPr id="161" name="Google Shape;161;g3fa40c21e6a_1_147"/>
          <p:cNvPicPr preferRelativeResize="0"/>
          <p:nvPr/>
        </p:nvPicPr>
        <p:blipFill rotWithShape="1">
          <a:blip r:embed="rId2">
            <a:alphaModFix/>
          </a:blip>
          <a:srcRect b="28562" l="0" r="0" t="31269"/>
          <a:stretch/>
        </p:blipFill>
        <p:spPr>
          <a:xfrm>
            <a:off x="6055592" y="64611"/>
            <a:ext cx="3273252" cy="1314890"/>
          </a:xfrm>
          <a:prstGeom prst="rect">
            <a:avLst/>
          </a:prstGeom>
          <a:noFill/>
          <a:ln>
            <a:noFill/>
          </a:ln>
        </p:spPr>
      </p:pic>
      <p:sp>
        <p:nvSpPr>
          <p:cNvPr id="162" name="Google Shape;162;g3fa40c21e6a_1_147"/>
          <p:cNvSpPr txBox="1"/>
          <p:nvPr>
            <p:ph idx="12" type="sldNum"/>
          </p:nvPr>
        </p:nvSpPr>
        <p:spPr>
          <a:xfrm>
            <a:off x="8978057" y="5093241"/>
            <a:ext cx="701700" cy="222900"/>
          </a:xfrm>
          <a:prstGeom prst="rect">
            <a:avLst/>
          </a:prstGeom>
          <a:noFill/>
          <a:ln>
            <a:noFill/>
          </a:ln>
        </p:spPr>
        <p:txBody>
          <a:bodyPr anchorCtr="0" anchor="ctr" bIns="35425" lIns="70875" spcFirstLastPara="1" rIns="70875" wrap="square" tIns="35425">
            <a:noAutofit/>
          </a:bodyPr>
          <a:lstStyle>
            <a:lvl1pPr indent="0" lvl="0" marL="0" algn="ctr">
              <a:spcBef>
                <a:spcPts val="0"/>
              </a:spcBef>
              <a:buNone/>
              <a:defRPr b="0" i="0" sz="1200" u="none" cap="none" strike="noStrike">
                <a:solidFill>
                  <a:schemeClr val="lt1"/>
                </a:solidFill>
                <a:latin typeface="PT Sans"/>
                <a:ea typeface="PT Sans"/>
                <a:cs typeface="PT Sans"/>
                <a:sym typeface="PT Sans"/>
              </a:defRPr>
            </a:lvl1pPr>
            <a:lvl2pPr indent="0" lvl="1" marL="0" algn="ctr">
              <a:spcBef>
                <a:spcPts val="0"/>
              </a:spcBef>
              <a:buNone/>
              <a:defRPr b="0" i="0" sz="1200" u="none" cap="none" strike="noStrike">
                <a:solidFill>
                  <a:schemeClr val="lt1"/>
                </a:solidFill>
                <a:latin typeface="PT Sans"/>
                <a:ea typeface="PT Sans"/>
                <a:cs typeface="PT Sans"/>
                <a:sym typeface="PT Sans"/>
              </a:defRPr>
            </a:lvl2pPr>
            <a:lvl3pPr indent="0" lvl="2" marL="0" algn="ctr">
              <a:spcBef>
                <a:spcPts val="0"/>
              </a:spcBef>
              <a:buNone/>
              <a:defRPr b="0" i="0" sz="1200" u="none" cap="none" strike="noStrike">
                <a:solidFill>
                  <a:schemeClr val="lt1"/>
                </a:solidFill>
                <a:latin typeface="PT Sans"/>
                <a:ea typeface="PT Sans"/>
                <a:cs typeface="PT Sans"/>
                <a:sym typeface="PT Sans"/>
              </a:defRPr>
            </a:lvl3pPr>
            <a:lvl4pPr indent="0" lvl="3" marL="0" algn="ctr">
              <a:spcBef>
                <a:spcPts val="0"/>
              </a:spcBef>
              <a:buNone/>
              <a:defRPr b="0" i="0" sz="1200" u="none" cap="none" strike="noStrike">
                <a:solidFill>
                  <a:schemeClr val="lt1"/>
                </a:solidFill>
                <a:latin typeface="PT Sans"/>
                <a:ea typeface="PT Sans"/>
                <a:cs typeface="PT Sans"/>
                <a:sym typeface="PT Sans"/>
              </a:defRPr>
            </a:lvl4pPr>
            <a:lvl5pPr indent="0" lvl="4" marL="0" algn="ctr">
              <a:spcBef>
                <a:spcPts val="0"/>
              </a:spcBef>
              <a:buNone/>
              <a:defRPr b="0" i="0" sz="1200" u="none" cap="none" strike="noStrike">
                <a:solidFill>
                  <a:schemeClr val="lt1"/>
                </a:solidFill>
                <a:latin typeface="PT Sans"/>
                <a:ea typeface="PT Sans"/>
                <a:cs typeface="PT Sans"/>
                <a:sym typeface="PT Sans"/>
              </a:defRPr>
            </a:lvl5pPr>
            <a:lvl6pPr indent="0" lvl="5" marL="0" algn="ctr">
              <a:spcBef>
                <a:spcPts val="0"/>
              </a:spcBef>
              <a:buNone/>
              <a:defRPr b="0" i="0" sz="1200" u="none" cap="none" strike="noStrike">
                <a:solidFill>
                  <a:schemeClr val="lt1"/>
                </a:solidFill>
                <a:latin typeface="PT Sans"/>
                <a:ea typeface="PT Sans"/>
                <a:cs typeface="PT Sans"/>
                <a:sym typeface="PT Sans"/>
              </a:defRPr>
            </a:lvl6pPr>
            <a:lvl7pPr indent="0" lvl="6" marL="0" algn="ctr">
              <a:spcBef>
                <a:spcPts val="0"/>
              </a:spcBef>
              <a:buNone/>
              <a:defRPr b="0" i="0" sz="1200" u="none" cap="none" strike="noStrike">
                <a:solidFill>
                  <a:schemeClr val="lt1"/>
                </a:solidFill>
                <a:latin typeface="PT Sans"/>
                <a:ea typeface="PT Sans"/>
                <a:cs typeface="PT Sans"/>
                <a:sym typeface="PT Sans"/>
              </a:defRPr>
            </a:lvl7pPr>
            <a:lvl8pPr indent="0" lvl="7" marL="0" algn="ctr">
              <a:spcBef>
                <a:spcPts val="0"/>
              </a:spcBef>
              <a:buNone/>
              <a:defRPr b="0" i="0" sz="1200" u="none" cap="none" strike="noStrike">
                <a:solidFill>
                  <a:schemeClr val="lt1"/>
                </a:solidFill>
                <a:latin typeface="PT Sans"/>
                <a:ea typeface="PT Sans"/>
                <a:cs typeface="PT Sans"/>
                <a:sym typeface="PT Sans"/>
              </a:defRPr>
            </a:lvl8pPr>
            <a:lvl9pPr indent="0" lvl="8" marL="0" algn="ctr">
              <a:spcBef>
                <a:spcPts val="0"/>
              </a:spcBef>
              <a:buNone/>
              <a:defRPr b="0" i="0" sz="1200" u="none" cap="none" strike="noStrike">
                <a:solidFill>
                  <a:schemeClr val="lt1"/>
                </a:solidFill>
                <a:latin typeface="PT Sans"/>
                <a:ea typeface="PT Sans"/>
                <a:cs typeface="PT Sans"/>
                <a:sym typeface="PT Sans"/>
              </a:defRPr>
            </a:lvl9pPr>
          </a:lstStyle>
          <a:p>
            <a:pPr indent="0" lvl="0" marL="0" rtl="0" algn="ct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3">
  <p:cSld name="Título 3">
    <p:bg>
      <p:bgPr>
        <a:solidFill>
          <a:schemeClr val="accent5"/>
        </a:solidFill>
      </p:bgPr>
    </p:bg>
    <p:spTree>
      <p:nvGrpSpPr>
        <p:cNvPr id="163" name="Shape 163"/>
        <p:cNvGrpSpPr/>
        <p:nvPr/>
      </p:nvGrpSpPr>
      <p:grpSpPr>
        <a:xfrm>
          <a:off x="0" y="0"/>
          <a:ext cx="0" cy="0"/>
          <a:chOff x="0" y="0"/>
          <a:chExt cx="0" cy="0"/>
        </a:xfrm>
      </p:grpSpPr>
      <p:sp>
        <p:nvSpPr>
          <p:cNvPr id="164" name="Google Shape;164;g3fa40c21e6a_1_154"/>
          <p:cNvSpPr/>
          <p:nvPr/>
        </p:nvSpPr>
        <p:spPr>
          <a:xfrm>
            <a:off x="-39377" y="1165865"/>
            <a:ext cx="1286218" cy="4503692"/>
          </a:xfrm>
          <a:custGeom>
            <a:rect b="b" l="l" r="r" t="t"/>
            <a:pathLst>
              <a:path extrusionOk="0" h="7264019" w="2074545">
                <a:moveTo>
                  <a:pt x="0" y="0"/>
                </a:moveTo>
                <a:lnTo>
                  <a:pt x="0" y="7185660"/>
                </a:lnTo>
                <a:lnTo>
                  <a:pt x="36576" y="7264019"/>
                </a:lnTo>
                <a:lnTo>
                  <a:pt x="2074545" y="2893568"/>
                </a:lnTo>
                <a:lnTo>
                  <a:pt x="725297" y="0"/>
                </a:lnTo>
                <a:close/>
              </a:path>
            </a:pathLst>
          </a:custGeom>
          <a:solidFill>
            <a:srgbClr val="64257E"/>
          </a:solidFill>
          <a:ln>
            <a:noFill/>
          </a:ln>
        </p:spPr>
      </p:sp>
      <p:sp>
        <p:nvSpPr>
          <p:cNvPr id="165" name="Google Shape;165;g3fa40c21e6a_1_154"/>
          <p:cNvSpPr/>
          <p:nvPr/>
        </p:nvSpPr>
        <p:spPr>
          <a:xfrm>
            <a:off x="7067362" y="4395538"/>
            <a:ext cx="2549601" cy="1274722"/>
          </a:xfrm>
          <a:custGeom>
            <a:rect b="b" l="l" r="r" t="t"/>
            <a:pathLst>
              <a:path extrusionOk="0" h="2056003" w="4112260">
                <a:moveTo>
                  <a:pt x="2056130" y="0"/>
                </a:moveTo>
                <a:cubicBezTo>
                  <a:pt x="920623" y="0"/>
                  <a:pt x="0" y="920496"/>
                  <a:pt x="0" y="2056003"/>
                </a:cubicBezTo>
                <a:lnTo>
                  <a:pt x="4112260" y="2056003"/>
                </a:lnTo>
                <a:cubicBezTo>
                  <a:pt x="4112260" y="920496"/>
                  <a:pt x="3191637" y="0"/>
                  <a:pt x="2056130"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166" name="Google Shape;166;g3fa40c21e6a_1_154"/>
          <p:cNvSpPr/>
          <p:nvPr/>
        </p:nvSpPr>
        <p:spPr>
          <a:xfrm>
            <a:off x="8160524" y="0"/>
            <a:ext cx="1915272" cy="4107708"/>
          </a:xfrm>
          <a:custGeom>
            <a:rect b="b" l="l" r="r" t="t"/>
            <a:pathLst>
              <a:path extrusionOk="0" h="6625336" w="3089148">
                <a:moveTo>
                  <a:pt x="0" y="0"/>
                </a:moveTo>
                <a:lnTo>
                  <a:pt x="3089148" y="6625336"/>
                </a:lnTo>
                <a:lnTo>
                  <a:pt x="3089148" y="0"/>
                </a:lnTo>
                <a:close/>
              </a:path>
            </a:pathLst>
          </a:custGeom>
          <a:solidFill>
            <a:srgbClr val="52AE32"/>
          </a:solidFill>
          <a:ln>
            <a:noFill/>
          </a:ln>
        </p:spPr>
      </p:sp>
      <p:pic>
        <p:nvPicPr>
          <p:cNvPr id="167" name="Google Shape;167;g3fa40c21e6a_1_154"/>
          <p:cNvPicPr preferRelativeResize="0"/>
          <p:nvPr/>
        </p:nvPicPr>
        <p:blipFill rotWithShape="1">
          <a:blip r:embed="rId2">
            <a:alphaModFix/>
          </a:blip>
          <a:srcRect b="28562" l="0" r="0" t="31269"/>
          <a:stretch/>
        </p:blipFill>
        <p:spPr>
          <a:xfrm>
            <a:off x="777754" y="26897"/>
            <a:ext cx="3315022" cy="1331671"/>
          </a:xfrm>
          <a:prstGeom prst="rect">
            <a:avLst/>
          </a:prstGeom>
          <a:noFill/>
          <a:ln>
            <a:noFill/>
          </a:ln>
        </p:spPr>
      </p:pic>
      <p:sp>
        <p:nvSpPr>
          <p:cNvPr id="168" name="Google Shape;168;g3fa40c21e6a_1_154"/>
          <p:cNvSpPr txBox="1"/>
          <p:nvPr>
            <p:ph type="ctrTitle"/>
          </p:nvPr>
        </p:nvSpPr>
        <p:spPr>
          <a:xfrm>
            <a:off x="1496343" y="1651450"/>
            <a:ext cx="7245300" cy="1139400"/>
          </a:xfrm>
          <a:prstGeom prst="rect">
            <a:avLst/>
          </a:prstGeom>
          <a:noFill/>
          <a:ln>
            <a:noFill/>
          </a:ln>
        </p:spPr>
        <p:txBody>
          <a:bodyPr anchorCtr="0" anchor="ctr" bIns="35425" lIns="70875" spcFirstLastPara="1" rIns="70875" wrap="square" tIns="35425">
            <a:normAutofit/>
          </a:bodyPr>
          <a:lstStyle>
            <a:lvl1pPr lvl="0" algn="ctr">
              <a:spcBef>
                <a:spcPts val="0"/>
              </a:spcBef>
              <a:spcAft>
                <a:spcPts val="0"/>
              </a:spcAft>
              <a:buClr>
                <a:schemeClr val="dk1"/>
              </a:buClr>
              <a:buSzPts val="4500"/>
              <a:buFont typeface="PT Serif"/>
              <a:buNone/>
              <a:defRPr sz="4500">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9" name="Google Shape;169;g3fa40c21e6a_1_154"/>
          <p:cNvSpPr txBox="1"/>
          <p:nvPr>
            <p:ph idx="1" type="subTitle"/>
          </p:nvPr>
        </p:nvSpPr>
        <p:spPr>
          <a:xfrm>
            <a:off x="2066158" y="3012480"/>
            <a:ext cx="5966700" cy="1358700"/>
          </a:xfrm>
          <a:prstGeom prst="rect">
            <a:avLst/>
          </a:prstGeom>
          <a:noFill/>
          <a:ln>
            <a:noFill/>
          </a:ln>
        </p:spPr>
        <p:txBody>
          <a:bodyPr anchorCtr="0" anchor="t" bIns="35425" lIns="70875" spcFirstLastPara="1" rIns="70875" wrap="square" tIns="35425">
            <a:normAutofit/>
          </a:bodyPr>
          <a:lstStyle>
            <a:lvl1pPr lvl="0" algn="ctr">
              <a:spcBef>
                <a:spcPts val="800"/>
              </a:spcBef>
              <a:spcAft>
                <a:spcPts val="0"/>
              </a:spcAft>
              <a:buClr>
                <a:schemeClr val="dk1"/>
              </a:buClr>
              <a:buSzPts val="3100"/>
              <a:buNone/>
              <a:defRPr sz="3100">
                <a:solidFill>
                  <a:schemeClr val="dk1"/>
                </a:solidFill>
              </a:defRPr>
            </a:lvl1pPr>
            <a:lvl2pPr lvl="1" algn="ctr">
              <a:spcBef>
                <a:spcPts val="600"/>
              </a:spcBef>
              <a:spcAft>
                <a:spcPts val="0"/>
              </a:spcAft>
              <a:buClr>
                <a:schemeClr val="lt1"/>
              </a:buClr>
              <a:buSzPts val="2900"/>
              <a:buNone/>
              <a:defRPr>
                <a:solidFill>
                  <a:schemeClr val="lt1"/>
                </a:solidFill>
              </a:defRPr>
            </a:lvl2pPr>
            <a:lvl3pPr lvl="2" algn="ctr">
              <a:spcBef>
                <a:spcPts val="500"/>
              </a:spcBef>
              <a:spcAft>
                <a:spcPts val="0"/>
              </a:spcAft>
              <a:buClr>
                <a:schemeClr val="lt1"/>
              </a:buClr>
              <a:buSzPts val="2500"/>
              <a:buNone/>
              <a:defRPr>
                <a:solidFill>
                  <a:schemeClr val="lt1"/>
                </a:solidFill>
              </a:defRPr>
            </a:lvl3pPr>
            <a:lvl4pPr lvl="3" algn="ctr">
              <a:spcBef>
                <a:spcPts val="400"/>
              </a:spcBef>
              <a:spcAft>
                <a:spcPts val="0"/>
              </a:spcAft>
              <a:buClr>
                <a:schemeClr val="lt1"/>
              </a:buClr>
              <a:buSzPts val="2100"/>
              <a:buNone/>
              <a:defRPr>
                <a:solidFill>
                  <a:schemeClr val="lt1"/>
                </a:solidFill>
              </a:defRPr>
            </a:lvl4pPr>
            <a:lvl5pPr lvl="4" algn="ctr">
              <a:spcBef>
                <a:spcPts val="400"/>
              </a:spcBef>
              <a:spcAft>
                <a:spcPts val="0"/>
              </a:spcAft>
              <a:buClr>
                <a:schemeClr val="lt1"/>
              </a:buClr>
              <a:buSzPts val="2100"/>
              <a:buNone/>
              <a:defRPr>
                <a:solidFill>
                  <a:schemeClr val="lt1"/>
                </a:solidFill>
              </a:defRPr>
            </a:lvl5pPr>
            <a:lvl6pPr lvl="5" algn="ctr">
              <a:spcBef>
                <a:spcPts val="400"/>
              </a:spcBef>
              <a:spcAft>
                <a:spcPts val="0"/>
              </a:spcAft>
              <a:buClr>
                <a:schemeClr val="lt1"/>
              </a:buClr>
              <a:buSzPts val="2100"/>
              <a:buNone/>
              <a:defRPr>
                <a:solidFill>
                  <a:schemeClr val="lt1"/>
                </a:solidFill>
              </a:defRPr>
            </a:lvl6pPr>
            <a:lvl7pPr lvl="6" algn="ctr">
              <a:spcBef>
                <a:spcPts val="400"/>
              </a:spcBef>
              <a:spcAft>
                <a:spcPts val="0"/>
              </a:spcAft>
              <a:buClr>
                <a:schemeClr val="lt1"/>
              </a:buClr>
              <a:buSzPts val="2100"/>
              <a:buNone/>
              <a:defRPr>
                <a:solidFill>
                  <a:schemeClr val="lt1"/>
                </a:solidFill>
              </a:defRPr>
            </a:lvl7pPr>
            <a:lvl8pPr lvl="7" algn="ctr">
              <a:spcBef>
                <a:spcPts val="400"/>
              </a:spcBef>
              <a:spcAft>
                <a:spcPts val="0"/>
              </a:spcAft>
              <a:buClr>
                <a:schemeClr val="lt1"/>
              </a:buClr>
              <a:buSzPts val="2100"/>
              <a:buNone/>
              <a:defRPr>
                <a:solidFill>
                  <a:schemeClr val="lt1"/>
                </a:solidFill>
              </a:defRPr>
            </a:lvl8pPr>
            <a:lvl9pPr lvl="8" algn="ctr">
              <a:spcBef>
                <a:spcPts val="400"/>
              </a:spcBef>
              <a:spcAft>
                <a:spcPts val="0"/>
              </a:spcAft>
              <a:buClr>
                <a:schemeClr val="lt1"/>
              </a:buClr>
              <a:buSzPts val="2100"/>
              <a:buNone/>
              <a:defRPr>
                <a:solidFill>
                  <a:schemeClr val="lt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0" name="Shape 170"/>
        <p:cNvGrpSpPr/>
        <p:nvPr/>
      </p:nvGrpSpPr>
      <p:grpSpPr>
        <a:xfrm>
          <a:off x="0" y="0"/>
          <a:ext cx="0" cy="0"/>
          <a:chOff x="0" y="0"/>
          <a:chExt cx="0" cy="0"/>
        </a:xfrm>
      </p:grpSpPr>
      <p:sp>
        <p:nvSpPr>
          <p:cNvPr id="171" name="Google Shape;171;g3fa40c21e6a_1_161"/>
          <p:cNvSpPr txBox="1"/>
          <p:nvPr>
            <p:ph type="title"/>
          </p:nvPr>
        </p:nvSpPr>
        <p:spPr>
          <a:xfrm>
            <a:off x="472529" y="212892"/>
            <a:ext cx="8505600" cy="885900"/>
          </a:xfrm>
          <a:prstGeom prst="rect">
            <a:avLst/>
          </a:prstGeom>
          <a:noFill/>
          <a:ln>
            <a:noFill/>
          </a:ln>
        </p:spPr>
        <p:txBody>
          <a:bodyPr anchorCtr="0" anchor="ctr" bIns="35425" lIns="70875" spcFirstLastPara="1" rIns="70875" wrap="square" tIns="35425">
            <a:normAutofit/>
          </a:bodyPr>
          <a:lstStyle>
            <a:lvl1pPr lvl="0" algn="ctr">
              <a:spcBef>
                <a:spcPts val="0"/>
              </a:spcBef>
              <a:spcAft>
                <a:spcPts val="0"/>
              </a:spcAft>
              <a:buClr>
                <a:schemeClr val="dk1"/>
              </a:buClr>
              <a:buSzPts val="600"/>
              <a:buNone/>
              <a:defRPr sz="38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2" name="Google Shape;172;g3fa40c21e6a_1_161"/>
          <p:cNvSpPr txBox="1"/>
          <p:nvPr>
            <p:ph idx="1" type="body"/>
          </p:nvPr>
        </p:nvSpPr>
        <p:spPr>
          <a:xfrm>
            <a:off x="472529" y="1240434"/>
            <a:ext cx="4173900" cy="3508500"/>
          </a:xfrm>
          <a:prstGeom prst="rect">
            <a:avLst/>
          </a:prstGeom>
          <a:noFill/>
          <a:ln>
            <a:noFill/>
          </a:ln>
        </p:spPr>
        <p:txBody>
          <a:bodyPr anchorCtr="0" anchor="t" bIns="35425" lIns="70875" spcFirstLastPara="1" rIns="70875" wrap="square" tIns="35425">
            <a:normAutofit/>
          </a:bodyPr>
          <a:lstStyle>
            <a:lvl1pPr indent="-412750" lvl="0" marL="457200" algn="l">
              <a:spcBef>
                <a:spcPts val="600"/>
              </a:spcBef>
              <a:spcAft>
                <a:spcPts val="0"/>
              </a:spcAft>
              <a:buClr>
                <a:schemeClr val="dk1"/>
              </a:buClr>
              <a:buSzPts val="2900"/>
              <a:buChar char="•"/>
              <a:defRPr sz="2900"/>
            </a:lvl1pPr>
            <a:lvl2pPr indent="-387350" lvl="1" marL="914400" algn="l">
              <a:spcBef>
                <a:spcPts val="500"/>
              </a:spcBef>
              <a:spcAft>
                <a:spcPts val="0"/>
              </a:spcAft>
              <a:buClr>
                <a:schemeClr val="dk1"/>
              </a:buClr>
              <a:buSzPts val="2500"/>
              <a:buChar char="–"/>
              <a:defRPr sz="2500"/>
            </a:lvl2pPr>
            <a:lvl3pPr indent="-361950" lvl="2" marL="1371600" algn="l">
              <a:spcBef>
                <a:spcPts val="400"/>
              </a:spcBef>
              <a:spcAft>
                <a:spcPts val="0"/>
              </a:spcAft>
              <a:buClr>
                <a:schemeClr val="dk1"/>
              </a:buClr>
              <a:buSzPts val="2100"/>
              <a:buChar char="•"/>
              <a:defRPr sz="2100"/>
            </a:lvl3pPr>
            <a:lvl4pPr indent="-349250" lvl="3" marL="1828800" algn="l">
              <a:spcBef>
                <a:spcPts val="400"/>
              </a:spcBef>
              <a:spcAft>
                <a:spcPts val="0"/>
              </a:spcAft>
              <a:buClr>
                <a:schemeClr val="dk1"/>
              </a:buClr>
              <a:buSzPts val="1900"/>
              <a:buChar char="–"/>
              <a:defRPr sz="1900"/>
            </a:lvl4pPr>
            <a:lvl5pPr indent="-349250" lvl="4" marL="2286000" algn="l">
              <a:spcBef>
                <a:spcPts val="400"/>
              </a:spcBef>
              <a:spcAft>
                <a:spcPts val="0"/>
              </a:spcAft>
              <a:buClr>
                <a:schemeClr val="dk1"/>
              </a:buClr>
              <a:buSzPts val="1900"/>
              <a:buChar char="»"/>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73" name="Google Shape;173;g3fa40c21e6a_1_161"/>
          <p:cNvSpPr txBox="1"/>
          <p:nvPr>
            <p:ph idx="2" type="body"/>
          </p:nvPr>
        </p:nvSpPr>
        <p:spPr>
          <a:xfrm>
            <a:off x="4804048" y="1240434"/>
            <a:ext cx="4173900" cy="3508500"/>
          </a:xfrm>
          <a:prstGeom prst="rect">
            <a:avLst/>
          </a:prstGeom>
          <a:noFill/>
          <a:ln>
            <a:noFill/>
          </a:ln>
        </p:spPr>
        <p:txBody>
          <a:bodyPr anchorCtr="0" anchor="t" bIns="35425" lIns="70875" spcFirstLastPara="1" rIns="70875" wrap="square" tIns="35425">
            <a:normAutofit/>
          </a:bodyPr>
          <a:lstStyle>
            <a:lvl1pPr indent="-412750" lvl="0" marL="457200" algn="l">
              <a:spcBef>
                <a:spcPts val="600"/>
              </a:spcBef>
              <a:spcAft>
                <a:spcPts val="0"/>
              </a:spcAft>
              <a:buClr>
                <a:schemeClr val="dk1"/>
              </a:buClr>
              <a:buSzPts val="2900"/>
              <a:buChar char="•"/>
              <a:defRPr sz="2900"/>
            </a:lvl1pPr>
            <a:lvl2pPr indent="-387350" lvl="1" marL="914400" algn="l">
              <a:spcBef>
                <a:spcPts val="500"/>
              </a:spcBef>
              <a:spcAft>
                <a:spcPts val="0"/>
              </a:spcAft>
              <a:buClr>
                <a:schemeClr val="dk1"/>
              </a:buClr>
              <a:buSzPts val="2500"/>
              <a:buChar char="–"/>
              <a:defRPr sz="2500"/>
            </a:lvl2pPr>
            <a:lvl3pPr indent="-361950" lvl="2" marL="1371600" algn="l">
              <a:spcBef>
                <a:spcPts val="400"/>
              </a:spcBef>
              <a:spcAft>
                <a:spcPts val="0"/>
              </a:spcAft>
              <a:buClr>
                <a:schemeClr val="dk1"/>
              </a:buClr>
              <a:buSzPts val="2100"/>
              <a:buChar char="•"/>
              <a:defRPr sz="2100"/>
            </a:lvl3pPr>
            <a:lvl4pPr indent="-349250" lvl="3" marL="1828800" algn="l">
              <a:spcBef>
                <a:spcPts val="400"/>
              </a:spcBef>
              <a:spcAft>
                <a:spcPts val="0"/>
              </a:spcAft>
              <a:buClr>
                <a:schemeClr val="dk1"/>
              </a:buClr>
              <a:buSzPts val="1900"/>
              <a:buChar char="–"/>
              <a:defRPr sz="1900"/>
            </a:lvl4pPr>
            <a:lvl5pPr indent="-349250" lvl="4" marL="2286000" algn="l">
              <a:spcBef>
                <a:spcPts val="400"/>
              </a:spcBef>
              <a:spcAft>
                <a:spcPts val="0"/>
              </a:spcAft>
              <a:buClr>
                <a:schemeClr val="dk1"/>
              </a:buClr>
              <a:buSzPts val="1900"/>
              <a:buChar char="»"/>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74" name="Google Shape;174;g3fa40c21e6a_1_161"/>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5" name="Shape 175"/>
        <p:cNvGrpSpPr/>
        <p:nvPr/>
      </p:nvGrpSpPr>
      <p:grpSpPr>
        <a:xfrm>
          <a:off x="0" y="0"/>
          <a:ext cx="0" cy="0"/>
          <a:chOff x="0" y="0"/>
          <a:chExt cx="0" cy="0"/>
        </a:xfrm>
      </p:grpSpPr>
      <p:sp>
        <p:nvSpPr>
          <p:cNvPr id="176" name="Google Shape;176;g3fa40c21e6a_1_166"/>
          <p:cNvSpPr txBox="1"/>
          <p:nvPr>
            <p:ph type="title"/>
          </p:nvPr>
        </p:nvSpPr>
        <p:spPr>
          <a:xfrm>
            <a:off x="746531" y="3416113"/>
            <a:ext cx="8033100" cy="1055700"/>
          </a:xfrm>
          <a:prstGeom prst="rect">
            <a:avLst/>
          </a:prstGeom>
          <a:noFill/>
          <a:ln>
            <a:noFill/>
          </a:ln>
        </p:spPr>
        <p:txBody>
          <a:bodyPr anchorCtr="0" anchor="t" bIns="35425" lIns="70875" spcFirstLastPara="1" rIns="70875" wrap="square" tIns="35425">
            <a:normAutofit/>
          </a:bodyPr>
          <a:lstStyle>
            <a:lvl1pPr lvl="0" algn="l">
              <a:spcBef>
                <a:spcPts val="0"/>
              </a:spcBef>
              <a:spcAft>
                <a:spcPts val="0"/>
              </a:spcAft>
              <a:buClr>
                <a:schemeClr val="dk1"/>
              </a:buClr>
              <a:buSzPts val="3500"/>
              <a:buFont typeface="PT Serif"/>
              <a:buNone/>
              <a:defRPr b="1" sz="35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7" name="Google Shape;177;g3fa40c21e6a_1_166"/>
          <p:cNvSpPr txBox="1"/>
          <p:nvPr>
            <p:ph idx="1" type="body"/>
          </p:nvPr>
        </p:nvSpPr>
        <p:spPr>
          <a:xfrm>
            <a:off x="746531" y="2253208"/>
            <a:ext cx="8033100" cy="1162800"/>
          </a:xfrm>
          <a:prstGeom prst="rect">
            <a:avLst/>
          </a:prstGeom>
          <a:noFill/>
          <a:ln>
            <a:noFill/>
          </a:ln>
        </p:spPr>
        <p:txBody>
          <a:bodyPr anchorCtr="0" anchor="b" bIns="35425" lIns="70875" spcFirstLastPara="1" rIns="70875" wrap="square" tIns="35425">
            <a:normAutofit/>
          </a:bodyPr>
          <a:lstStyle>
            <a:lvl1pPr indent="-228600" lvl="0" marL="457200" algn="l">
              <a:spcBef>
                <a:spcPts val="400"/>
              </a:spcBef>
              <a:spcAft>
                <a:spcPts val="0"/>
              </a:spcAft>
              <a:buClr>
                <a:srgbClr val="888888"/>
              </a:buClr>
              <a:buSzPts val="2100"/>
              <a:buNone/>
              <a:defRPr sz="2100">
                <a:solidFill>
                  <a:srgbClr val="888888"/>
                </a:solidFill>
              </a:defRPr>
            </a:lvl1pPr>
            <a:lvl2pPr indent="-228600" lvl="1" marL="914400" algn="l">
              <a:spcBef>
                <a:spcPts val="400"/>
              </a:spcBef>
              <a:spcAft>
                <a:spcPts val="0"/>
              </a:spcAft>
              <a:buClr>
                <a:srgbClr val="888888"/>
              </a:buClr>
              <a:buSzPts val="1900"/>
              <a:buNone/>
              <a:defRPr sz="1900">
                <a:solidFill>
                  <a:srgbClr val="888888"/>
                </a:solidFill>
              </a:defRPr>
            </a:lvl2pPr>
            <a:lvl3pPr indent="-228600" lvl="2" marL="1371600" algn="l">
              <a:spcBef>
                <a:spcPts val="300"/>
              </a:spcBef>
              <a:spcAft>
                <a:spcPts val="0"/>
              </a:spcAft>
              <a:buClr>
                <a:srgbClr val="888888"/>
              </a:buClr>
              <a:buSzPts val="1700"/>
              <a:buNone/>
              <a:defRPr sz="1700">
                <a:solidFill>
                  <a:srgbClr val="888888"/>
                </a:solidFill>
              </a:defRPr>
            </a:lvl3pPr>
            <a:lvl4pPr indent="-228600" lvl="3" marL="1828800" algn="l">
              <a:spcBef>
                <a:spcPts val="300"/>
              </a:spcBef>
              <a:spcAft>
                <a:spcPts val="0"/>
              </a:spcAft>
              <a:buClr>
                <a:srgbClr val="888888"/>
              </a:buClr>
              <a:buSzPts val="1400"/>
              <a:buNone/>
              <a:defRPr sz="1400">
                <a:solidFill>
                  <a:srgbClr val="888888"/>
                </a:solidFill>
              </a:defRPr>
            </a:lvl4pPr>
            <a:lvl5pPr indent="-228600" lvl="4" marL="2286000" algn="l">
              <a:spcBef>
                <a:spcPts val="300"/>
              </a:spcBef>
              <a:spcAft>
                <a:spcPts val="0"/>
              </a:spcAft>
              <a:buClr>
                <a:srgbClr val="888888"/>
              </a:buClr>
              <a:buSzPts val="1400"/>
              <a:buNone/>
              <a:defRPr sz="1400">
                <a:solidFill>
                  <a:srgbClr val="888888"/>
                </a:solidFill>
              </a:defRPr>
            </a:lvl5pPr>
            <a:lvl6pPr indent="-228600" lvl="5" marL="2743200" algn="l">
              <a:spcBef>
                <a:spcPts val="300"/>
              </a:spcBef>
              <a:spcAft>
                <a:spcPts val="0"/>
              </a:spcAft>
              <a:buClr>
                <a:srgbClr val="888888"/>
              </a:buClr>
              <a:buSzPts val="1400"/>
              <a:buNone/>
              <a:defRPr sz="1400">
                <a:solidFill>
                  <a:srgbClr val="888888"/>
                </a:solidFill>
              </a:defRPr>
            </a:lvl6pPr>
            <a:lvl7pPr indent="-228600" lvl="6" marL="3200400" algn="l">
              <a:spcBef>
                <a:spcPts val="300"/>
              </a:spcBef>
              <a:spcAft>
                <a:spcPts val="0"/>
              </a:spcAft>
              <a:buClr>
                <a:srgbClr val="888888"/>
              </a:buClr>
              <a:buSzPts val="1400"/>
              <a:buNone/>
              <a:defRPr sz="1400">
                <a:solidFill>
                  <a:srgbClr val="888888"/>
                </a:solidFill>
              </a:defRPr>
            </a:lvl7pPr>
            <a:lvl8pPr indent="-228600" lvl="7" marL="3657600" algn="l">
              <a:spcBef>
                <a:spcPts val="300"/>
              </a:spcBef>
              <a:spcAft>
                <a:spcPts val="0"/>
              </a:spcAft>
              <a:buClr>
                <a:srgbClr val="888888"/>
              </a:buClr>
              <a:buSzPts val="1400"/>
              <a:buNone/>
              <a:defRPr sz="1400">
                <a:solidFill>
                  <a:srgbClr val="888888"/>
                </a:solidFill>
              </a:defRPr>
            </a:lvl8pPr>
            <a:lvl9pPr indent="-228600" lvl="8" marL="4114800" algn="l">
              <a:spcBef>
                <a:spcPts val="300"/>
              </a:spcBef>
              <a:spcAft>
                <a:spcPts val="0"/>
              </a:spcAft>
              <a:buClr>
                <a:srgbClr val="888888"/>
              </a:buClr>
              <a:buSzPts val="1400"/>
              <a:buNone/>
              <a:defRPr sz="1400">
                <a:solidFill>
                  <a:srgbClr val="888888"/>
                </a:solidFill>
              </a:defRPr>
            </a:lvl9pPr>
          </a:lstStyle>
          <a:p/>
        </p:txBody>
      </p:sp>
      <p:sp>
        <p:nvSpPr>
          <p:cNvPr id="178" name="Google Shape;178;g3fa40c21e6a_1_166"/>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79" name="Shape 179"/>
        <p:cNvGrpSpPr/>
        <p:nvPr/>
      </p:nvGrpSpPr>
      <p:grpSpPr>
        <a:xfrm>
          <a:off x="0" y="0"/>
          <a:ext cx="0" cy="0"/>
          <a:chOff x="0" y="0"/>
          <a:chExt cx="0" cy="0"/>
        </a:xfrm>
      </p:grpSpPr>
      <p:sp>
        <p:nvSpPr>
          <p:cNvPr id="180" name="Google Shape;180;g3fa40c21e6a_1_170"/>
          <p:cNvSpPr txBox="1"/>
          <p:nvPr>
            <p:ph type="title"/>
          </p:nvPr>
        </p:nvSpPr>
        <p:spPr>
          <a:xfrm>
            <a:off x="472529" y="212892"/>
            <a:ext cx="8505600" cy="885900"/>
          </a:xfrm>
          <a:prstGeom prst="rect">
            <a:avLst/>
          </a:prstGeom>
          <a:noFill/>
          <a:ln>
            <a:noFill/>
          </a:ln>
        </p:spPr>
        <p:txBody>
          <a:bodyPr anchorCtr="0" anchor="ctr" bIns="35425" lIns="70875" spcFirstLastPara="1" rIns="70875" wrap="square" tIns="35425">
            <a:normAutofit/>
          </a:bodyPr>
          <a:lstStyle>
            <a:lvl1pPr lvl="0" algn="ctr">
              <a:spcBef>
                <a:spcPts val="0"/>
              </a:spcBef>
              <a:spcAft>
                <a:spcPts val="0"/>
              </a:spcAft>
              <a:buClr>
                <a:schemeClr val="dk1"/>
              </a:buClr>
              <a:buSzPts val="4500"/>
              <a:buFont typeface="PT Serif"/>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1" name="Google Shape;181;g3fa40c21e6a_1_170"/>
          <p:cNvSpPr txBox="1"/>
          <p:nvPr>
            <p:ph idx="1" type="body"/>
          </p:nvPr>
        </p:nvSpPr>
        <p:spPr>
          <a:xfrm>
            <a:off x="472529" y="1189979"/>
            <a:ext cx="4175700" cy="495900"/>
          </a:xfrm>
          <a:prstGeom prst="rect">
            <a:avLst/>
          </a:prstGeom>
          <a:noFill/>
          <a:ln>
            <a:noFill/>
          </a:ln>
        </p:spPr>
        <p:txBody>
          <a:bodyPr anchorCtr="0" anchor="b" bIns="35425" lIns="70875" spcFirstLastPara="1" rIns="70875" wrap="square" tIns="35425">
            <a:normAutofit/>
          </a:bodyPr>
          <a:lstStyle>
            <a:lvl1pPr indent="-228600" lvl="0" marL="457200" algn="l">
              <a:spcBef>
                <a:spcPts val="500"/>
              </a:spcBef>
              <a:spcAft>
                <a:spcPts val="0"/>
              </a:spcAft>
              <a:buClr>
                <a:schemeClr val="dk1"/>
              </a:buClr>
              <a:buSzPts val="2500"/>
              <a:buNone/>
              <a:defRPr b="1" sz="2500"/>
            </a:lvl1pPr>
            <a:lvl2pPr indent="-228600" lvl="1" marL="914400" algn="l">
              <a:spcBef>
                <a:spcPts val="400"/>
              </a:spcBef>
              <a:spcAft>
                <a:spcPts val="0"/>
              </a:spcAft>
              <a:buClr>
                <a:schemeClr val="dk1"/>
              </a:buClr>
              <a:buSzPts val="2100"/>
              <a:buNone/>
              <a:defRPr b="1" sz="2100"/>
            </a:lvl2pPr>
            <a:lvl3pPr indent="-228600" lvl="2" marL="1371600" algn="l">
              <a:spcBef>
                <a:spcPts val="400"/>
              </a:spcBef>
              <a:spcAft>
                <a:spcPts val="0"/>
              </a:spcAft>
              <a:buClr>
                <a:schemeClr val="dk1"/>
              </a:buClr>
              <a:buSzPts val="1900"/>
              <a:buNone/>
              <a:defRPr b="1" sz="1900"/>
            </a:lvl3pPr>
            <a:lvl4pPr indent="-228600" lvl="3" marL="1828800" algn="l">
              <a:spcBef>
                <a:spcPts val="300"/>
              </a:spcBef>
              <a:spcAft>
                <a:spcPts val="0"/>
              </a:spcAft>
              <a:buClr>
                <a:schemeClr val="dk1"/>
              </a:buClr>
              <a:buSzPts val="1700"/>
              <a:buNone/>
              <a:defRPr b="1" sz="1700"/>
            </a:lvl4pPr>
            <a:lvl5pPr indent="-228600" lvl="4" marL="2286000" algn="l">
              <a:spcBef>
                <a:spcPts val="300"/>
              </a:spcBef>
              <a:spcAft>
                <a:spcPts val="0"/>
              </a:spcAft>
              <a:buClr>
                <a:schemeClr val="dk1"/>
              </a:buClr>
              <a:buSzPts val="1700"/>
              <a:buNone/>
              <a:defRPr b="1" sz="1700"/>
            </a:lvl5pPr>
            <a:lvl6pPr indent="-228600" lvl="5" marL="2743200" algn="l">
              <a:spcBef>
                <a:spcPts val="300"/>
              </a:spcBef>
              <a:spcAft>
                <a:spcPts val="0"/>
              </a:spcAft>
              <a:buClr>
                <a:schemeClr val="dk1"/>
              </a:buClr>
              <a:buSzPts val="1700"/>
              <a:buNone/>
              <a:defRPr b="1" sz="1700"/>
            </a:lvl6pPr>
            <a:lvl7pPr indent="-228600" lvl="6" marL="3200400" algn="l">
              <a:spcBef>
                <a:spcPts val="300"/>
              </a:spcBef>
              <a:spcAft>
                <a:spcPts val="0"/>
              </a:spcAft>
              <a:buClr>
                <a:schemeClr val="dk1"/>
              </a:buClr>
              <a:buSzPts val="1700"/>
              <a:buNone/>
              <a:defRPr b="1" sz="1700"/>
            </a:lvl7pPr>
            <a:lvl8pPr indent="-228600" lvl="7" marL="3657600" algn="l">
              <a:spcBef>
                <a:spcPts val="300"/>
              </a:spcBef>
              <a:spcAft>
                <a:spcPts val="0"/>
              </a:spcAft>
              <a:buClr>
                <a:schemeClr val="dk1"/>
              </a:buClr>
              <a:buSzPts val="1700"/>
              <a:buNone/>
              <a:defRPr b="1" sz="1700"/>
            </a:lvl8pPr>
            <a:lvl9pPr indent="-228600" lvl="8" marL="4114800" algn="l">
              <a:spcBef>
                <a:spcPts val="300"/>
              </a:spcBef>
              <a:spcAft>
                <a:spcPts val="0"/>
              </a:spcAft>
              <a:buClr>
                <a:schemeClr val="dk1"/>
              </a:buClr>
              <a:buSzPts val="1700"/>
              <a:buNone/>
              <a:defRPr b="1" sz="1700"/>
            </a:lvl9pPr>
          </a:lstStyle>
          <a:p/>
        </p:txBody>
      </p:sp>
      <p:sp>
        <p:nvSpPr>
          <p:cNvPr id="182" name="Google Shape;182;g3fa40c21e6a_1_170"/>
          <p:cNvSpPr txBox="1"/>
          <p:nvPr>
            <p:ph idx="2" type="body"/>
          </p:nvPr>
        </p:nvSpPr>
        <p:spPr>
          <a:xfrm>
            <a:off x="472529" y="1685906"/>
            <a:ext cx="4175700" cy="3063000"/>
          </a:xfrm>
          <a:prstGeom prst="rect">
            <a:avLst/>
          </a:prstGeom>
          <a:noFill/>
          <a:ln>
            <a:noFill/>
          </a:ln>
        </p:spPr>
        <p:txBody>
          <a:bodyPr anchorCtr="0" anchor="t" bIns="35425" lIns="70875" spcFirstLastPara="1" rIns="70875" wrap="square" tIns="35425">
            <a:normAutofit/>
          </a:bodyPr>
          <a:lstStyle>
            <a:lvl1pPr indent="-387350" lvl="0" marL="457200" algn="l">
              <a:spcBef>
                <a:spcPts val="500"/>
              </a:spcBef>
              <a:spcAft>
                <a:spcPts val="0"/>
              </a:spcAft>
              <a:buClr>
                <a:schemeClr val="dk1"/>
              </a:buClr>
              <a:buSzPts val="2500"/>
              <a:buChar char="•"/>
              <a:defRPr sz="2500"/>
            </a:lvl1pPr>
            <a:lvl2pPr indent="-361950" lvl="1" marL="914400" algn="l">
              <a:spcBef>
                <a:spcPts val="400"/>
              </a:spcBef>
              <a:spcAft>
                <a:spcPts val="0"/>
              </a:spcAft>
              <a:buClr>
                <a:schemeClr val="dk1"/>
              </a:buClr>
              <a:buSzPts val="2100"/>
              <a:buChar char="–"/>
              <a:defRPr sz="2100"/>
            </a:lvl2pPr>
            <a:lvl3pPr indent="-349250" lvl="2" marL="1371600" algn="l">
              <a:spcBef>
                <a:spcPts val="400"/>
              </a:spcBef>
              <a:spcAft>
                <a:spcPts val="0"/>
              </a:spcAft>
              <a:buClr>
                <a:schemeClr val="dk1"/>
              </a:buClr>
              <a:buSzPts val="1900"/>
              <a:buChar char="•"/>
              <a:defRPr sz="1900"/>
            </a:lvl3pPr>
            <a:lvl4pPr indent="-336550" lvl="3" marL="1828800" algn="l">
              <a:spcBef>
                <a:spcPts val="300"/>
              </a:spcBef>
              <a:spcAft>
                <a:spcPts val="0"/>
              </a:spcAft>
              <a:buClr>
                <a:schemeClr val="dk1"/>
              </a:buClr>
              <a:buSzPts val="1700"/>
              <a:buChar char="–"/>
              <a:defRPr sz="1700"/>
            </a:lvl4pPr>
            <a:lvl5pPr indent="-336550" lvl="4" marL="2286000" algn="l">
              <a:spcBef>
                <a:spcPts val="300"/>
              </a:spcBef>
              <a:spcAft>
                <a:spcPts val="0"/>
              </a:spcAft>
              <a:buClr>
                <a:schemeClr val="dk1"/>
              </a:buClr>
              <a:buSzPts val="1700"/>
              <a:buChar char="»"/>
              <a:defRPr sz="1700"/>
            </a:lvl5pPr>
            <a:lvl6pPr indent="-336550" lvl="5" marL="2743200" algn="l">
              <a:spcBef>
                <a:spcPts val="300"/>
              </a:spcBef>
              <a:spcAft>
                <a:spcPts val="0"/>
              </a:spcAft>
              <a:buClr>
                <a:schemeClr val="dk1"/>
              </a:buClr>
              <a:buSzPts val="1700"/>
              <a:buChar char="•"/>
              <a:defRPr sz="1700"/>
            </a:lvl6pPr>
            <a:lvl7pPr indent="-336550" lvl="6" marL="3200400" algn="l">
              <a:spcBef>
                <a:spcPts val="300"/>
              </a:spcBef>
              <a:spcAft>
                <a:spcPts val="0"/>
              </a:spcAft>
              <a:buClr>
                <a:schemeClr val="dk1"/>
              </a:buClr>
              <a:buSzPts val="1700"/>
              <a:buChar char="•"/>
              <a:defRPr sz="1700"/>
            </a:lvl7pPr>
            <a:lvl8pPr indent="-336550" lvl="7" marL="3657600" algn="l">
              <a:spcBef>
                <a:spcPts val="300"/>
              </a:spcBef>
              <a:spcAft>
                <a:spcPts val="0"/>
              </a:spcAft>
              <a:buClr>
                <a:schemeClr val="dk1"/>
              </a:buClr>
              <a:buSzPts val="1700"/>
              <a:buChar char="•"/>
              <a:defRPr sz="1700"/>
            </a:lvl8pPr>
            <a:lvl9pPr indent="-336550" lvl="8" marL="4114800" algn="l">
              <a:spcBef>
                <a:spcPts val="300"/>
              </a:spcBef>
              <a:spcAft>
                <a:spcPts val="0"/>
              </a:spcAft>
              <a:buClr>
                <a:schemeClr val="dk1"/>
              </a:buClr>
              <a:buSzPts val="1700"/>
              <a:buChar char="•"/>
              <a:defRPr sz="1700"/>
            </a:lvl9pPr>
          </a:lstStyle>
          <a:p/>
        </p:txBody>
      </p:sp>
      <p:sp>
        <p:nvSpPr>
          <p:cNvPr id="183" name="Google Shape;183;g3fa40c21e6a_1_170"/>
          <p:cNvSpPr txBox="1"/>
          <p:nvPr>
            <p:ph idx="3" type="body"/>
          </p:nvPr>
        </p:nvSpPr>
        <p:spPr>
          <a:xfrm>
            <a:off x="4800767" y="1189979"/>
            <a:ext cx="4177200" cy="495900"/>
          </a:xfrm>
          <a:prstGeom prst="rect">
            <a:avLst/>
          </a:prstGeom>
          <a:noFill/>
          <a:ln>
            <a:noFill/>
          </a:ln>
        </p:spPr>
        <p:txBody>
          <a:bodyPr anchorCtr="0" anchor="b" bIns="35425" lIns="70875" spcFirstLastPara="1" rIns="70875" wrap="square" tIns="35425">
            <a:normAutofit/>
          </a:bodyPr>
          <a:lstStyle>
            <a:lvl1pPr indent="-228600" lvl="0" marL="457200" algn="l">
              <a:spcBef>
                <a:spcPts val="500"/>
              </a:spcBef>
              <a:spcAft>
                <a:spcPts val="0"/>
              </a:spcAft>
              <a:buClr>
                <a:schemeClr val="dk1"/>
              </a:buClr>
              <a:buSzPts val="2500"/>
              <a:buNone/>
              <a:defRPr b="1" sz="2500"/>
            </a:lvl1pPr>
            <a:lvl2pPr indent="-228600" lvl="1" marL="914400" algn="l">
              <a:spcBef>
                <a:spcPts val="400"/>
              </a:spcBef>
              <a:spcAft>
                <a:spcPts val="0"/>
              </a:spcAft>
              <a:buClr>
                <a:schemeClr val="dk1"/>
              </a:buClr>
              <a:buSzPts val="2100"/>
              <a:buNone/>
              <a:defRPr b="1" sz="2100"/>
            </a:lvl2pPr>
            <a:lvl3pPr indent="-228600" lvl="2" marL="1371600" algn="l">
              <a:spcBef>
                <a:spcPts val="400"/>
              </a:spcBef>
              <a:spcAft>
                <a:spcPts val="0"/>
              </a:spcAft>
              <a:buClr>
                <a:schemeClr val="dk1"/>
              </a:buClr>
              <a:buSzPts val="1900"/>
              <a:buNone/>
              <a:defRPr b="1" sz="1900"/>
            </a:lvl3pPr>
            <a:lvl4pPr indent="-228600" lvl="3" marL="1828800" algn="l">
              <a:spcBef>
                <a:spcPts val="300"/>
              </a:spcBef>
              <a:spcAft>
                <a:spcPts val="0"/>
              </a:spcAft>
              <a:buClr>
                <a:schemeClr val="dk1"/>
              </a:buClr>
              <a:buSzPts val="1700"/>
              <a:buNone/>
              <a:defRPr b="1" sz="1700"/>
            </a:lvl4pPr>
            <a:lvl5pPr indent="-228600" lvl="4" marL="2286000" algn="l">
              <a:spcBef>
                <a:spcPts val="300"/>
              </a:spcBef>
              <a:spcAft>
                <a:spcPts val="0"/>
              </a:spcAft>
              <a:buClr>
                <a:schemeClr val="dk1"/>
              </a:buClr>
              <a:buSzPts val="1700"/>
              <a:buNone/>
              <a:defRPr b="1" sz="1700"/>
            </a:lvl5pPr>
            <a:lvl6pPr indent="-228600" lvl="5" marL="2743200" algn="l">
              <a:spcBef>
                <a:spcPts val="300"/>
              </a:spcBef>
              <a:spcAft>
                <a:spcPts val="0"/>
              </a:spcAft>
              <a:buClr>
                <a:schemeClr val="dk1"/>
              </a:buClr>
              <a:buSzPts val="1700"/>
              <a:buNone/>
              <a:defRPr b="1" sz="1700"/>
            </a:lvl6pPr>
            <a:lvl7pPr indent="-228600" lvl="6" marL="3200400" algn="l">
              <a:spcBef>
                <a:spcPts val="300"/>
              </a:spcBef>
              <a:spcAft>
                <a:spcPts val="0"/>
              </a:spcAft>
              <a:buClr>
                <a:schemeClr val="dk1"/>
              </a:buClr>
              <a:buSzPts val="1700"/>
              <a:buNone/>
              <a:defRPr b="1" sz="1700"/>
            </a:lvl7pPr>
            <a:lvl8pPr indent="-228600" lvl="7" marL="3657600" algn="l">
              <a:spcBef>
                <a:spcPts val="300"/>
              </a:spcBef>
              <a:spcAft>
                <a:spcPts val="0"/>
              </a:spcAft>
              <a:buClr>
                <a:schemeClr val="dk1"/>
              </a:buClr>
              <a:buSzPts val="1700"/>
              <a:buNone/>
              <a:defRPr b="1" sz="1700"/>
            </a:lvl8pPr>
            <a:lvl9pPr indent="-228600" lvl="8" marL="4114800" algn="l">
              <a:spcBef>
                <a:spcPts val="300"/>
              </a:spcBef>
              <a:spcAft>
                <a:spcPts val="0"/>
              </a:spcAft>
              <a:buClr>
                <a:schemeClr val="dk1"/>
              </a:buClr>
              <a:buSzPts val="1700"/>
              <a:buNone/>
              <a:defRPr b="1" sz="1700"/>
            </a:lvl9pPr>
          </a:lstStyle>
          <a:p/>
        </p:txBody>
      </p:sp>
      <p:sp>
        <p:nvSpPr>
          <p:cNvPr id="184" name="Google Shape;184;g3fa40c21e6a_1_170"/>
          <p:cNvSpPr txBox="1"/>
          <p:nvPr>
            <p:ph idx="4" type="body"/>
          </p:nvPr>
        </p:nvSpPr>
        <p:spPr>
          <a:xfrm>
            <a:off x="4800767" y="1685906"/>
            <a:ext cx="4177200" cy="3063000"/>
          </a:xfrm>
          <a:prstGeom prst="rect">
            <a:avLst/>
          </a:prstGeom>
          <a:noFill/>
          <a:ln>
            <a:noFill/>
          </a:ln>
        </p:spPr>
        <p:txBody>
          <a:bodyPr anchorCtr="0" anchor="t" bIns="35425" lIns="70875" spcFirstLastPara="1" rIns="70875" wrap="square" tIns="35425">
            <a:normAutofit/>
          </a:bodyPr>
          <a:lstStyle>
            <a:lvl1pPr indent="-387350" lvl="0" marL="457200" algn="l">
              <a:spcBef>
                <a:spcPts val="500"/>
              </a:spcBef>
              <a:spcAft>
                <a:spcPts val="0"/>
              </a:spcAft>
              <a:buClr>
                <a:schemeClr val="dk1"/>
              </a:buClr>
              <a:buSzPts val="2500"/>
              <a:buChar char="•"/>
              <a:defRPr sz="2500"/>
            </a:lvl1pPr>
            <a:lvl2pPr indent="-361950" lvl="1" marL="914400" algn="l">
              <a:spcBef>
                <a:spcPts val="400"/>
              </a:spcBef>
              <a:spcAft>
                <a:spcPts val="0"/>
              </a:spcAft>
              <a:buClr>
                <a:schemeClr val="dk1"/>
              </a:buClr>
              <a:buSzPts val="2100"/>
              <a:buChar char="–"/>
              <a:defRPr sz="2100"/>
            </a:lvl2pPr>
            <a:lvl3pPr indent="-349250" lvl="2" marL="1371600" algn="l">
              <a:spcBef>
                <a:spcPts val="400"/>
              </a:spcBef>
              <a:spcAft>
                <a:spcPts val="0"/>
              </a:spcAft>
              <a:buClr>
                <a:schemeClr val="dk1"/>
              </a:buClr>
              <a:buSzPts val="1900"/>
              <a:buChar char="•"/>
              <a:defRPr sz="1900"/>
            </a:lvl3pPr>
            <a:lvl4pPr indent="-336550" lvl="3" marL="1828800" algn="l">
              <a:spcBef>
                <a:spcPts val="300"/>
              </a:spcBef>
              <a:spcAft>
                <a:spcPts val="0"/>
              </a:spcAft>
              <a:buClr>
                <a:schemeClr val="dk1"/>
              </a:buClr>
              <a:buSzPts val="1700"/>
              <a:buChar char="–"/>
              <a:defRPr sz="1700"/>
            </a:lvl4pPr>
            <a:lvl5pPr indent="-336550" lvl="4" marL="2286000" algn="l">
              <a:spcBef>
                <a:spcPts val="300"/>
              </a:spcBef>
              <a:spcAft>
                <a:spcPts val="0"/>
              </a:spcAft>
              <a:buClr>
                <a:schemeClr val="dk1"/>
              </a:buClr>
              <a:buSzPts val="1700"/>
              <a:buChar char="»"/>
              <a:defRPr sz="1700"/>
            </a:lvl5pPr>
            <a:lvl6pPr indent="-336550" lvl="5" marL="2743200" algn="l">
              <a:spcBef>
                <a:spcPts val="300"/>
              </a:spcBef>
              <a:spcAft>
                <a:spcPts val="0"/>
              </a:spcAft>
              <a:buClr>
                <a:schemeClr val="dk1"/>
              </a:buClr>
              <a:buSzPts val="1700"/>
              <a:buChar char="•"/>
              <a:defRPr sz="1700"/>
            </a:lvl6pPr>
            <a:lvl7pPr indent="-336550" lvl="6" marL="3200400" algn="l">
              <a:spcBef>
                <a:spcPts val="300"/>
              </a:spcBef>
              <a:spcAft>
                <a:spcPts val="0"/>
              </a:spcAft>
              <a:buClr>
                <a:schemeClr val="dk1"/>
              </a:buClr>
              <a:buSzPts val="1700"/>
              <a:buChar char="•"/>
              <a:defRPr sz="1700"/>
            </a:lvl7pPr>
            <a:lvl8pPr indent="-336550" lvl="7" marL="3657600" algn="l">
              <a:spcBef>
                <a:spcPts val="300"/>
              </a:spcBef>
              <a:spcAft>
                <a:spcPts val="0"/>
              </a:spcAft>
              <a:buClr>
                <a:schemeClr val="dk1"/>
              </a:buClr>
              <a:buSzPts val="1700"/>
              <a:buChar char="•"/>
              <a:defRPr sz="1700"/>
            </a:lvl8pPr>
            <a:lvl9pPr indent="-336550" lvl="8" marL="4114800" algn="l">
              <a:spcBef>
                <a:spcPts val="300"/>
              </a:spcBef>
              <a:spcAft>
                <a:spcPts val="0"/>
              </a:spcAft>
              <a:buClr>
                <a:schemeClr val="dk1"/>
              </a:buClr>
              <a:buSzPts val="1700"/>
              <a:buChar char="•"/>
              <a:defRPr sz="1700"/>
            </a:lvl9pPr>
          </a:lstStyle>
          <a:p/>
        </p:txBody>
      </p:sp>
      <p:sp>
        <p:nvSpPr>
          <p:cNvPr id="185" name="Google Shape;185;g3fa40c21e6a_1_170"/>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186" name="Shape 186"/>
        <p:cNvGrpSpPr/>
        <p:nvPr/>
      </p:nvGrpSpPr>
      <p:grpSpPr>
        <a:xfrm>
          <a:off x="0" y="0"/>
          <a:ext cx="0" cy="0"/>
          <a:chOff x="0" y="0"/>
          <a:chExt cx="0" cy="0"/>
        </a:xfrm>
      </p:grpSpPr>
      <p:sp>
        <p:nvSpPr>
          <p:cNvPr id="187" name="Google Shape;187;g3fa40c21e6a_1_177"/>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y subtítulo" type="picTx">
  <p:cSld name="PICTURE_WITH_CAPTION_TEXT">
    <p:spTree>
      <p:nvGrpSpPr>
        <p:cNvPr id="188" name="Shape 188"/>
        <p:cNvGrpSpPr/>
        <p:nvPr/>
      </p:nvGrpSpPr>
      <p:grpSpPr>
        <a:xfrm>
          <a:off x="0" y="0"/>
          <a:ext cx="0" cy="0"/>
          <a:chOff x="0" y="0"/>
          <a:chExt cx="0" cy="0"/>
        </a:xfrm>
      </p:grpSpPr>
      <p:sp>
        <p:nvSpPr>
          <p:cNvPr id="189" name="Google Shape;189;g3fa40c21e6a_1_179"/>
          <p:cNvSpPr txBox="1"/>
          <p:nvPr>
            <p:ph type="title"/>
          </p:nvPr>
        </p:nvSpPr>
        <p:spPr>
          <a:xfrm>
            <a:off x="4769593" y="206855"/>
            <a:ext cx="5097000" cy="1258200"/>
          </a:xfrm>
          <a:prstGeom prst="rect">
            <a:avLst/>
          </a:prstGeom>
          <a:noFill/>
          <a:ln>
            <a:noFill/>
          </a:ln>
        </p:spPr>
        <p:txBody>
          <a:bodyPr anchorCtr="0" anchor="b" bIns="35425" lIns="70875" spcFirstLastPara="1" rIns="70875" wrap="square" tIns="35425">
            <a:noAutofit/>
          </a:bodyPr>
          <a:lstStyle>
            <a:lvl1pPr lvl="0" algn="r">
              <a:spcBef>
                <a:spcPts val="0"/>
              </a:spcBef>
              <a:spcAft>
                <a:spcPts val="0"/>
              </a:spcAft>
              <a:buClr>
                <a:schemeClr val="dk1"/>
              </a:buClr>
              <a:buSzPts val="3300"/>
              <a:buFont typeface="PT Serif"/>
              <a:buNone/>
              <a:defRPr b="1" sz="3300"/>
            </a:lvl1pPr>
            <a:lvl2pPr lvl="1">
              <a:spcBef>
                <a:spcPts val="0"/>
              </a:spcBef>
              <a:spcAft>
                <a:spcPts val="0"/>
              </a:spcAft>
              <a:buSzPts val="900"/>
              <a:buNone/>
              <a:defRPr sz="1200"/>
            </a:lvl2pPr>
            <a:lvl3pPr lvl="2">
              <a:spcBef>
                <a:spcPts val="0"/>
              </a:spcBef>
              <a:spcAft>
                <a:spcPts val="0"/>
              </a:spcAft>
              <a:buSzPts val="900"/>
              <a:buNone/>
              <a:defRPr sz="1200"/>
            </a:lvl3pPr>
            <a:lvl4pPr lvl="3">
              <a:spcBef>
                <a:spcPts val="0"/>
              </a:spcBef>
              <a:spcAft>
                <a:spcPts val="0"/>
              </a:spcAft>
              <a:buSzPts val="900"/>
              <a:buNone/>
              <a:defRPr sz="1200"/>
            </a:lvl4pPr>
            <a:lvl5pPr lvl="4">
              <a:spcBef>
                <a:spcPts val="0"/>
              </a:spcBef>
              <a:spcAft>
                <a:spcPts val="0"/>
              </a:spcAft>
              <a:buSzPts val="900"/>
              <a:buNone/>
              <a:defRPr sz="1200"/>
            </a:lvl5pPr>
            <a:lvl6pPr lvl="5">
              <a:spcBef>
                <a:spcPts val="0"/>
              </a:spcBef>
              <a:spcAft>
                <a:spcPts val="0"/>
              </a:spcAft>
              <a:buSzPts val="900"/>
              <a:buNone/>
              <a:defRPr sz="1200"/>
            </a:lvl6pPr>
            <a:lvl7pPr lvl="6">
              <a:spcBef>
                <a:spcPts val="0"/>
              </a:spcBef>
              <a:spcAft>
                <a:spcPts val="0"/>
              </a:spcAft>
              <a:buSzPts val="900"/>
              <a:buNone/>
              <a:defRPr sz="1200"/>
            </a:lvl7pPr>
            <a:lvl8pPr lvl="7">
              <a:spcBef>
                <a:spcPts val="0"/>
              </a:spcBef>
              <a:spcAft>
                <a:spcPts val="0"/>
              </a:spcAft>
              <a:buSzPts val="900"/>
              <a:buNone/>
              <a:defRPr sz="1200"/>
            </a:lvl8pPr>
            <a:lvl9pPr lvl="8">
              <a:spcBef>
                <a:spcPts val="0"/>
              </a:spcBef>
              <a:spcAft>
                <a:spcPts val="0"/>
              </a:spcAft>
              <a:buSzPts val="900"/>
              <a:buNone/>
              <a:defRPr sz="1200"/>
            </a:lvl9pPr>
          </a:lstStyle>
          <a:p/>
        </p:txBody>
      </p:sp>
      <p:sp>
        <p:nvSpPr>
          <p:cNvPr id="190" name="Google Shape;190;g3fa40c21e6a_1_179"/>
          <p:cNvSpPr/>
          <p:nvPr>
            <p:ph idx="2" type="pic"/>
          </p:nvPr>
        </p:nvSpPr>
        <p:spPr>
          <a:xfrm>
            <a:off x="1951275" y="2102977"/>
            <a:ext cx="7026600" cy="3567600"/>
          </a:xfrm>
          <a:prstGeom prst="rect">
            <a:avLst/>
          </a:prstGeom>
          <a:noFill/>
          <a:ln>
            <a:noFill/>
          </a:ln>
        </p:spPr>
      </p:sp>
      <p:sp>
        <p:nvSpPr>
          <p:cNvPr id="191" name="Google Shape;191;g3fa40c21e6a_1_179"/>
          <p:cNvSpPr txBox="1"/>
          <p:nvPr>
            <p:ph idx="1" type="body"/>
          </p:nvPr>
        </p:nvSpPr>
        <p:spPr>
          <a:xfrm>
            <a:off x="3614425" y="1659823"/>
            <a:ext cx="6252300" cy="317100"/>
          </a:xfrm>
          <a:prstGeom prst="rect">
            <a:avLst/>
          </a:prstGeom>
          <a:noFill/>
          <a:ln>
            <a:noFill/>
          </a:ln>
        </p:spPr>
        <p:txBody>
          <a:bodyPr anchorCtr="0" anchor="t" bIns="35425" lIns="70875" spcFirstLastPara="1" rIns="70875" wrap="square" tIns="35425">
            <a:normAutofit/>
          </a:bodyPr>
          <a:lstStyle>
            <a:lvl1pPr indent="-228600" lvl="0" marL="457200" algn="r">
              <a:spcBef>
                <a:spcPts val="300"/>
              </a:spcBef>
              <a:spcAft>
                <a:spcPts val="0"/>
              </a:spcAft>
              <a:buClr>
                <a:schemeClr val="dk1"/>
              </a:buClr>
              <a:buSzPts val="1400"/>
              <a:buNone/>
              <a:defRPr sz="1400"/>
            </a:lvl1pPr>
            <a:lvl2pPr indent="-228600" lvl="1" marL="914400" algn="r">
              <a:spcBef>
                <a:spcPts val="200"/>
              </a:spcBef>
              <a:spcAft>
                <a:spcPts val="0"/>
              </a:spcAft>
              <a:buClr>
                <a:schemeClr val="dk1"/>
              </a:buClr>
              <a:buSzPts val="1200"/>
              <a:buNone/>
              <a:defRPr sz="1200"/>
            </a:lvl2pPr>
            <a:lvl3pPr indent="-228600" lvl="2" marL="1371600" algn="r">
              <a:spcBef>
                <a:spcPts val="200"/>
              </a:spcBef>
              <a:spcAft>
                <a:spcPts val="0"/>
              </a:spcAft>
              <a:buClr>
                <a:schemeClr val="dk1"/>
              </a:buClr>
              <a:buSzPts val="1000"/>
              <a:buNone/>
              <a:defRPr sz="1000"/>
            </a:lvl3pPr>
            <a:lvl4pPr indent="-228600" lvl="3" marL="1828800" algn="r">
              <a:spcBef>
                <a:spcPts val="200"/>
              </a:spcBef>
              <a:spcAft>
                <a:spcPts val="0"/>
              </a:spcAft>
              <a:buClr>
                <a:schemeClr val="dk1"/>
              </a:buClr>
              <a:buSzPts val="900"/>
              <a:buNone/>
              <a:defRPr sz="900"/>
            </a:lvl4pPr>
            <a:lvl5pPr indent="-228600" lvl="4" marL="2286000" algn="r">
              <a:spcBef>
                <a:spcPts val="200"/>
              </a:spcBef>
              <a:spcAft>
                <a:spcPts val="0"/>
              </a:spcAft>
              <a:buClr>
                <a:schemeClr val="dk1"/>
              </a:buClr>
              <a:buSzPts val="900"/>
              <a:buNone/>
              <a:defRPr sz="900"/>
            </a:lvl5pPr>
            <a:lvl6pPr indent="-228600" lvl="5" marL="2743200" algn="r">
              <a:spcBef>
                <a:spcPts val="200"/>
              </a:spcBef>
              <a:spcAft>
                <a:spcPts val="0"/>
              </a:spcAft>
              <a:buClr>
                <a:schemeClr val="dk1"/>
              </a:buClr>
              <a:buSzPts val="900"/>
              <a:buNone/>
              <a:defRPr sz="900"/>
            </a:lvl6pPr>
            <a:lvl7pPr indent="-228600" lvl="6" marL="3200400" algn="r">
              <a:spcBef>
                <a:spcPts val="200"/>
              </a:spcBef>
              <a:spcAft>
                <a:spcPts val="0"/>
              </a:spcAft>
              <a:buClr>
                <a:schemeClr val="dk1"/>
              </a:buClr>
              <a:buSzPts val="900"/>
              <a:buNone/>
              <a:defRPr sz="900"/>
            </a:lvl7pPr>
            <a:lvl8pPr indent="-228600" lvl="7" marL="3657600" algn="r">
              <a:spcBef>
                <a:spcPts val="200"/>
              </a:spcBef>
              <a:spcAft>
                <a:spcPts val="0"/>
              </a:spcAft>
              <a:buClr>
                <a:schemeClr val="dk1"/>
              </a:buClr>
              <a:buSzPts val="900"/>
              <a:buNone/>
              <a:defRPr sz="900"/>
            </a:lvl8pPr>
            <a:lvl9pPr indent="-228600" lvl="8" marL="4114800" algn="r">
              <a:spcBef>
                <a:spcPts val="200"/>
              </a:spcBef>
              <a:spcAft>
                <a:spcPts val="0"/>
              </a:spcAft>
              <a:buClr>
                <a:schemeClr val="dk1"/>
              </a:buClr>
              <a:buSzPts val="900"/>
              <a:buNone/>
              <a:defRPr sz="900"/>
            </a:lvl9pPr>
          </a:lstStyle>
          <a:p/>
        </p:txBody>
      </p:sp>
      <p:sp>
        <p:nvSpPr>
          <p:cNvPr id="192" name="Google Shape;192;g3fa40c21e6a_1_179"/>
          <p:cNvSpPr/>
          <p:nvPr/>
        </p:nvSpPr>
        <p:spPr>
          <a:xfrm>
            <a:off x="498677" y="305100"/>
            <a:ext cx="1451175" cy="1256709"/>
          </a:xfrm>
          <a:custGeom>
            <a:rect b="b" l="l" r="r" t="t"/>
            <a:pathLst>
              <a:path extrusionOk="0" h="1217152" w="1405496">
                <a:moveTo>
                  <a:pt x="0" y="0"/>
                </a:moveTo>
                <a:lnTo>
                  <a:pt x="1405496" y="0"/>
                </a:lnTo>
                <a:lnTo>
                  <a:pt x="1405496" y="1217153"/>
                </a:lnTo>
                <a:lnTo>
                  <a:pt x="0" y="1217153"/>
                </a:lnTo>
                <a:lnTo>
                  <a:pt x="0" y="0"/>
                </a:lnTo>
                <a:close/>
              </a:path>
            </a:pathLst>
          </a:custGeom>
          <a:blipFill rotWithShape="1">
            <a:blip r:embed="rId2">
              <a:alphaModFix/>
            </a:blip>
            <a:stretch>
              <a:fillRect b="0" l="0" r="0" t="0"/>
            </a:stretch>
          </a:blipFill>
          <a:ln>
            <a:noFill/>
          </a:ln>
        </p:spPr>
      </p:sp>
      <p:sp>
        <p:nvSpPr>
          <p:cNvPr id="193" name="Google Shape;193;g3fa40c21e6a_1_179"/>
          <p:cNvSpPr/>
          <p:nvPr/>
        </p:nvSpPr>
        <p:spPr>
          <a:xfrm>
            <a:off x="2459249" y="-101260"/>
            <a:ext cx="2309917" cy="1154958"/>
          </a:xfrm>
          <a:custGeom>
            <a:rect b="b" l="l" r="r" t="t"/>
            <a:pathLst>
              <a:path extrusionOk="0" h="1862836" w="3725672">
                <a:moveTo>
                  <a:pt x="0" y="0"/>
                </a:moveTo>
                <a:cubicBezTo>
                  <a:pt x="0" y="1028827"/>
                  <a:pt x="834009" y="1862836"/>
                  <a:pt x="1862836" y="1862836"/>
                </a:cubicBezTo>
                <a:cubicBezTo>
                  <a:pt x="2891663" y="1862836"/>
                  <a:pt x="3725672" y="1028827"/>
                  <a:pt x="3725672"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194" name="Google Shape;194;g3fa40c21e6a_1_179"/>
          <p:cNvSpPr/>
          <p:nvPr/>
        </p:nvSpPr>
        <p:spPr>
          <a:xfrm>
            <a:off x="374086" y="3279029"/>
            <a:ext cx="1531663" cy="2395306"/>
          </a:xfrm>
          <a:custGeom>
            <a:rect b="b" l="l" r="r" t="t"/>
            <a:pathLst>
              <a:path extrusionOk="0" h="5413121" w="3461385">
                <a:moveTo>
                  <a:pt x="0" y="5413121"/>
                </a:moveTo>
                <a:lnTo>
                  <a:pt x="3461385" y="5413121"/>
                </a:lnTo>
                <a:lnTo>
                  <a:pt x="3461385" y="0"/>
                </a:lnTo>
                <a:lnTo>
                  <a:pt x="0" y="0"/>
                </a:lnTo>
                <a:close/>
              </a:path>
            </a:pathLst>
          </a:custGeom>
          <a:solidFill>
            <a:srgbClr val="2084C7"/>
          </a:solidFill>
          <a:ln>
            <a:noFill/>
          </a:ln>
        </p:spPr>
      </p:sp>
      <p:sp>
        <p:nvSpPr>
          <p:cNvPr id="195" name="Google Shape;195;g3fa40c21e6a_1_179"/>
          <p:cNvSpPr/>
          <p:nvPr/>
        </p:nvSpPr>
        <p:spPr>
          <a:xfrm>
            <a:off x="8978002" y="1497109"/>
            <a:ext cx="1100224" cy="4164303"/>
          </a:xfrm>
          <a:custGeom>
            <a:rect b="b" l="l" r="r" t="t"/>
            <a:pathLst>
              <a:path extrusionOk="0" h="7676134" w="2028063">
                <a:moveTo>
                  <a:pt x="2008124" y="0"/>
                </a:moveTo>
                <a:lnTo>
                  <a:pt x="0" y="4306570"/>
                </a:lnTo>
                <a:lnTo>
                  <a:pt x="1571371" y="7676134"/>
                </a:lnTo>
                <a:lnTo>
                  <a:pt x="2028063" y="7676134"/>
                </a:lnTo>
                <a:lnTo>
                  <a:pt x="2028063" y="42799"/>
                </a:lnTo>
                <a:lnTo>
                  <a:pt x="2008124" y="0"/>
                </a:lnTo>
                <a:close/>
              </a:path>
            </a:pathLst>
          </a:custGeom>
          <a:solidFill>
            <a:srgbClr val="FDC20B"/>
          </a:solid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cSld name="Imagen">
    <p:spTree>
      <p:nvGrpSpPr>
        <p:cNvPr id="196" name="Shape 196"/>
        <p:cNvGrpSpPr/>
        <p:nvPr/>
      </p:nvGrpSpPr>
      <p:grpSpPr>
        <a:xfrm>
          <a:off x="0" y="0"/>
          <a:ext cx="0" cy="0"/>
          <a:chOff x="0" y="0"/>
          <a:chExt cx="0" cy="0"/>
        </a:xfrm>
      </p:grpSpPr>
      <p:sp>
        <p:nvSpPr>
          <p:cNvPr id="197" name="Google Shape;197;g3fa40c21e6a_1_187"/>
          <p:cNvSpPr/>
          <p:nvPr>
            <p:ph idx="2" type="pic"/>
          </p:nvPr>
        </p:nvSpPr>
        <p:spPr>
          <a:xfrm>
            <a:off x="1951275" y="1181365"/>
            <a:ext cx="8127300" cy="4489200"/>
          </a:xfrm>
          <a:prstGeom prst="rect">
            <a:avLst/>
          </a:prstGeom>
          <a:noFill/>
          <a:ln>
            <a:noFill/>
          </a:ln>
        </p:spPr>
      </p:sp>
      <p:sp>
        <p:nvSpPr>
          <p:cNvPr id="198" name="Google Shape;198;g3fa40c21e6a_1_187"/>
          <p:cNvSpPr/>
          <p:nvPr/>
        </p:nvSpPr>
        <p:spPr>
          <a:xfrm>
            <a:off x="1969" y="1701171"/>
            <a:ext cx="1862792" cy="3995268"/>
          </a:xfrm>
          <a:custGeom>
            <a:rect b="b" l="l" r="r" t="t"/>
            <a:pathLst>
              <a:path extrusionOk="0" h="5155184" w="2403602">
                <a:moveTo>
                  <a:pt x="0" y="5155184"/>
                </a:moveTo>
                <a:lnTo>
                  <a:pt x="2403602" y="5155184"/>
                </a:lnTo>
                <a:lnTo>
                  <a:pt x="0" y="0"/>
                </a:lnTo>
                <a:close/>
              </a:path>
            </a:pathLst>
          </a:custGeom>
          <a:solidFill>
            <a:srgbClr val="BC0A80"/>
          </a:solidFill>
          <a:ln>
            <a:noFill/>
          </a:ln>
        </p:spPr>
      </p:sp>
      <p:sp>
        <p:nvSpPr>
          <p:cNvPr id="199" name="Google Shape;199;g3fa40c21e6a_1_187"/>
          <p:cNvSpPr/>
          <p:nvPr/>
        </p:nvSpPr>
        <p:spPr>
          <a:xfrm>
            <a:off x="374086" y="219482"/>
            <a:ext cx="2020985" cy="719241"/>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
        <p:nvSpPr>
          <p:cNvPr id="200" name="Google Shape;200;g3fa40c21e6a_1_187"/>
          <p:cNvSpPr/>
          <p:nvPr/>
        </p:nvSpPr>
        <p:spPr>
          <a:xfrm>
            <a:off x="6707571" y="0"/>
            <a:ext cx="1887052" cy="918362"/>
          </a:xfrm>
          <a:custGeom>
            <a:rect b="b" l="l" r="r" t="t"/>
            <a:pathLst>
              <a:path extrusionOk="0" h="1402080" w="2880995">
                <a:moveTo>
                  <a:pt x="0" y="0"/>
                </a:moveTo>
                <a:cubicBezTo>
                  <a:pt x="0" y="774446"/>
                  <a:pt x="644906" y="1402080"/>
                  <a:pt x="1440434" y="1402080"/>
                </a:cubicBezTo>
                <a:cubicBezTo>
                  <a:pt x="2235962" y="1402080"/>
                  <a:pt x="2880995" y="774446"/>
                  <a:pt x="2880995"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icture with Caption">
  <p:cSld name="1_Picture with Caption">
    <p:spTree>
      <p:nvGrpSpPr>
        <p:cNvPr id="201" name="Shape 201"/>
        <p:cNvGrpSpPr/>
        <p:nvPr/>
      </p:nvGrpSpPr>
      <p:grpSpPr>
        <a:xfrm>
          <a:off x="0" y="0"/>
          <a:ext cx="0" cy="0"/>
          <a:chOff x="0" y="0"/>
          <a:chExt cx="0" cy="0"/>
        </a:xfrm>
      </p:grpSpPr>
      <p:sp>
        <p:nvSpPr>
          <p:cNvPr id="202" name="Google Shape;202;g3fa40c21e6a_1_192"/>
          <p:cNvSpPr txBox="1"/>
          <p:nvPr>
            <p:ph type="title"/>
          </p:nvPr>
        </p:nvSpPr>
        <p:spPr>
          <a:xfrm>
            <a:off x="1852381" y="3721298"/>
            <a:ext cx="5670300" cy="439200"/>
          </a:xfrm>
          <a:prstGeom prst="rect">
            <a:avLst/>
          </a:prstGeom>
          <a:noFill/>
          <a:ln>
            <a:noFill/>
          </a:ln>
        </p:spPr>
        <p:txBody>
          <a:bodyPr anchorCtr="0" anchor="b" bIns="35425" lIns="70875" spcFirstLastPara="1" rIns="70875" wrap="square" tIns="35425">
            <a:normAutofit/>
          </a:bodyPr>
          <a:lstStyle>
            <a:lvl1pPr lvl="0" algn="l">
              <a:spcBef>
                <a:spcPts val="0"/>
              </a:spcBef>
              <a:spcAft>
                <a:spcPts val="0"/>
              </a:spcAft>
              <a:buClr>
                <a:schemeClr val="dk1"/>
              </a:buClr>
              <a:buSzPts val="2100"/>
              <a:buFont typeface="PT Serif"/>
              <a:buNone/>
              <a:defRPr b="1"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3" name="Google Shape;203;g3fa40c21e6a_1_192"/>
          <p:cNvSpPr/>
          <p:nvPr>
            <p:ph idx="2" type="pic"/>
          </p:nvPr>
        </p:nvSpPr>
        <p:spPr>
          <a:xfrm>
            <a:off x="1852381" y="475007"/>
            <a:ext cx="5670300" cy="3189600"/>
          </a:xfrm>
          <a:prstGeom prst="rect">
            <a:avLst/>
          </a:prstGeom>
          <a:noFill/>
          <a:ln>
            <a:noFill/>
          </a:ln>
        </p:spPr>
      </p:sp>
      <p:sp>
        <p:nvSpPr>
          <p:cNvPr id="204" name="Google Shape;204;g3fa40c21e6a_1_192"/>
          <p:cNvSpPr txBox="1"/>
          <p:nvPr>
            <p:ph idx="1" type="body"/>
          </p:nvPr>
        </p:nvSpPr>
        <p:spPr>
          <a:xfrm>
            <a:off x="1852381" y="4160619"/>
            <a:ext cx="5670300" cy="624000"/>
          </a:xfrm>
          <a:prstGeom prst="rect">
            <a:avLst/>
          </a:prstGeom>
          <a:noFill/>
          <a:ln>
            <a:noFill/>
          </a:ln>
        </p:spPr>
        <p:txBody>
          <a:bodyPr anchorCtr="0" anchor="t" bIns="35425" lIns="70875" spcFirstLastPara="1" rIns="70875" wrap="square" tIns="35425">
            <a:normAutofit/>
          </a:bodyPr>
          <a:lstStyle>
            <a:lvl1pPr indent="-228600" lvl="0" marL="457200" algn="l">
              <a:spcBef>
                <a:spcPts val="300"/>
              </a:spcBef>
              <a:spcAft>
                <a:spcPts val="0"/>
              </a:spcAft>
              <a:buClr>
                <a:schemeClr val="dk1"/>
              </a:buClr>
              <a:buSzPts val="1400"/>
              <a:buNone/>
              <a:defRPr sz="1400"/>
            </a:lvl1pPr>
            <a:lvl2pPr indent="-228600" lvl="1" marL="914400" algn="l">
              <a:spcBef>
                <a:spcPts val="20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200"/>
              </a:spcBef>
              <a:spcAft>
                <a:spcPts val="0"/>
              </a:spcAft>
              <a:buClr>
                <a:schemeClr val="dk1"/>
              </a:buClr>
              <a:buSzPts val="900"/>
              <a:buNone/>
              <a:defRPr sz="900"/>
            </a:lvl4pPr>
            <a:lvl5pPr indent="-228600" lvl="4" marL="2286000" algn="l">
              <a:spcBef>
                <a:spcPts val="200"/>
              </a:spcBef>
              <a:spcAft>
                <a:spcPts val="0"/>
              </a:spcAft>
              <a:buClr>
                <a:schemeClr val="dk1"/>
              </a:buClr>
              <a:buSzPts val="900"/>
              <a:buNone/>
              <a:defRPr sz="900"/>
            </a:lvl5pPr>
            <a:lvl6pPr indent="-228600" lvl="5" marL="2743200" algn="l">
              <a:spcBef>
                <a:spcPts val="200"/>
              </a:spcBef>
              <a:spcAft>
                <a:spcPts val="0"/>
              </a:spcAft>
              <a:buClr>
                <a:schemeClr val="dk1"/>
              </a:buClr>
              <a:buSzPts val="900"/>
              <a:buNone/>
              <a:defRPr sz="900"/>
            </a:lvl6pPr>
            <a:lvl7pPr indent="-228600" lvl="6" marL="3200400" algn="l">
              <a:spcBef>
                <a:spcPts val="200"/>
              </a:spcBef>
              <a:spcAft>
                <a:spcPts val="0"/>
              </a:spcAft>
              <a:buClr>
                <a:schemeClr val="dk1"/>
              </a:buClr>
              <a:buSzPts val="900"/>
              <a:buNone/>
              <a:defRPr sz="900"/>
            </a:lvl7pPr>
            <a:lvl8pPr indent="-228600" lvl="7" marL="3657600" algn="l">
              <a:spcBef>
                <a:spcPts val="200"/>
              </a:spcBef>
              <a:spcAft>
                <a:spcPts val="0"/>
              </a:spcAft>
              <a:buClr>
                <a:schemeClr val="dk1"/>
              </a:buClr>
              <a:buSzPts val="900"/>
              <a:buNone/>
              <a:defRPr sz="900"/>
            </a:lvl8pPr>
            <a:lvl9pPr indent="-228600" lvl="8" marL="4114800" algn="l">
              <a:spcBef>
                <a:spcPts val="200"/>
              </a:spcBef>
              <a:spcAft>
                <a:spcPts val="0"/>
              </a:spcAft>
              <a:buClr>
                <a:schemeClr val="dk1"/>
              </a:buClr>
              <a:buSzPts val="900"/>
              <a:buNone/>
              <a:defRPr sz="900"/>
            </a:lvl9pPr>
          </a:lstStyle>
          <a:p/>
        </p:txBody>
      </p:sp>
      <p:sp>
        <p:nvSpPr>
          <p:cNvPr id="205" name="Google Shape;205;g3fa40c21e6a_1_192"/>
          <p:cNvSpPr txBox="1"/>
          <p:nvPr>
            <p:ph idx="10" type="dt"/>
          </p:nvPr>
        </p:nvSpPr>
        <p:spPr>
          <a:xfrm>
            <a:off x="472529" y="4927276"/>
            <a:ext cx="2205000" cy="282900"/>
          </a:xfrm>
          <a:prstGeom prst="rect">
            <a:avLst/>
          </a:prstGeom>
          <a:noFill/>
          <a:ln>
            <a:noFill/>
          </a:ln>
        </p:spPr>
        <p:txBody>
          <a:bodyPr anchorCtr="0" anchor="ctr" bIns="35425" lIns="70875" spcFirstLastPara="1" rIns="70875" wrap="square" tIns="3542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206" name="Google Shape;206;g3fa40c21e6a_1_192"/>
          <p:cNvSpPr txBox="1"/>
          <p:nvPr>
            <p:ph idx="11" type="ftr"/>
          </p:nvPr>
        </p:nvSpPr>
        <p:spPr>
          <a:xfrm>
            <a:off x="3228950" y="4927276"/>
            <a:ext cx="2992800" cy="282900"/>
          </a:xfrm>
          <a:prstGeom prst="rect">
            <a:avLst/>
          </a:prstGeom>
          <a:noFill/>
          <a:ln>
            <a:noFill/>
          </a:ln>
        </p:spPr>
        <p:txBody>
          <a:bodyPr anchorCtr="0" anchor="ctr" bIns="35425" lIns="70875" spcFirstLastPara="1" rIns="70875" wrap="square" tIns="3542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207" name="Google Shape;207;g3fa40c21e6a_1_192"/>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08" name="Shape 208"/>
        <p:cNvGrpSpPr/>
        <p:nvPr/>
      </p:nvGrpSpPr>
      <p:grpSpPr>
        <a:xfrm>
          <a:off x="0" y="0"/>
          <a:ext cx="0" cy="0"/>
          <a:chOff x="0" y="0"/>
          <a:chExt cx="0" cy="0"/>
        </a:xfrm>
      </p:grpSpPr>
      <p:sp>
        <p:nvSpPr>
          <p:cNvPr id="209" name="Google Shape;209;g3fa40c21e6a_1_199"/>
          <p:cNvSpPr txBox="1"/>
          <p:nvPr>
            <p:ph type="title"/>
          </p:nvPr>
        </p:nvSpPr>
        <p:spPr>
          <a:xfrm>
            <a:off x="472529" y="212892"/>
            <a:ext cx="8505600" cy="885900"/>
          </a:xfrm>
          <a:prstGeom prst="rect">
            <a:avLst/>
          </a:prstGeom>
          <a:noFill/>
          <a:ln>
            <a:noFill/>
          </a:ln>
        </p:spPr>
        <p:txBody>
          <a:bodyPr anchorCtr="0" anchor="ctr" bIns="35425" lIns="70875" spcFirstLastPara="1" rIns="70875" wrap="square" tIns="3542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0" name="Google Shape;210;g3fa40c21e6a_1_199"/>
          <p:cNvSpPr txBox="1"/>
          <p:nvPr>
            <p:ph idx="1" type="body"/>
          </p:nvPr>
        </p:nvSpPr>
        <p:spPr>
          <a:xfrm rot="5400000">
            <a:off x="2971007" y="-1258116"/>
            <a:ext cx="3508500" cy="8505600"/>
          </a:xfrm>
          <a:prstGeom prst="rect">
            <a:avLst/>
          </a:prstGeom>
          <a:noFill/>
          <a:ln>
            <a:noFill/>
          </a:ln>
        </p:spPr>
        <p:txBody>
          <a:bodyPr anchorCtr="0" anchor="t" bIns="35425" lIns="70875" spcFirstLastPara="1" rIns="70875" wrap="square" tIns="3542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211" name="Google Shape;211;g3fa40c21e6a_1_199"/>
          <p:cNvSpPr txBox="1"/>
          <p:nvPr>
            <p:ph idx="10" type="dt"/>
          </p:nvPr>
        </p:nvSpPr>
        <p:spPr>
          <a:xfrm>
            <a:off x="472529" y="4927276"/>
            <a:ext cx="2205000" cy="282900"/>
          </a:xfrm>
          <a:prstGeom prst="rect">
            <a:avLst/>
          </a:prstGeom>
          <a:noFill/>
          <a:ln>
            <a:noFill/>
          </a:ln>
        </p:spPr>
        <p:txBody>
          <a:bodyPr anchorCtr="0" anchor="ctr" bIns="35425" lIns="70875" spcFirstLastPara="1" rIns="70875" wrap="square" tIns="3542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212" name="Google Shape;212;g3fa40c21e6a_1_199"/>
          <p:cNvSpPr txBox="1"/>
          <p:nvPr>
            <p:ph idx="11" type="ftr"/>
          </p:nvPr>
        </p:nvSpPr>
        <p:spPr>
          <a:xfrm>
            <a:off x="3228950" y="4927276"/>
            <a:ext cx="2992800" cy="282900"/>
          </a:xfrm>
          <a:prstGeom prst="rect">
            <a:avLst/>
          </a:prstGeom>
          <a:noFill/>
          <a:ln>
            <a:noFill/>
          </a:ln>
        </p:spPr>
        <p:txBody>
          <a:bodyPr anchorCtr="0" anchor="ctr" bIns="35425" lIns="70875" spcFirstLastPara="1" rIns="70875" wrap="square" tIns="3542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213" name="Google Shape;213;g3fa40c21e6a_1_199"/>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14" name="Shape 214"/>
        <p:cNvGrpSpPr/>
        <p:nvPr/>
      </p:nvGrpSpPr>
      <p:grpSpPr>
        <a:xfrm>
          <a:off x="0" y="0"/>
          <a:ext cx="0" cy="0"/>
          <a:chOff x="0" y="0"/>
          <a:chExt cx="0" cy="0"/>
        </a:xfrm>
      </p:grpSpPr>
      <p:sp>
        <p:nvSpPr>
          <p:cNvPr id="215" name="Google Shape;215;g3fa40c21e6a_1_205"/>
          <p:cNvSpPr txBox="1"/>
          <p:nvPr>
            <p:ph type="title"/>
          </p:nvPr>
        </p:nvSpPr>
        <p:spPr>
          <a:xfrm rot="5400000">
            <a:off x="5646857" y="1417692"/>
            <a:ext cx="4536000" cy="2126400"/>
          </a:xfrm>
          <a:prstGeom prst="rect">
            <a:avLst/>
          </a:prstGeom>
          <a:noFill/>
          <a:ln>
            <a:noFill/>
          </a:ln>
        </p:spPr>
        <p:txBody>
          <a:bodyPr anchorCtr="0" anchor="ctr" bIns="35425" lIns="70875" spcFirstLastPara="1" rIns="70875" wrap="square" tIns="3542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6" name="Google Shape;216;g3fa40c21e6a_1_205"/>
          <p:cNvSpPr txBox="1"/>
          <p:nvPr>
            <p:ph idx="1" type="body"/>
          </p:nvPr>
        </p:nvSpPr>
        <p:spPr>
          <a:xfrm rot="5400000">
            <a:off x="1315315" y="-629958"/>
            <a:ext cx="4536000" cy="6221700"/>
          </a:xfrm>
          <a:prstGeom prst="rect">
            <a:avLst/>
          </a:prstGeom>
          <a:noFill/>
          <a:ln>
            <a:noFill/>
          </a:ln>
        </p:spPr>
        <p:txBody>
          <a:bodyPr anchorCtr="0" anchor="t" bIns="35425" lIns="70875" spcFirstLastPara="1" rIns="70875" wrap="square" tIns="3542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217" name="Google Shape;217;g3fa40c21e6a_1_205"/>
          <p:cNvSpPr txBox="1"/>
          <p:nvPr>
            <p:ph idx="10" type="dt"/>
          </p:nvPr>
        </p:nvSpPr>
        <p:spPr>
          <a:xfrm>
            <a:off x="472529" y="4927276"/>
            <a:ext cx="2205000" cy="282900"/>
          </a:xfrm>
          <a:prstGeom prst="rect">
            <a:avLst/>
          </a:prstGeom>
          <a:noFill/>
          <a:ln>
            <a:noFill/>
          </a:ln>
        </p:spPr>
        <p:txBody>
          <a:bodyPr anchorCtr="0" anchor="ctr" bIns="35425" lIns="70875" spcFirstLastPara="1" rIns="70875" wrap="square" tIns="3542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218" name="Google Shape;218;g3fa40c21e6a_1_205"/>
          <p:cNvSpPr txBox="1"/>
          <p:nvPr>
            <p:ph idx="11" type="ftr"/>
          </p:nvPr>
        </p:nvSpPr>
        <p:spPr>
          <a:xfrm>
            <a:off x="3228950" y="4927276"/>
            <a:ext cx="2992800" cy="282900"/>
          </a:xfrm>
          <a:prstGeom prst="rect">
            <a:avLst/>
          </a:prstGeom>
          <a:noFill/>
          <a:ln>
            <a:noFill/>
          </a:ln>
        </p:spPr>
        <p:txBody>
          <a:bodyPr anchorCtr="0" anchor="ctr" bIns="35425" lIns="70875" spcFirstLastPara="1" rIns="70875" wrap="square" tIns="3542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219" name="Google Shape;219;g3fa40c21e6a_1_205"/>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determinado">
  <p:cSld name="TITLE_1">
    <p:bg>
      <p:bgPr>
        <a:solidFill>
          <a:srgbClr val="E6F5F1"/>
        </a:solidFill>
      </p:bgPr>
    </p:bg>
    <p:spTree>
      <p:nvGrpSpPr>
        <p:cNvPr id="220" name="Shape 220"/>
        <p:cNvGrpSpPr/>
        <p:nvPr/>
      </p:nvGrpSpPr>
      <p:grpSpPr>
        <a:xfrm>
          <a:off x="0" y="0"/>
          <a:ext cx="0" cy="0"/>
          <a:chOff x="0" y="0"/>
          <a:chExt cx="0" cy="0"/>
        </a:xfrm>
      </p:grpSpPr>
      <p:sp>
        <p:nvSpPr>
          <p:cNvPr id="221" name="Google Shape;221;g3fa40c21e6a_1_211"/>
          <p:cNvSpPr txBox="1"/>
          <p:nvPr>
            <p:ph type="title"/>
          </p:nvPr>
        </p:nvSpPr>
        <p:spPr>
          <a:xfrm>
            <a:off x="504000" y="28800"/>
            <a:ext cx="9070800" cy="1341000"/>
          </a:xfrm>
          <a:prstGeom prst="rect">
            <a:avLst/>
          </a:prstGeom>
          <a:noFill/>
          <a:ln>
            <a:noFill/>
          </a:ln>
        </p:spPr>
        <p:txBody>
          <a:bodyPr anchorCtr="0" anchor="ctr" bIns="0" lIns="0" spcFirstLastPara="1" rIns="0" wrap="square" tIns="0">
            <a:spAutoFit/>
          </a:bodyPr>
          <a:lstStyle>
            <a:lvl1pPr lvl="0" marR="0" algn="l">
              <a:lnSpc>
                <a:spcPct val="100000"/>
              </a:lnSpc>
              <a:spcBef>
                <a:spcPts val="0"/>
              </a:spcBef>
              <a:spcAft>
                <a:spcPts val="0"/>
              </a:spcAft>
              <a:buClr>
                <a:srgbClr val="000000"/>
              </a:buClr>
              <a:buSzPts val="4400"/>
              <a:buFont typeface="Arial"/>
              <a:buNone/>
              <a:defRPr b="0" i="0" sz="4400" u="none" cap="none" strike="noStrike">
                <a:solidFill>
                  <a:srgbClr val="000000"/>
                </a:solidFill>
                <a:latin typeface="Arial"/>
                <a:ea typeface="Arial"/>
                <a:cs typeface="Arial"/>
                <a:sym typeface="Arial"/>
              </a:defRPr>
            </a:lvl1pPr>
            <a:lvl2pPr lvl="1" marR="0" algn="l">
              <a:spcBef>
                <a:spcPts val="0"/>
              </a:spcBef>
              <a:spcAft>
                <a:spcPts val="0"/>
              </a:spcAft>
              <a:buSzPts val="1100"/>
              <a:buNone/>
              <a:defRPr b="0" i="0" sz="1800" u="none" cap="none" strike="noStrike"/>
            </a:lvl2pPr>
            <a:lvl3pPr lvl="2" marR="0" algn="l">
              <a:spcBef>
                <a:spcPts val="0"/>
              </a:spcBef>
              <a:spcAft>
                <a:spcPts val="0"/>
              </a:spcAft>
              <a:buSzPts val="1100"/>
              <a:buNone/>
              <a:defRPr b="0" i="0" sz="1800" u="none" cap="none" strike="noStrike"/>
            </a:lvl3pPr>
            <a:lvl4pPr lvl="3" marR="0" algn="l">
              <a:spcBef>
                <a:spcPts val="0"/>
              </a:spcBef>
              <a:spcAft>
                <a:spcPts val="0"/>
              </a:spcAft>
              <a:buSzPts val="1100"/>
              <a:buNone/>
              <a:defRPr b="0" i="0" sz="1800" u="none" cap="none" strike="noStrike"/>
            </a:lvl4pPr>
            <a:lvl5pPr lvl="4" marR="0" algn="l">
              <a:spcBef>
                <a:spcPts val="0"/>
              </a:spcBef>
              <a:spcAft>
                <a:spcPts val="0"/>
              </a:spcAft>
              <a:buSzPts val="1100"/>
              <a:buNone/>
              <a:defRPr b="0" i="0" sz="1800" u="none" cap="none" strike="noStrike"/>
            </a:lvl5pPr>
            <a:lvl6pPr lvl="5" marR="0" algn="l">
              <a:spcBef>
                <a:spcPts val="0"/>
              </a:spcBef>
              <a:spcAft>
                <a:spcPts val="0"/>
              </a:spcAft>
              <a:buSzPts val="1100"/>
              <a:buNone/>
              <a:defRPr b="0" i="0" sz="1800" u="none" cap="none" strike="noStrike"/>
            </a:lvl6pPr>
            <a:lvl7pPr lvl="6" marR="0" algn="l">
              <a:spcBef>
                <a:spcPts val="0"/>
              </a:spcBef>
              <a:spcAft>
                <a:spcPts val="0"/>
              </a:spcAft>
              <a:buSzPts val="1100"/>
              <a:buNone/>
              <a:defRPr b="0" i="0" sz="1800" u="none" cap="none" strike="noStrike"/>
            </a:lvl7pPr>
            <a:lvl8pPr lvl="7" marR="0" algn="l">
              <a:spcBef>
                <a:spcPts val="0"/>
              </a:spcBef>
              <a:spcAft>
                <a:spcPts val="0"/>
              </a:spcAft>
              <a:buSzPts val="1100"/>
              <a:buNone/>
              <a:defRPr b="0" i="0" sz="1800" u="none" cap="none" strike="noStrike"/>
            </a:lvl8pPr>
            <a:lvl9pPr lvl="8" marR="0" algn="l">
              <a:spcBef>
                <a:spcPts val="0"/>
              </a:spcBef>
              <a:spcAft>
                <a:spcPts val="0"/>
              </a:spcAft>
              <a:buSzPts val="1100"/>
              <a:buNone/>
              <a:defRPr b="0" i="0" sz="1800" u="none" cap="none" strike="noStrike"/>
            </a:lvl9pPr>
          </a:lstStyle>
          <a:p/>
        </p:txBody>
      </p:sp>
      <p:sp>
        <p:nvSpPr>
          <p:cNvPr id="222" name="Google Shape;222;g3fa40c21e6a_1_211"/>
          <p:cNvSpPr txBox="1"/>
          <p:nvPr>
            <p:ph idx="11" type="ftr"/>
          </p:nvPr>
        </p:nvSpPr>
        <p:spPr>
          <a:xfrm>
            <a:off x="3447360" y="5165280"/>
            <a:ext cx="3194400" cy="390000"/>
          </a:xfrm>
          <a:prstGeom prst="rect">
            <a:avLst/>
          </a:prstGeom>
          <a:noFill/>
          <a:ln>
            <a:noFill/>
          </a:ln>
        </p:spPr>
        <p:txBody>
          <a:bodyPr anchorCtr="0" anchor="t" bIns="0" lIns="0" spcFirstLastPara="1" rIns="0" wrap="square" tIns="0">
            <a:noAutofit/>
          </a:bodyPr>
          <a:lstStyle>
            <a:lvl1pPr lvl="0" marR="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algn="l">
              <a:spcBef>
                <a:spcPts val="0"/>
              </a:spcBef>
              <a:spcAft>
                <a:spcPts val="0"/>
              </a:spcAft>
              <a:buSzPts val="1400"/>
              <a:buNone/>
              <a:defRPr b="0" i="0" sz="1800" u="none" cap="none" strike="noStrike"/>
            </a:lvl2pPr>
            <a:lvl3pPr lvl="2" marR="0" algn="l">
              <a:spcBef>
                <a:spcPts val="0"/>
              </a:spcBef>
              <a:spcAft>
                <a:spcPts val="0"/>
              </a:spcAft>
              <a:buSzPts val="1400"/>
              <a:buNone/>
              <a:defRPr b="0" i="0" sz="1800" u="none" cap="none" strike="noStrike"/>
            </a:lvl3pPr>
            <a:lvl4pPr lvl="3" marR="0" algn="l">
              <a:spcBef>
                <a:spcPts val="0"/>
              </a:spcBef>
              <a:spcAft>
                <a:spcPts val="0"/>
              </a:spcAft>
              <a:buSzPts val="1400"/>
              <a:buNone/>
              <a:defRPr b="0" i="0" sz="1800" u="none" cap="none" strike="noStrike"/>
            </a:lvl4pPr>
            <a:lvl5pPr lvl="4" marR="0" algn="l">
              <a:spcBef>
                <a:spcPts val="0"/>
              </a:spcBef>
              <a:spcAft>
                <a:spcPts val="0"/>
              </a:spcAft>
              <a:buSzPts val="1400"/>
              <a:buNone/>
              <a:defRPr b="0" i="0" sz="1800" u="none" cap="none" strike="noStrike"/>
            </a:lvl5pPr>
            <a:lvl6pPr lvl="5" marR="0" algn="l">
              <a:spcBef>
                <a:spcPts val="0"/>
              </a:spcBef>
              <a:spcAft>
                <a:spcPts val="0"/>
              </a:spcAft>
              <a:buSzPts val="1400"/>
              <a:buNone/>
              <a:defRPr b="0" i="0" sz="1800" u="none" cap="none" strike="noStrike"/>
            </a:lvl6pPr>
            <a:lvl7pPr lvl="6" marR="0" algn="l">
              <a:spcBef>
                <a:spcPts val="0"/>
              </a:spcBef>
              <a:spcAft>
                <a:spcPts val="0"/>
              </a:spcAft>
              <a:buSzPts val="1400"/>
              <a:buNone/>
              <a:defRPr b="0" i="0" sz="1800" u="none" cap="none" strike="noStrike"/>
            </a:lvl7pPr>
            <a:lvl8pPr lvl="7" marR="0" algn="l">
              <a:spcBef>
                <a:spcPts val="0"/>
              </a:spcBef>
              <a:spcAft>
                <a:spcPts val="0"/>
              </a:spcAft>
              <a:buSzPts val="1400"/>
              <a:buNone/>
              <a:defRPr b="0" i="0" sz="1800" u="none" cap="none" strike="noStrike"/>
            </a:lvl8pPr>
            <a:lvl9pPr lvl="8" marR="0" algn="l">
              <a:spcBef>
                <a:spcPts val="0"/>
              </a:spcBef>
              <a:spcAft>
                <a:spcPts val="0"/>
              </a:spcAft>
              <a:buSzPts val="1400"/>
              <a:buNone/>
              <a:defRPr b="0" i="0" sz="1800" u="none" cap="none" strike="noStrike"/>
            </a:lvl9pPr>
          </a:lstStyle>
          <a:p/>
        </p:txBody>
      </p:sp>
      <p:sp>
        <p:nvSpPr>
          <p:cNvPr id="223" name="Google Shape;223;g3fa40c21e6a_1_211"/>
          <p:cNvSpPr txBox="1"/>
          <p:nvPr>
            <p:ph idx="12" type="sldNum"/>
          </p:nvPr>
        </p:nvSpPr>
        <p:spPr>
          <a:xfrm>
            <a:off x="7227360" y="5165280"/>
            <a:ext cx="2347500" cy="3900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indent="0" lvl="1"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2pPr>
            <a:lvl3pPr indent="0" lvl="2"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3pPr>
            <a:lvl4pPr indent="0" lvl="3"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4pPr>
            <a:lvl5pPr indent="0" lvl="4"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5pPr>
            <a:lvl6pPr indent="0" lvl="5"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6pPr>
            <a:lvl7pPr indent="0" lvl="6"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7pPr>
            <a:lvl8pPr indent="0" lvl="7"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8pPr>
            <a:lvl9pPr indent="0" lvl="8"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ES"/>
              <a:t>‹#›</a:t>
            </a:fld>
            <a:endParaRPr/>
          </a:p>
        </p:txBody>
      </p:sp>
      <p:sp>
        <p:nvSpPr>
          <p:cNvPr id="224" name="Google Shape;224;g3fa40c21e6a_1_211"/>
          <p:cNvSpPr txBox="1"/>
          <p:nvPr>
            <p:ph idx="10" type="dt"/>
          </p:nvPr>
        </p:nvSpPr>
        <p:spPr>
          <a:xfrm>
            <a:off x="504000" y="5165280"/>
            <a:ext cx="2347500" cy="3900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algn="l">
              <a:spcBef>
                <a:spcPts val="0"/>
              </a:spcBef>
              <a:spcAft>
                <a:spcPts val="0"/>
              </a:spcAft>
              <a:buSzPts val="1400"/>
              <a:buNone/>
              <a:defRPr b="0" i="0" sz="1800" u="none" cap="none" strike="noStrike"/>
            </a:lvl2pPr>
            <a:lvl3pPr lvl="2" marR="0" algn="l">
              <a:spcBef>
                <a:spcPts val="0"/>
              </a:spcBef>
              <a:spcAft>
                <a:spcPts val="0"/>
              </a:spcAft>
              <a:buSzPts val="1400"/>
              <a:buNone/>
              <a:defRPr b="0" i="0" sz="1800" u="none" cap="none" strike="noStrike"/>
            </a:lvl3pPr>
            <a:lvl4pPr lvl="3" marR="0" algn="l">
              <a:spcBef>
                <a:spcPts val="0"/>
              </a:spcBef>
              <a:spcAft>
                <a:spcPts val="0"/>
              </a:spcAft>
              <a:buSzPts val="1400"/>
              <a:buNone/>
              <a:defRPr b="0" i="0" sz="1800" u="none" cap="none" strike="noStrike"/>
            </a:lvl4pPr>
            <a:lvl5pPr lvl="4" marR="0" algn="l">
              <a:spcBef>
                <a:spcPts val="0"/>
              </a:spcBef>
              <a:spcAft>
                <a:spcPts val="0"/>
              </a:spcAft>
              <a:buSzPts val="1400"/>
              <a:buNone/>
              <a:defRPr b="0" i="0" sz="1800" u="none" cap="none" strike="noStrike"/>
            </a:lvl5pPr>
            <a:lvl6pPr lvl="5" marR="0" algn="l">
              <a:spcBef>
                <a:spcPts val="0"/>
              </a:spcBef>
              <a:spcAft>
                <a:spcPts val="0"/>
              </a:spcAft>
              <a:buSzPts val="1400"/>
              <a:buNone/>
              <a:defRPr b="0" i="0" sz="1800" u="none" cap="none" strike="noStrike"/>
            </a:lvl6pPr>
            <a:lvl7pPr lvl="6" marR="0" algn="l">
              <a:spcBef>
                <a:spcPts val="0"/>
              </a:spcBef>
              <a:spcAft>
                <a:spcPts val="0"/>
              </a:spcAft>
              <a:buSzPts val="1400"/>
              <a:buNone/>
              <a:defRPr b="0" i="0" sz="1800" u="none" cap="none" strike="noStrike"/>
            </a:lvl7pPr>
            <a:lvl8pPr lvl="7" marR="0" algn="l">
              <a:spcBef>
                <a:spcPts val="0"/>
              </a:spcBef>
              <a:spcAft>
                <a:spcPts val="0"/>
              </a:spcAft>
              <a:buSzPts val="1400"/>
              <a:buNone/>
              <a:defRPr b="0" i="0" sz="1800" u="none" cap="none" strike="noStrike"/>
            </a:lvl8pPr>
            <a:lvl9pPr lvl="8" marR="0" algn="l">
              <a:spcBef>
                <a:spcPts val="0"/>
              </a:spcBef>
              <a:spcAft>
                <a:spcPts val="0"/>
              </a:spcAft>
              <a:buSzPts val="1400"/>
              <a:buNone/>
              <a:defRPr b="0" i="0" sz="1800" u="none" cap="none" strike="noStrike"/>
            </a:lvl9pPr>
          </a:lstStyle>
          <a:p/>
        </p:txBody>
      </p:sp>
      <p:sp>
        <p:nvSpPr>
          <p:cNvPr id="225" name="Google Shape;225;g3fa40c21e6a_1_211"/>
          <p:cNvSpPr txBox="1"/>
          <p:nvPr>
            <p:ph idx="1" type="body"/>
          </p:nvPr>
        </p:nvSpPr>
        <p:spPr>
          <a:xfrm>
            <a:off x="504000" y="1326600"/>
            <a:ext cx="9071700" cy="3288300"/>
          </a:xfrm>
          <a:prstGeom prst="rect">
            <a:avLst/>
          </a:prstGeom>
          <a:noFill/>
          <a:ln>
            <a:noFill/>
          </a:ln>
        </p:spPr>
        <p:txBody>
          <a:bodyPr anchorCtr="0" anchor="t" bIns="0" lIns="0" spcFirstLastPara="1" rIns="0" wrap="square" tIns="0">
            <a:normAutofit/>
          </a:bodyPr>
          <a:lstStyle>
            <a:lvl1pPr indent="-320040" lvl="0" marL="457200" marR="0" algn="l">
              <a:lnSpc>
                <a:spcPct val="100000"/>
              </a:lnSpc>
              <a:spcBef>
                <a:spcPts val="1417"/>
              </a:spcBef>
              <a:spcAft>
                <a:spcPts val="0"/>
              </a:spcAft>
              <a:buClr>
                <a:srgbClr val="000000"/>
              </a:buClr>
              <a:buSzPts val="1440"/>
              <a:buFont typeface="Noto Sans Symbols"/>
              <a:buChar char="●"/>
              <a:defRPr b="0" i="0" sz="3200" u="none" cap="none" strike="noStrike">
                <a:solidFill>
                  <a:srgbClr val="000000"/>
                </a:solidFill>
                <a:latin typeface="Arial"/>
                <a:ea typeface="Arial"/>
                <a:cs typeface="Arial"/>
                <a:sym typeface="Arial"/>
              </a:defRPr>
            </a:lvl1pPr>
            <a:lvl2pPr indent="-361950" lvl="1" marL="914400" marR="0" algn="l">
              <a:lnSpc>
                <a:spcPct val="100000"/>
              </a:lnSpc>
              <a:spcBef>
                <a:spcPts val="1134"/>
              </a:spcBef>
              <a:spcAft>
                <a:spcPts val="0"/>
              </a:spcAft>
              <a:buClr>
                <a:srgbClr val="000000"/>
              </a:buClr>
              <a:buSzPts val="2100"/>
              <a:buFont typeface="Noto Sans Symbols"/>
              <a:buChar char="−"/>
              <a:defRPr b="0" i="0" sz="2800" u="none" cap="none" strike="noStrike">
                <a:solidFill>
                  <a:srgbClr val="000000"/>
                </a:solidFill>
                <a:latin typeface="Arial"/>
                <a:ea typeface="Arial"/>
                <a:cs typeface="Arial"/>
                <a:sym typeface="Arial"/>
              </a:defRPr>
            </a:lvl2pPr>
            <a:lvl3pPr indent="-297180" lvl="2" marL="1371600" marR="0" algn="l">
              <a:lnSpc>
                <a:spcPct val="100000"/>
              </a:lnSpc>
              <a:spcBef>
                <a:spcPts val="850"/>
              </a:spcBef>
              <a:spcAft>
                <a:spcPts val="0"/>
              </a:spcAft>
              <a:buClr>
                <a:srgbClr val="000000"/>
              </a:buClr>
              <a:buSzPts val="1080"/>
              <a:buFont typeface="Noto Sans Symbols"/>
              <a:buChar char="●"/>
              <a:defRPr b="0" i="0" sz="2400" u="none" cap="none" strike="noStrike">
                <a:solidFill>
                  <a:srgbClr val="000000"/>
                </a:solidFill>
                <a:latin typeface="Arial"/>
                <a:ea typeface="Arial"/>
                <a:cs typeface="Arial"/>
                <a:sym typeface="Arial"/>
              </a:defRPr>
            </a:lvl3pPr>
            <a:lvl4pPr indent="-323850" lvl="3" marL="1828800" marR="0" algn="l">
              <a:lnSpc>
                <a:spcPct val="100000"/>
              </a:lnSpc>
              <a:spcBef>
                <a:spcPts val="567"/>
              </a:spcBef>
              <a:spcAft>
                <a:spcPts val="0"/>
              </a:spcAft>
              <a:buClr>
                <a:srgbClr val="000000"/>
              </a:buClr>
              <a:buSzPts val="1500"/>
              <a:buFont typeface="Noto Sans Symbols"/>
              <a:buChar char="−"/>
              <a:defRPr b="0" i="0" sz="2000" u="none" cap="none" strike="noStrike">
                <a:solidFill>
                  <a:srgbClr val="000000"/>
                </a:solidFill>
                <a:latin typeface="Arial"/>
                <a:ea typeface="Arial"/>
                <a:cs typeface="Arial"/>
                <a:sym typeface="Arial"/>
              </a:defRPr>
            </a:lvl4pPr>
            <a:lvl5pPr indent="-285750" lvl="4" marL="2286000" marR="0" algn="l">
              <a:lnSpc>
                <a:spcPct val="100000"/>
              </a:lnSpc>
              <a:spcBef>
                <a:spcPts val="283"/>
              </a:spcBef>
              <a:spcAft>
                <a:spcPts val="0"/>
              </a:spcAft>
              <a:buClr>
                <a:srgbClr val="000000"/>
              </a:buClr>
              <a:buSzPts val="900"/>
              <a:buFont typeface="Noto Sans Symbols"/>
              <a:buChar char="●"/>
              <a:defRPr b="0" i="0" sz="2000" u="none" cap="none" strike="noStrike">
                <a:solidFill>
                  <a:srgbClr val="000000"/>
                </a:solidFill>
                <a:latin typeface="Arial"/>
                <a:ea typeface="Arial"/>
                <a:cs typeface="Arial"/>
                <a:sym typeface="Arial"/>
              </a:defRPr>
            </a:lvl5pPr>
            <a:lvl6pPr indent="-285750" lvl="5" marL="2743200" marR="0" algn="l">
              <a:lnSpc>
                <a:spcPct val="100000"/>
              </a:lnSpc>
              <a:spcBef>
                <a:spcPts val="283"/>
              </a:spcBef>
              <a:spcAft>
                <a:spcPts val="0"/>
              </a:spcAft>
              <a:buClr>
                <a:srgbClr val="000000"/>
              </a:buClr>
              <a:buSzPts val="900"/>
              <a:buFont typeface="Noto Sans Symbols"/>
              <a:buChar char="●"/>
              <a:defRPr b="0" i="0" sz="2000" u="none" cap="none" strike="noStrike">
                <a:solidFill>
                  <a:srgbClr val="000000"/>
                </a:solidFill>
                <a:latin typeface="Arial"/>
                <a:ea typeface="Arial"/>
                <a:cs typeface="Arial"/>
                <a:sym typeface="Arial"/>
              </a:defRPr>
            </a:lvl6pPr>
            <a:lvl7pPr indent="-285750" lvl="6" marL="3200400" marR="0" algn="l">
              <a:lnSpc>
                <a:spcPct val="100000"/>
              </a:lnSpc>
              <a:spcBef>
                <a:spcPts val="283"/>
              </a:spcBef>
              <a:spcAft>
                <a:spcPts val="0"/>
              </a:spcAft>
              <a:buClr>
                <a:srgbClr val="000000"/>
              </a:buClr>
              <a:buSzPts val="900"/>
              <a:buFont typeface="Noto Sans Symbols"/>
              <a:buChar char="●"/>
              <a:defRPr b="0" i="0" sz="2000" u="none" cap="none" strike="noStrike">
                <a:solidFill>
                  <a:srgbClr val="000000"/>
                </a:solidFill>
                <a:latin typeface="Arial"/>
                <a:ea typeface="Arial"/>
                <a:cs typeface="Arial"/>
                <a:sym typeface="Arial"/>
              </a:defRPr>
            </a:lvl7pPr>
            <a:lvl8pPr indent="-228600" lvl="7" marL="3657600" marR="0" algn="l">
              <a:spcBef>
                <a:spcPts val="400"/>
              </a:spcBef>
              <a:spcAft>
                <a:spcPts val="0"/>
              </a:spcAft>
              <a:buSzPts val="2100"/>
              <a:buNone/>
              <a:defRPr b="0" i="0" sz="1800" u="none" cap="none" strike="noStrike"/>
            </a:lvl8pPr>
            <a:lvl9pPr indent="-228600" lvl="8" marL="4114800" marR="0" algn="l">
              <a:spcBef>
                <a:spcPts val="400"/>
              </a:spcBef>
              <a:spcAft>
                <a:spcPts val="0"/>
              </a:spcAft>
              <a:buSzPts val="2100"/>
              <a:buNone/>
              <a:defRPr b="0" i="0" sz="1800" u="none" cap="none" strike="noStrike"/>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determinado 1" type="tx">
  <p:cSld name="TITLE_AND_BODY">
    <p:bg>
      <p:bgPr>
        <a:solidFill>
          <a:srgbClr val="E6F5F1"/>
        </a:solidFill>
      </p:bgPr>
    </p:bg>
    <p:spTree>
      <p:nvGrpSpPr>
        <p:cNvPr id="226" name="Shape 226"/>
        <p:cNvGrpSpPr/>
        <p:nvPr/>
      </p:nvGrpSpPr>
      <p:grpSpPr>
        <a:xfrm>
          <a:off x="0" y="0"/>
          <a:ext cx="0" cy="0"/>
          <a:chOff x="0" y="0"/>
          <a:chExt cx="0" cy="0"/>
        </a:xfrm>
      </p:grpSpPr>
      <p:sp>
        <p:nvSpPr>
          <p:cNvPr id="227" name="Google Shape;227;g3fa40c21e6a_1_217"/>
          <p:cNvSpPr txBox="1"/>
          <p:nvPr>
            <p:ph type="title"/>
          </p:nvPr>
        </p:nvSpPr>
        <p:spPr>
          <a:xfrm>
            <a:off x="504000" y="28800"/>
            <a:ext cx="9070800" cy="1341000"/>
          </a:xfrm>
          <a:prstGeom prst="rect">
            <a:avLst/>
          </a:prstGeom>
          <a:noFill/>
          <a:ln>
            <a:noFill/>
          </a:ln>
        </p:spPr>
        <p:txBody>
          <a:bodyPr anchorCtr="0" anchor="ctr" bIns="0" lIns="0" spcFirstLastPara="1" rIns="0" wrap="square" tIns="0">
            <a:spAutoFit/>
          </a:bodyPr>
          <a:lstStyle>
            <a:lvl1pPr lvl="0" marR="0" algn="l">
              <a:lnSpc>
                <a:spcPct val="100000"/>
              </a:lnSpc>
              <a:spcBef>
                <a:spcPts val="0"/>
              </a:spcBef>
              <a:spcAft>
                <a:spcPts val="0"/>
              </a:spcAft>
              <a:buClr>
                <a:srgbClr val="000000"/>
              </a:buClr>
              <a:buSzPts val="4400"/>
              <a:buFont typeface="Arial"/>
              <a:buNone/>
              <a:defRPr b="0" i="0" sz="4400" u="none" cap="none" strike="noStrike">
                <a:solidFill>
                  <a:srgbClr val="000000"/>
                </a:solidFill>
                <a:latin typeface="Arial"/>
                <a:ea typeface="Arial"/>
                <a:cs typeface="Arial"/>
                <a:sym typeface="Arial"/>
              </a:defRPr>
            </a:lvl1pPr>
            <a:lvl2pPr lvl="1" marR="0" algn="l">
              <a:spcBef>
                <a:spcPts val="0"/>
              </a:spcBef>
              <a:spcAft>
                <a:spcPts val="0"/>
              </a:spcAft>
              <a:buSzPts val="1100"/>
              <a:buNone/>
              <a:defRPr b="0" i="0" sz="1800" u="none" cap="none" strike="noStrike"/>
            </a:lvl2pPr>
            <a:lvl3pPr lvl="2" marR="0" algn="l">
              <a:spcBef>
                <a:spcPts val="0"/>
              </a:spcBef>
              <a:spcAft>
                <a:spcPts val="0"/>
              </a:spcAft>
              <a:buSzPts val="1100"/>
              <a:buNone/>
              <a:defRPr b="0" i="0" sz="1800" u="none" cap="none" strike="noStrike"/>
            </a:lvl3pPr>
            <a:lvl4pPr lvl="3" marR="0" algn="l">
              <a:spcBef>
                <a:spcPts val="0"/>
              </a:spcBef>
              <a:spcAft>
                <a:spcPts val="0"/>
              </a:spcAft>
              <a:buSzPts val="1100"/>
              <a:buNone/>
              <a:defRPr b="0" i="0" sz="1800" u="none" cap="none" strike="noStrike"/>
            </a:lvl4pPr>
            <a:lvl5pPr lvl="4" marR="0" algn="l">
              <a:spcBef>
                <a:spcPts val="0"/>
              </a:spcBef>
              <a:spcAft>
                <a:spcPts val="0"/>
              </a:spcAft>
              <a:buSzPts val="1100"/>
              <a:buNone/>
              <a:defRPr b="0" i="0" sz="1800" u="none" cap="none" strike="noStrike"/>
            </a:lvl5pPr>
            <a:lvl6pPr lvl="5" marR="0" algn="l">
              <a:spcBef>
                <a:spcPts val="0"/>
              </a:spcBef>
              <a:spcAft>
                <a:spcPts val="0"/>
              </a:spcAft>
              <a:buSzPts val="1100"/>
              <a:buNone/>
              <a:defRPr b="0" i="0" sz="1800" u="none" cap="none" strike="noStrike"/>
            </a:lvl6pPr>
            <a:lvl7pPr lvl="6" marR="0" algn="l">
              <a:spcBef>
                <a:spcPts val="0"/>
              </a:spcBef>
              <a:spcAft>
                <a:spcPts val="0"/>
              </a:spcAft>
              <a:buSzPts val="1100"/>
              <a:buNone/>
              <a:defRPr b="0" i="0" sz="1800" u="none" cap="none" strike="noStrike"/>
            </a:lvl7pPr>
            <a:lvl8pPr lvl="7" marR="0" algn="l">
              <a:spcBef>
                <a:spcPts val="0"/>
              </a:spcBef>
              <a:spcAft>
                <a:spcPts val="0"/>
              </a:spcAft>
              <a:buSzPts val="1100"/>
              <a:buNone/>
              <a:defRPr b="0" i="0" sz="1800" u="none" cap="none" strike="noStrike"/>
            </a:lvl8pPr>
            <a:lvl9pPr lvl="8" marR="0" algn="l">
              <a:spcBef>
                <a:spcPts val="0"/>
              </a:spcBef>
              <a:spcAft>
                <a:spcPts val="0"/>
              </a:spcAft>
              <a:buSzPts val="1100"/>
              <a:buNone/>
              <a:defRPr b="0" i="0" sz="1800" u="none" cap="none" strike="noStrike"/>
            </a:lvl9pPr>
          </a:lstStyle>
          <a:p/>
        </p:txBody>
      </p:sp>
      <p:sp>
        <p:nvSpPr>
          <p:cNvPr id="228" name="Google Shape;228;g3fa40c21e6a_1_217"/>
          <p:cNvSpPr txBox="1"/>
          <p:nvPr>
            <p:ph idx="1" type="body"/>
          </p:nvPr>
        </p:nvSpPr>
        <p:spPr>
          <a:xfrm>
            <a:off x="504000" y="1326600"/>
            <a:ext cx="9070800" cy="3287400"/>
          </a:xfrm>
          <a:prstGeom prst="rect">
            <a:avLst/>
          </a:prstGeom>
          <a:noFill/>
          <a:ln>
            <a:noFill/>
          </a:ln>
        </p:spPr>
        <p:txBody>
          <a:bodyPr anchorCtr="0" anchor="t" bIns="0" lIns="0" spcFirstLastPara="1" rIns="0" wrap="square" tIns="0">
            <a:normAutofit/>
          </a:bodyPr>
          <a:lstStyle>
            <a:lvl1pPr indent="-320040" lvl="0" marL="457200" marR="0" algn="l">
              <a:lnSpc>
                <a:spcPct val="100000"/>
              </a:lnSpc>
              <a:spcBef>
                <a:spcPts val="1417"/>
              </a:spcBef>
              <a:spcAft>
                <a:spcPts val="0"/>
              </a:spcAft>
              <a:buClr>
                <a:srgbClr val="000000"/>
              </a:buClr>
              <a:buSzPts val="1440"/>
              <a:buFont typeface="Noto Sans Symbols"/>
              <a:buChar char="●"/>
              <a:defRPr b="0" i="0" sz="3200" u="none" cap="none" strike="noStrike">
                <a:solidFill>
                  <a:srgbClr val="000000"/>
                </a:solidFill>
                <a:latin typeface="Arial"/>
                <a:ea typeface="Arial"/>
                <a:cs typeface="Arial"/>
                <a:sym typeface="Arial"/>
              </a:defRPr>
            </a:lvl1pPr>
            <a:lvl2pPr indent="-381000" lvl="1" marL="914400" marR="0" algn="l">
              <a:lnSpc>
                <a:spcPct val="100000"/>
              </a:lnSpc>
              <a:spcBef>
                <a:spcPts val="1134"/>
              </a:spcBef>
              <a:spcAft>
                <a:spcPts val="0"/>
              </a:spcAft>
              <a:buClr>
                <a:srgbClr val="000000"/>
              </a:buClr>
              <a:buSzPts val="2400"/>
              <a:buFont typeface="Noto Sans Symbols"/>
              <a:buChar char="−"/>
              <a:defRPr b="0" i="0" sz="3200" u="none" cap="none" strike="noStrike">
                <a:solidFill>
                  <a:srgbClr val="000000"/>
                </a:solidFill>
                <a:latin typeface="Arial"/>
                <a:ea typeface="Arial"/>
                <a:cs typeface="Arial"/>
                <a:sym typeface="Arial"/>
              </a:defRPr>
            </a:lvl2pPr>
            <a:lvl3pPr indent="-320040" lvl="2" marL="1371600" marR="0" algn="l">
              <a:lnSpc>
                <a:spcPct val="100000"/>
              </a:lnSpc>
              <a:spcBef>
                <a:spcPts val="850"/>
              </a:spcBef>
              <a:spcAft>
                <a:spcPts val="0"/>
              </a:spcAft>
              <a:buClr>
                <a:srgbClr val="000000"/>
              </a:buClr>
              <a:buSzPts val="1440"/>
              <a:buFont typeface="Noto Sans Symbols"/>
              <a:buChar char="●"/>
              <a:defRPr b="0" i="0" sz="3200" u="none" cap="none" strike="noStrike">
                <a:solidFill>
                  <a:srgbClr val="000000"/>
                </a:solidFill>
                <a:latin typeface="Arial"/>
                <a:ea typeface="Arial"/>
                <a:cs typeface="Arial"/>
                <a:sym typeface="Arial"/>
              </a:defRPr>
            </a:lvl3pPr>
            <a:lvl4pPr indent="-381000" lvl="3" marL="1828800" marR="0" algn="l">
              <a:lnSpc>
                <a:spcPct val="100000"/>
              </a:lnSpc>
              <a:spcBef>
                <a:spcPts val="567"/>
              </a:spcBef>
              <a:spcAft>
                <a:spcPts val="0"/>
              </a:spcAft>
              <a:buClr>
                <a:srgbClr val="000000"/>
              </a:buClr>
              <a:buSzPts val="2400"/>
              <a:buFont typeface="Noto Sans Symbols"/>
              <a:buChar char="−"/>
              <a:defRPr b="0" i="0" sz="3200" u="none" cap="none" strike="noStrike">
                <a:solidFill>
                  <a:srgbClr val="000000"/>
                </a:solidFill>
                <a:latin typeface="Arial"/>
                <a:ea typeface="Arial"/>
                <a:cs typeface="Arial"/>
                <a:sym typeface="Arial"/>
              </a:defRPr>
            </a:lvl4pPr>
            <a:lvl5pPr indent="-320040" lvl="4" marL="2286000" marR="0" algn="l">
              <a:lnSpc>
                <a:spcPct val="100000"/>
              </a:lnSpc>
              <a:spcBef>
                <a:spcPts val="283"/>
              </a:spcBef>
              <a:spcAft>
                <a:spcPts val="0"/>
              </a:spcAft>
              <a:buClr>
                <a:srgbClr val="000000"/>
              </a:buClr>
              <a:buSzPts val="1440"/>
              <a:buFont typeface="Noto Sans Symbols"/>
              <a:buChar char="●"/>
              <a:defRPr b="0" i="0" sz="3200" u="none" cap="none" strike="noStrike">
                <a:solidFill>
                  <a:srgbClr val="000000"/>
                </a:solidFill>
                <a:latin typeface="Arial"/>
                <a:ea typeface="Arial"/>
                <a:cs typeface="Arial"/>
                <a:sym typeface="Arial"/>
              </a:defRPr>
            </a:lvl5pPr>
            <a:lvl6pPr indent="-320040" lvl="5" marL="2743200" marR="0" algn="l">
              <a:lnSpc>
                <a:spcPct val="100000"/>
              </a:lnSpc>
              <a:spcBef>
                <a:spcPts val="283"/>
              </a:spcBef>
              <a:spcAft>
                <a:spcPts val="0"/>
              </a:spcAft>
              <a:buClr>
                <a:srgbClr val="000000"/>
              </a:buClr>
              <a:buSzPts val="1440"/>
              <a:buFont typeface="Noto Sans Symbols"/>
              <a:buChar char="●"/>
              <a:defRPr b="0" i="0" sz="3200" u="none" cap="none" strike="noStrike">
                <a:solidFill>
                  <a:srgbClr val="000000"/>
                </a:solidFill>
                <a:latin typeface="Arial"/>
                <a:ea typeface="Arial"/>
                <a:cs typeface="Arial"/>
                <a:sym typeface="Arial"/>
              </a:defRPr>
            </a:lvl6pPr>
            <a:lvl7pPr indent="-320040" lvl="6" marL="3200400" marR="0" algn="l">
              <a:lnSpc>
                <a:spcPct val="100000"/>
              </a:lnSpc>
              <a:spcBef>
                <a:spcPts val="283"/>
              </a:spcBef>
              <a:spcAft>
                <a:spcPts val="0"/>
              </a:spcAft>
              <a:buClr>
                <a:srgbClr val="000000"/>
              </a:buClr>
              <a:buSzPts val="1440"/>
              <a:buFont typeface="Noto Sans Symbols"/>
              <a:buChar char="●"/>
              <a:defRPr b="0" i="0" sz="3200" u="none" cap="none" strike="noStrike">
                <a:solidFill>
                  <a:srgbClr val="000000"/>
                </a:solidFill>
                <a:latin typeface="Arial"/>
                <a:ea typeface="Arial"/>
                <a:cs typeface="Arial"/>
                <a:sym typeface="Arial"/>
              </a:defRPr>
            </a:lvl7pPr>
            <a:lvl8pPr indent="-228600" lvl="7" marL="3657600" marR="0" algn="l">
              <a:spcBef>
                <a:spcPts val="400"/>
              </a:spcBef>
              <a:spcAft>
                <a:spcPts val="0"/>
              </a:spcAft>
              <a:buSzPts val="2100"/>
              <a:buNone/>
              <a:defRPr b="0" i="0" sz="1800" u="none" cap="none" strike="noStrike"/>
            </a:lvl8pPr>
            <a:lvl9pPr indent="-228600" lvl="8" marL="4114800" marR="0" algn="l">
              <a:spcBef>
                <a:spcPts val="400"/>
              </a:spcBef>
              <a:spcAft>
                <a:spcPts val="0"/>
              </a:spcAft>
              <a:buSzPts val="2100"/>
              <a:buNone/>
              <a:defRPr b="0" i="0" sz="1800" u="none" cap="none" strike="noStrike"/>
            </a:lvl9pPr>
          </a:lstStyle>
          <a:p/>
        </p:txBody>
      </p:sp>
      <p:sp>
        <p:nvSpPr>
          <p:cNvPr id="229" name="Google Shape;229;g3fa40c21e6a_1_217"/>
          <p:cNvSpPr txBox="1"/>
          <p:nvPr>
            <p:ph idx="11" type="ftr"/>
          </p:nvPr>
        </p:nvSpPr>
        <p:spPr>
          <a:xfrm>
            <a:off x="3447360" y="5165280"/>
            <a:ext cx="3194400" cy="390000"/>
          </a:xfrm>
          <a:prstGeom prst="rect">
            <a:avLst/>
          </a:prstGeom>
          <a:noFill/>
          <a:ln>
            <a:noFill/>
          </a:ln>
        </p:spPr>
        <p:txBody>
          <a:bodyPr anchorCtr="0" anchor="t" bIns="0" lIns="0" spcFirstLastPara="1" rIns="0" wrap="square" tIns="0">
            <a:noAutofit/>
          </a:bodyPr>
          <a:lstStyle>
            <a:lvl1pPr lvl="0" marR="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algn="l">
              <a:spcBef>
                <a:spcPts val="0"/>
              </a:spcBef>
              <a:spcAft>
                <a:spcPts val="0"/>
              </a:spcAft>
              <a:buSzPts val="1400"/>
              <a:buNone/>
              <a:defRPr b="0" i="0" sz="1800" u="none" cap="none" strike="noStrike"/>
            </a:lvl2pPr>
            <a:lvl3pPr lvl="2" marR="0" algn="l">
              <a:spcBef>
                <a:spcPts val="0"/>
              </a:spcBef>
              <a:spcAft>
                <a:spcPts val="0"/>
              </a:spcAft>
              <a:buSzPts val="1400"/>
              <a:buNone/>
              <a:defRPr b="0" i="0" sz="1800" u="none" cap="none" strike="noStrike"/>
            </a:lvl3pPr>
            <a:lvl4pPr lvl="3" marR="0" algn="l">
              <a:spcBef>
                <a:spcPts val="0"/>
              </a:spcBef>
              <a:spcAft>
                <a:spcPts val="0"/>
              </a:spcAft>
              <a:buSzPts val="1400"/>
              <a:buNone/>
              <a:defRPr b="0" i="0" sz="1800" u="none" cap="none" strike="noStrike"/>
            </a:lvl4pPr>
            <a:lvl5pPr lvl="4" marR="0" algn="l">
              <a:spcBef>
                <a:spcPts val="0"/>
              </a:spcBef>
              <a:spcAft>
                <a:spcPts val="0"/>
              </a:spcAft>
              <a:buSzPts val="1400"/>
              <a:buNone/>
              <a:defRPr b="0" i="0" sz="1800" u="none" cap="none" strike="noStrike"/>
            </a:lvl5pPr>
            <a:lvl6pPr lvl="5" marR="0" algn="l">
              <a:spcBef>
                <a:spcPts val="0"/>
              </a:spcBef>
              <a:spcAft>
                <a:spcPts val="0"/>
              </a:spcAft>
              <a:buSzPts val="1400"/>
              <a:buNone/>
              <a:defRPr b="0" i="0" sz="1800" u="none" cap="none" strike="noStrike"/>
            </a:lvl6pPr>
            <a:lvl7pPr lvl="6" marR="0" algn="l">
              <a:spcBef>
                <a:spcPts val="0"/>
              </a:spcBef>
              <a:spcAft>
                <a:spcPts val="0"/>
              </a:spcAft>
              <a:buSzPts val="1400"/>
              <a:buNone/>
              <a:defRPr b="0" i="0" sz="1800" u="none" cap="none" strike="noStrike"/>
            </a:lvl7pPr>
            <a:lvl8pPr lvl="7" marR="0" algn="l">
              <a:spcBef>
                <a:spcPts val="0"/>
              </a:spcBef>
              <a:spcAft>
                <a:spcPts val="0"/>
              </a:spcAft>
              <a:buSzPts val="1400"/>
              <a:buNone/>
              <a:defRPr b="0" i="0" sz="1800" u="none" cap="none" strike="noStrike"/>
            </a:lvl8pPr>
            <a:lvl9pPr lvl="8" marR="0" algn="l">
              <a:spcBef>
                <a:spcPts val="0"/>
              </a:spcBef>
              <a:spcAft>
                <a:spcPts val="0"/>
              </a:spcAft>
              <a:buSzPts val="1400"/>
              <a:buNone/>
              <a:defRPr b="0" i="0" sz="1800" u="none" cap="none" strike="noStrike"/>
            </a:lvl9pPr>
          </a:lstStyle>
          <a:p/>
        </p:txBody>
      </p:sp>
      <p:sp>
        <p:nvSpPr>
          <p:cNvPr id="230" name="Google Shape;230;g3fa40c21e6a_1_217"/>
          <p:cNvSpPr txBox="1"/>
          <p:nvPr>
            <p:ph idx="12" type="sldNum"/>
          </p:nvPr>
        </p:nvSpPr>
        <p:spPr>
          <a:xfrm>
            <a:off x="7227360" y="5165280"/>
            <a:ext cx="2347500" cy="3900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indent="0" lvl="1"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2pPr>
            <a:lvl3pPr indent="0" lvl="2"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3pPr>
            <a:lvl4pPr indent="0" lvl="3"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4pPr>
            <a:lvl5pPr indent="0" lvl="4"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5pPr>
            <a:lvl6pPr indent="0" lvl="5"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6pPr>
            <a:lvl7pPr indent="0" lvl="6"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7pPr>
            <a:lvl8pPr indent="0" lvl="7"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8pPr>
            <a:lvl9pPr indent="0" lvl="8"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ES"/>
              <a:t>‹#›</a:t>
            </a:fld>
            <a:endParaRPr/>
          </a:p>
        </p:txBody>
      </p:sp>
      <p:sp>
        <p:nvSpPr>
          <p:cNvPr id="231" name="Google Shape;231;g3fa40c21e6a_1_217"/>
          <p:cNvSpPr txBox="1"/>
          <p:nvPr>
            <p:ph idx="10" type="dt"/>
          </p:nvPr>
        </p:nvSpPr>
        <p:spPr>
          <a:xfrm>
            <a:off x="504000" y="5165280"/>
            <a:ext cx="2347500" cy="3900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algn="l">
              <a:spcBef>
                <a:spcPts val="0"/>
              </a:spcBef>
              <a:spcAft>
                <a:spcPts val="0"/>
              </a:spcAft>
              <a:buSzPts val="1400"/>
              <a:buNone/>
              <a:defRPr b="0" i="0" sz="1800" u="none" cap="none" strike="noStrike"/>
            </a:lvl2pPr>
            <a:lvl3pPr lvl="2" marR="0" algn="l">
              <a:spcBef>
                <a:spcPts val="0"/>
              </a:spcBef>
              <a:spcAft>
                <a:spcPts val="0"/>
              </a:spcAft>
              <a:buSzPts val="1400"/>
              <a:buNone/>
              <a:defRPr b="0" i="0" sz="1800" u="none" cap="none" strike="noStrike"/>
            </a:lvl3pPr>
            <a:lvl4pPr lvl="3" marR="0" algn="l">
              <a:spcBef>
                <a:spcPts val="0"/>
              </a:spcBef>
              <a:spcAft>
                <a:spcPts val="0"/>
              </a:spcAft>
              <a:buSzPts val="1400"/>
              <a:buNone/>
              <a:defRPr b="0" i="0" sz="1800" u="none" cap="none" strike="noStrike"/>
            </a:lvl4pPr>
            <a:lvl5pPr lvl="4" marR="0" algn="l">
              <a:spcBef>
                <a:spcPts val="0"/>
              </a:spcBef>
              <a:spcAft>
                <a:spcPts val="0"/>
              </a:spcAft>
              <a:buSzPts val="1400"/>
              <a:buNone/>
              <a:defRPr b="0" i="0" sz="1800" u="none" cap="none" strike="noStrike"/>
            </a:lvl5pPr>
            <a:lvl6pPr lvl="5" marR="0" algn="l">
              <a:spcBef>
                <a:spcPts val="0"/>
              </a:spcBef>
              <a:spcAft>
                <a:spcPts val="0"/>
              </a:spcAft>
              <a:buSzPts val="1400"/>
              <a:buNone/>
              <a:defRPr b="0" i="0" sz="1800" u="none" cap="none" strike="noStrike"/>
            </a:lvl6pPr>
            <a:lvl7pPr lvl="6" marR="0" algn="l">
              <a:spcBef>
                <a:spcPts val="0"/>
              </a:spcBef>
              <a:spcAft>
                <a:spcPts val="0"/>
              </a:spcAft>
              <a:buSzPts val="1400"/>
              <a:buNone/>
              <a:defRPr b="0" i="0" sz="1800" u="none" cap="none" strike="noStrike"/>
            </a:lvl7pPr>
            <a:lvl8pPr lvl="7" marR="0" algn="l">
              <a:spcBef>
                <a:spcPts val="0"/>
              </a:spcBef>
              <a:spcAft>
                <a:spcPts val="0"/>
              </a:spcAft>
              <a:buSzPts val="1400"/>
              <a:buNone/>
              <a:defRPr b="0" i="0" sz="1800" u="none" cap="none" strike="noStrike"/>
            </a:lvl8pPr>
            <a:lvl9pPr lvl="8" marR="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determinado 2">
  <p:cSld name="BLANK_1">
    <p:bg>
      <p:bgPr>
        <a:solidFill>
          <a:srgbClr val="E6F5F1"/>
        </a:solidFill>
      </p:bgPr>
    </p:bg>
    <p:spTree>
      <p:nvGrpSpPr>
        <p:cNvPr id="232" name="Shape 232"/>
        <p:cNvGrpSpPr/>
        <p:nvPr/>
      </p:nvGrpSpPr>
      <p:grpSpPr>
        <a:xfrm>
          <a:off x="0" y="0"/>
          <a:ext cx="0" cy="0"/>
          <a:chOff x="0" y="0"/>
          <a:chExt cx="0" cy="0"/>
        </a:xfrm>
      </p:grpSpPr>
      <p:sp>
        <p:nvSpPr>
          <p:cNvPr id="233" name="Google Shape;233;g3fa40c21e6a_1_223"/>
          <p:cNvSpPr txBox="1"/>
          <p:nvPr>
            <p:ph idx="11" type="ftr"/>
          </p:nvPr>
        </p:nvSpPr>
        <p:spPr>
          <a:xfrm>
            <a:off x="3447360" y="5165280"/>
            <a:ext cx="3194400" cy="390000"/>
          </a:xfrm>
          <a:prstGeom prst="rect">
            <a:avLst/>
          </a:prstGeom>
          <a:noFill/>
          <a:ln>
            <a:noFill/>
          </a:ln>
        </p:spPr>
        <p:txBody>
          <a:bodyPr anchorCtr="0" anchor="t" bIns="0" lIns="0" spcFirstLastPara="1" rIns="0" wrap="square" tIns="0">
            <a:noAutofit/>
          </a:bodyPr>
          <a:lstStyle>
            <a:lvl1pPr lvl="0" marR="0" algn="ctr">
              <a:lnSpc>
                <a:spcPct val="100000"/>
              </a:lnSpc>
              <a:spcBef>
                <a:spcPts val="0"/>
              </a:spcBef>
              <a:spcAft>
                <a:spcPts val="0"/>
              </a:spcAft>
              <a:buClr>
                <a:srgbClr val="000000"/>
              </a:buClr>
              <a:buSzPts val="1400"/>
              <a:buFont typeface="Times New Roman"/>
              <a:buNone/>
              <a:defRPr b="0" sz="1400" u="none" strike="noStrike">
                <a:solidFill>
                  <a:srgbClr val="000000"/>
                </a:solidFill>
                <a:latin typeface="Times New Roman"/>
                <a:ea typeface="Times New Roman"/>
                <a:cs typeface="Times New Roman"/>
                <a:sym typeface="Times New Roman"/>
              </a:defRPr>
            </a:lvl1pPr>
            <a:lvl2pPr lvl="1" marR="0" algn="l">
              <a:spcBef>
                <a:spcPts val="0"/>
              </a:spcBef>
              <a:spcAft>
                <a:spcPts val="0"/>
              </a:spcAft>
              <a:buSzPts val="1400"/>
              <a:buNone/>
              <a:defRPr b="0" i="0" sz="1800" u="none" cap="none" strike="noStrike"/>
            </a:lvl2pPr>
            <a:lvl3pPr lvl="2" marR="0" algn="l">
              <a:spcBef>
                <a:spcPts val="0"/>
              </a:spcBef>
              <a:spcAft>
                <a:spcPts val="0"/>
              </a:spcAft>
              <a:buSzPts val="1400"/>
              <a:buNone/>
              <a:defRPr b="0" i="0" sz="1800" u="none" cap="none" strike="noStrike"/>
            </a:lvl3pPr>
            <a:lvl4pPr lvl="3" marR="0" algn="l">
              <a:spcBef>
                <a:spcPts val="0"/>
              </a:spcBef>
              <a:spcAft>
                <a:spcPts val="0"/>
              </a:spcAft>
              <a:buSzPts val="1400"/>
              <a:buNone/>
              <a:defRPr b="0" i="0" sz="1800" u="none" cap="none" strike="noStrike"/>
            </a:lvl4pPr>
            <a:lvl5pPr lvl="4" marR="0" algn="l">
              <a:spcBef>
                <a:spcPts val="0"/>
              </a:spcBef>
              <a:spcAft>
                <a:spcPts val="0"/>
              </a:spcAft>
              <a:buSzPts val="1400"/>
              <a:buNone/>
              <a:defRPr b="0" i="0" sz="1800" u="none" cap="none" strike="noStrike"/>
            </a:lvl5pPr>
            <a:lvl6pPr lvl="5" marR="0" algn="l">
              <a:spcBef>
                <a:spcPts val="0"/>
              </a:spcBef>
              <a:spcAft>
                <a:spcPts val="0"/>
              </a:spcAft>
              <a:buSzPts val="1400"/>
              <a:buNone/>
              <a:defRPr b="0" i="0" sz="1800" u="none" cap="none" strike="noStrike"/>
            </a:lvl6pPr>
            <a:lvl7pPr lvl="6" marR="0" algn="l">
              <a:spcBef>
                <a:spcPts val="0"/>
              </a:spcBef>
              <a:spcAft>
                <a:spcPts val="0"/>
              </a:spcAft>
              <a:buSzPts val="1400"/>
              <a:buNone/>
              <a:defRPr b="0" i="0" sz="1800" u="none" cap="none" strike="noStrike"/>
            </a:lvl7pPr>
            <a:lvl8pPr lvl="7" marR="0" algn="l">
              <a:spcBef>
                <a:spcPts val="0"/>
              </a:spcBef>
              <a:spcAft>
                <a:spcPts val="0"/>
              </a:spcAft>
              <a:buSzPts val="1400"/>
              <a:buNone/>
              <a:defRPr b="0" i="0" sz="1800" u="none" cap="none" strike="noStrike"/>
            </a:lvl8pPr>
            <a:lvl9pPr lvl="8" marR="0" algn="l">
              <a:spcBef>
                <a:spcPts val="0"/>
              </a:spcBef>
              <a:spcAft>
                <a:spcPts val="0"/>
              </a:spcAft>
              <a:buSzPts val="1400"/>
              <a:buNone/>
              <a:defRPr b="0" i="0" sz="1800" u="none" cap="none" strike="noStrike"/>
            </a:lvl9pPr>
          </a:lstStyle>
          <a:p/>
        </p:txBody>
      </p:sp>
      <p:sp>
        <p:nvSpPr>
          <p:cNvPr id="234" name="Google Shape;234;g3fa40c21e6a_1_223"/>
          <p:cNvSpPr txBox="1"/>
          <p:nvPr>
            <p:ph idx="12" type="sldNum"/>
          </p:nvPr>
        </p:nvSpPr>
        <p:spPr>
          <a:xfrm>
            <a:off x="7227360" y="5165280"/>
            <a:ext cx="2347500" cy="3900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buClr>
                <a:srgbClr val="000000"/>
              </a:buClr>
              <a:buSzPts val="1400"/>
              <a:buFont typeface="Times New Roman"/>
              <a:buNone/>
              <a:defRPr b="0" sz="1400" u="none" strike="noStrike">
                <a:solidFill>
                  <a:srgbClr val="000000"/>
                </a:solidFill>
                <a:latin typeface="Times New Roman"/>
                <a:ea typeface="Times New Roman"/>
                <a:cs typeface="Times New Roman"/>
                <a:sym typeface="Times New Roman"/>
              </a:defRPr>
            </a:lvl1pPr>
            <a:lvl2pPr indent="0" lvl="1" marL="0" marR="0" algn="r">
              <a:lnSpc>
                <a:spcPct val="100000"/>
              </a:lnSpc>
              <a:spcBef>
                <a:spcPts val="0"/>
              </a:spcBef>
              <a:buClr>
                <a:srgbClr val="000000"/>
              </a:buClr>
              <a:buSzPts val="1400"/>
              <a:buFont typeface="Times New Roman"/>
              <a:buNone/>
              <a:defRPr b="0" sz="1400" u="none" strike="noStrike">
                <a:solidFill>
                  <a:srgbClr val="000000"/>
                </a:solidFill>
                <a:latin typeface="Times New Roman"/>
                <a:ea typeface="Times New Roman"/>
                <a:cs typeface="Times New Roman"/>
                <a:sym typeface="Times New Roman"/>
              </a:defRPr>
            </a:lvl2pPr>
            <a:lvl3pPr indent="0" lvl="2" marL="0" marR="0" algn="r">
              <a:lnSpc>
                <a:spcPct val="100000"/>
              </a:lnSpc>
              <a:spcBef>
                <a:spcPts val="0"/>
              </a:spcBef>
              <a:buClr>
                <a:srgbClr val="000000"/>
              </a:buClr>
              <a:buSzPts val="1400"/>
              <a:buFont typeface="Times New Roman"/>
              <a:buNone/>
              <a:defRPr b="0" sz="1400" u="none" strike="noStrike">
                <a:solidFill>
                  <a:srgbClr val="000000"/>
                </a:solidFill>
                <a:latin typeface="Times New Roman"/>
                <a:ea typeface="Times New Roman"/>
                <a:cs typeface="Times New Roman"/>
                <a:sym typeface="Times New Roman"/>
              </a:defRPr>
            </a:lvl3pPr>
            <a:lvl4pPr indent="0" lvl="3" marL="0" marR="0" algn="r">
              <a:lnSpc>
                <a:spcPct val="100000"/>
              </a:lnSpc>
              <a:spcBef>
                <a:spcPts val="0"/>
              </a:spcBef>
              <a:buClr>
                <a:srgbClr val="000000"/>
              </a:buClr>
              <a:buSzPts val="1400"/>
              <a:buFont typeface="Times New Roman"/>
              <a:buNone/>
              <a:defRPr b="0" sz="1400" u="none" strike="noStrike">
                <a:solidFill>
                  <a:srgbClr val="000000"/>
                </a:solidFill>
                <a:latin typeface="Times New Roman"/>
                <a:ea typeface="Times New Roman"/>
                <a:cs typeface="Times New Roman"/>
                <a:sym typeface="Times New Roman"/>
              </a:defRPr>
            </a:lvl4pPr>
            <a:lvl5pPr indent="0" lvl="4" marL="0" marR="0" algn="r">
              <a:lnSpc>
                <a:spcPct val="100000"/>
              </a:lnSpc>
              <a:spcBef>
                <a:spcPts val="0"/>
              </a:spcBef>
              <a:buClr>
                <a:srgbClr val="000000"/>
              </a:buClr>
              <a:buSzPts val="1400"/>
              <a:buFont typeface="Times New Roman"/>
              <a:buNone/>
              <a:defRPr b="0" sz="1400" u="none" strike="noStrike">
                <a:solidFill>
                  <a:srgbClr val="000000"/>
                </a:solidFill>
                <a:latin typeface="Times New Roman"/>
                <a:ea typeface="Times New Roman"/>
                <a:cs typeface="Times New Roman"/>
                <a:sym typeface="Times New Roman"/>
              </a:defRPr>
            </a:lvl5pPr>
            <a:lvl6pPr indent="0" lvl="5" marL="0" marR="0" algn="r">
              <a:lnSpc>
                <a:spcPct val="100000"/>
              </a:lnSpc>
              <a:spcBef>
                <a:spcPts val="0"/>
              </a:spcBef>
              <a:buClr>
                <a:srgbClr val="000000"/>
              </a:buClr>
              <a:buSzPts val="1400"/>
              <a:buFont typeface="Times New Roman"/>
              <a:buNone/>
              <a:defRPr b="0" sz="1400" u="none" strike="noStrike">
                <a:solidFill>
                  <a:srgbClr val="000000"/>
                </a:solidFill>
                <a:latin typeface="Times New Roman"/>
                <a:ea typeface="Times New Roman"/>
                <a:cs typeface="Times New Roman"/>
                <a:sym typeface="Times New Roman"/>
              </a:defRPr>
            </a:lvl6pPr>
            <a:lvl7pPr indent="0" lvl="6" marL="0" marR="0" algn="r">
              <a:lnSpc>
                <a:spcPct val="100000"/>
              </a:lnSpc>
              <a:spcBef>
                <a:spcPts val="0"/>
              </a:spcBef>
              <a:buClr>
                <a:srgbClr val="000000"/>
              </a:buClr>
              <a:buSzPts val="1400"/>
              <a:buFont typeface="Times New Roman"/>
              <a:buNone/>
              <a:defRPr b="0" sz="1400" u="none" strike="noStrike">
                <a:solidFill>
                  <a:srgbClr val="000000"/>
                </a:solidFill>
                <a:latin typeface="Times New Roman"/>
                <a:ea typeface="Times New Roman"/>
                <a:cs typeface="Times New Roman"/>
                <a:sym typeface="Times New Roman"/>
              </a:defRPr>
            </a:lvl7pPr>
            <a:lvl8pPr indent="0" lvl="7" marL="0" marR="0" algn="r">
              <a:lnSpc>
                <a:spcPct val="100000"/>
              </a:lnSpc>
              <a:spcBef>
                <a:spcPts val="0"/>
              </a:spcBef>
              <a:buClr>
                <a:srgbClr val="000000"/>
              </a:buClr>
              <a:buSzPts val="1400"/>
              <a:buFont typeface="Times New Roman"/>
              <a:buNone/>
              <a:defRPr b="0" sz="1400" u="none" strike="noStrike">
                <a:solidFill>
                  <a:srgbClr val="000000"/>
                </a:solidFill>
                <a:latin typeface="Times New Roman"/>
                <a:ea typeface="Times New Roman"/>
                <a:cs typeface="Times New Roman"/>
                <a:sym typeface="Times New Roman"/>
              </a:defRPr>
            </a:lvl8pPr>
            <a:lvl9pPr indent="0" lvl="8" marL="0" marR="0" algn="r">
              <a:lnSpc>
                <a:spcPct val="100000"/>
              </a:lnSpc>
              <a:spcBef>
                <a:spcPts val="0"/>
              </a:spcBef>
              <a:buClr>
                <a:srgbClr val="000000"/>
              </a:buClr>
              <a:buSzPts val="1400"/>
              <a:buFont typeface="Times New Roman"/>
              <a:buNone/>
              <a:defRPr b="0" sz="1400" u="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ES"/>
              <a:t>‹#›</a:t>
            </a:fld>
            <a:endParaRPr/>
          </a:p>
        </p:txBody>
      </p:sp>
      <p:sp>
        <p:nvSpPr>
          <p:cNvPr id="235" name="Google Shape;235;g3fa40c21e6a_1_223"/>
          <p:cNvSpPr txBox="1"/>
          <p:nvPr>
            <p:ph idx="10" type="dt"/>
          </p:nvPr>
        </p:nvSpPr>
        <p:spPr>
          <a:xfrm>
            <a:off x="504000" y="5165280"/>
            <a:ext cx="2347500" cy="3900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rgbClr val="000000"/>
              </a:buClr>
              <a:buSzPts val="1400"/>
              <a:buFont typeface="Times New Roman"/>
              <a:buNone/>
              <a:defRPr b="0" sz="1400" u="none" strike="noStrike">
                <a:solidFill>
                  <a:srgbClr val="000000"/>
                </a:solidFill>
                <a:latin typeface="Times New Roman"/>
                <a:ea typeface="Times New Roman"/>
                <a:cs typeface="Times New Roman"/>
                <a:sym typeface="Times New Roman"/>
              </a:defRPr>
            </a:lvl1pPr>
            <a:lvl2pPr lvl="1" marR="0" algn="l">
              <a:spcBef>
                <a:spcPts val="0"/>
              </a:spcBef>
              <a:spcAft>
                <a:spcPts val="0"/>
              </a:spcAft>
              <a:buSzPts val="1400"/>
              <a:buNone/>
              <a:defRPr b="0" i="0" sz="1800" u="none" cap="none" strike="noStrike"/>
            </a:lvl2pPr>
            <a:lvl3pPr lvl="2" marR="0" algn="l">
              <a:spcBef>
                <a:spcPts val="0"/>
              </a:spcBef>
              <a:spcAft>
                <a:spcPts val="0"/>
              </a:spcAft>
              <a:buSzPts val="1400"/>
              <a:buNone/>
              <a:defRPr b="0" i="0" sz="1800" u="none" cap="none" strike="noStrike"/>
            </a:lvl3pPr>
            <a:lvl4pPr lvl="3" marR="0" algn="l">
              <a:spcBef>
                <a:spcPts val="0"/>
              </a:spcBef>
              <a:spcAft>
                <a:spcPts val="0"/>
              </a:spcAft>
              <a:buSzPts val="1400"/>
              <a:buNone/>
              <a:defRPr b="0" i="0" sz="1800" u="none" cap="none" strike="noStrike"/>
            </a:lvl4pPr>
            <a:lvl5pPr lvl="4" marR="0" algn="l">
              <a:spcBef>
                <a:spcPts val="0"/>
              </a:spcBef>
              <a:spcAft>
                <a:spcPts val="0"/>
              </a:spcAft>
              <a:buSzPts val="1400"/>
              <a:buNone/>
              <a:defRPr b="0" i="0" sz="1800" u="none" cap="none" strike="noStrike"/>
            </a:lvl5pPr>
            <a:lvl6pPr lvl="5" marR="0" algn="l">
              <a:spcBef>
                <a:spcPts val="0"/>
              </a:spcBef>
              <a:spcAft>
                <a:spcPts val="0"/>
              </a:spcAft>
              <a:buSzPts val="1400"/>
              <a:buNone/>
              <a:defRPr b="0" i="0" sz="1800" u="none" cap="none" strike="noStrike"/>
            </a:lvl6pPr>
            <a:lvl7pPr lvl="6" marR="0" algn="l">
              <a:spcBef>
                <a:spcPts val="0"/>
              </a:spcBef>
              <a:spcAft>
                <a:spcPts val="0"/>
              </a:spcAft>
              <a:buSzPts val="1400"/>
              <a:buNone/>
              <a:defRPr b="0" i="0" sz="1800" u="none" cap="none" strike="noStrike"/>
            </a:lvl7pPr>
            <a:lvl8pPr lvl="7" marR="0" algn="l">
              <a:spcBef>
                <a:spcPts val="0"/>
              </a:spcBef>
              <a:spcAft>
                <a:spcPts val="0"/>
              </a:spcAft>
              <a:buSzPts val="1400"/>
              <a:buNone/>
              <a:defRPr b="0" i="0" sz="1800" u="none" cap="none" strike="noStrike"/>
            </a:lvl8pPr>
            <a:lvl9pPr lvl="8" marR="0" algn="l">
              <a:spcBef>
                <a:spcPts val="0"/>
              </a:spcBef>
              <a:spcAft>
                <a:spcPts val="0"/>
              </a:spcAft>
              <a:buSzPts val="1400"/>
              <a:buNone/>
              <a:defRPr b="0" i="0" sz="1800" u="none" cap="none" strike="noStrike"/>
            </a:lvl9pPr>
          </a:lstStyle>
          <a:p/>
        </p:txBody>
      </p:sp>
      <p:sp>
        <p:nvSpPr>
          <p:cNvPr id="236" name="Google Shape;236;g3fa40c21e6a_1_223"/>
          <p:cNvSpPr txBox="1"/>
          <p:nvPr>
            <p:ph type="title"/>
          </p:nvPr>
        </p:nvSpPr>
        <p:spPr>
          <a:xfrm>
            <a:off x="504000" y="226080"/>
            <a:ext cx="9071700" cy="946200"/>
          </a:xfrm>
          <a:prstGeom prst="rect">
            <a:avLst/>
          </a:prstGeom>
          <a:noFill/>
          <a:ln>
            <a:noFill/>
          </a:ln>
        </p:spPr>
        <p:txBody>
          <a:bodyPr anchorCtr="0" anchor="ctr" bIns="0" lIns="0" spcFirstLastPara="1" rIns="0" wrap="square" tIns="0">
            <a:noAutofit/>
          </a:bodyPr>
          <a:lstStyle>
            <a:lvl1pPr lvl="0" marR="0" algn="ctr">
              <a:lnSpc>
                <a:spcPct val="100000"/>
              </a:lnSpc>
              <a:spcBef>
                <a:spcPts val="0"/>
              </a:spcBef>
              <a:spcAft>
                <a:spcPts val="0"/>
              </a:spcAft>
              <a:buClr>
                <a:srgbClr val="000000"/>
              </a:buClr>
              <a:buSzPts val="4400"/>
              <a:buFont typeface="Arial"/>
              <a:buNone/>
              <a:defRPr b="0" i="0" sz="4400" u="none" cap="none" strike="noStrike">
                <a:solidFill>
                  <a:srgbClr val="000000"/>
                </a:solidFill>
                <a:latin typeface="Arial"/>
                <a:ea typeface="Arial"/>
                <a:cs typeface="Arial"/>
                <a:sym typeface="Arial"/>
              </a:defRPr>
            </a:lvl1pPr>
            <a:lvl2pPr lvl="1" marR="0" algn="l">
              <a:spcBef>
                <a:spcPts val="0"/>
              </a:spcBef>
              <a:spcAft>
                <a:spcPts val="0"/>
              </a:spcAft>
              <a:buSzPts val="1100"/>
              <a:buNone/>
              <a:defRPr b="0" i="0" sz="1800" u="none" cap="none" strike="noStrike"/>
            </a:lvl2pPr>
            <a:lvl3pPr lvl="2" marR="0" algn="l">
              <a:spcBef>
                <a:spcPts val="0"/>
              </a:spcBef>
              <a:spcAft>
                <a:spcPts val="0"/>
              </a:spcAft>
              <a:buSzPts val="1100"/>
              <a:buNone/>
              <a:defRPr b="0" i="0" sz="1800" u="none" cap="none" strike="noStrike"/>
            </a:lvl3pPr>
            <a:lvl4pPr lvl="3" marR="0" algn="l">
              <a:spcBef>
                <a:spcPts val="0"/>
              </a:spcBef>
              <a:spcAft>
                <a:spcPts val="0"/>
              </a:spcAft>
              <a:buSzPts val="1100"/>
              <a:buNone/>
              <a:defRPr b="0" i="0" sz="1800" u="none" cap="none" strike="noStrike"/>
            </a:lvl4pPr>
            <a:lvl5pPr lvl="4" marR="0" algn="l">
              <a:spcBef>
                <a:spcPts val="0"/>
              </a:spcBef>
              <a:spcAft>
                <a:spcPts val="0"/>
              </a:spcAft>
              <a:buSzPts val="1100"/>
              <a:buNone/>
              <a:defRPr b="0" i="0" sz="1800" u="none" cap="none" strike="noStrike"/>
            </a:lvl5pPr>
            <a:lvl6pPr lvl="5" marR="0" algn="l">
              <a:spcBef>
                <a:spcPts val="0"/>
              </a:spcBef>
              <a:spcAft>
                <a:spcPts val="0"/>
              </a:spcAft>
              <a:buSzPts val="1100"/>
              <a:buNone/>
              <a:defRPr b="0" i="0" sz="1800" u="none" cap="none" strike="noStrike"/>
            </a:lvl6pPr>
            <a:lvl7pPr lvl="6" marR="0" algn="l">
              <a:spcBef>
                <a:spcPts val="0"/>
              </a:spcBef>
              <a:spcAft>
                <a:spcPts val="0"/>
              </a:spcAft>
              <a:buSzPts val="1100"/>
              <a:buNone/>
              <a:defRPr b="0" i="0" sz="1800" u="none" cap="none" strike="noStrike"/>
            </a:lvl7pPr>
            <a:lvl8pPr lvl="7" marR="0" algn="l">
              <a:spcBef>
                <a:spcPts val="0"/>
              </a:spcBef>
              <a:spcAft>
                <a:spcPts val="0"/>
              </a:spcAft>
              <a:buSzPts val="1100"/>
              <a:buNone/>
              <a:defRPr b="0" i="0" sz="1800" u="none" cap="none" strike="noStrike"/>
            </a:lvl8pPr>
            <a:lvl9pPr lvl="8" marR="0" algn="l">
              <a:spcBef>
                <a:spcPts val="0"/>
              </a:spcBef>
              <a:spcAft>
                <a:spcPts val="0"/>
              </a:spcAft>
              <a:buSzPts val="1100"/>
              <a:buNone/>
              <a:defRPr b="0" i="0" sz="1800" u="none" cap="none" strike="noStrike"/>
            </a:lvl9pPr>
          </a:lstStyle>
          <a:p/>
        </p:txBody>
      </p:sp>
      <p:sp>
        <p:nvSpPr>
          <p:cNvPr id="237" name="Google Shape;237;g3fa40c21e6a_1_223"/>
          <p:cNvSpPr txBox="1"/>
          <p:nvPr>
            <p:ph idx="1" type="body"/>
          </p:nvPr>
        </p:nvSpPr>
        <p:spPr>
          <a:xfrm>
            <a:off x="504000" y="1326600"/>
            <a:ext cx="9071700" cy="3288300"/>
          </a:xfrm>
          <a:prstGeom prst="rect">
            <a:avLst/>
          </a:prstGeom>
          <a:noFill/>
          <a:ln>
            <a:noFill/>
          </a:ln>
        </p:spPr>
        <p:txBody>
          <a:bodyPr anchorCtr="0" anchor="t" bIns="0" lIns="0" spcFirstLastPara="1" rIns="0" wrap="square" tIns="0">
            <a:normAutofit/>
          </a:bodyPr>
          <a:lstStyle>
            <a:lvl1pPr indent="-320040" lvl="0" marL="457200" marR="0" algn="l">
              <a:lnSpc>
                <a:spcPct val="100000"/>
              </a:lnSpc>
              <a:spcBef>
                <a:spcPts val="1417"/>
              </a:spcBef>
              <a:spcAft>
                <a:spcPts val="0"/>
              </a:spcAft>
              <a:buClr>
                <a:srgbClr val="000000"/>
              </a:buClr>
              <a:buSzPts val="1440"/>
              <a:buFont typeface="Noto Sans Symbols"/>
              <a:buChar char="●"/>
              <a:defRPr b="0" i="0" sz="3200" u="none" cap="none" strike="noStrike">
                <a:solidFill>
                  <a:srgbClr val="000000"/>
                </a:solidFill>
                <a:latin typeface="Arial"/>
                <a:ea typeface="Arial"/>
                <a:cs typeface="Arial"/>
                <a:sym typeface="Arial"/>
              </a:defRPr>
            </a:lvl1pPr>
            <a:lvl2pPr indent="-361950" lvl="1" marL="914400" marR="0" algn="l">
              <a:lnSpc>
                <a:spcPct val="100000"/>
              </a:lnSpc>
              <a:spcBef>
                <a:spcPts val="1134"/>
              </a:spcBef>
              <a:spcAft>
                <a:spcPts val="0"/>
              </a:spcAft>
              <a:buClr>
                <a:srgbClr val="000000"/>
              </a:buClr>
              <a:buSzPts val="2100"/>
              <a:buFont typeface="Noto Sans Symbols"/>
              <a:buChar char="−"/>
              <a:defRPr b="0" i="0" sz="2800" u="none" cap="none" strike="noStrike">
                <a:solidFill>
                  <a:srgbClr val="000000"/>
                </a:solidFill>
                <a:latin typeface="Arial"/>
                <a:ea typeface="Arial"/>
                <a:cs typeface="Arial"/>
                <a:sym typeface="Arial"/>
              </a:defRPr>
            </a:lvl2pPr>
            <a:lvl3pPr indent="-297180" lvl="2" marL="1371600" marR="0" algn="l">
              <a:lnSpc>
                <a:spcPct val="100000"/>
              </a:lnSpc>
              <a:spcBef>
                <a:spcPts val="850"/>
              </a:spcBef>
              <a:spcAft>
                <a:spcPts val="0"/>
              </a:spcAft>
              <a:buClr>
                <a:srgbClr val="000000"/>
              </a:buClr>
              <a:buSzPts val="1080"/>
              <a:buFont typeface="Noto Sans Symbols"/>
              <a:buChar char="●"/>
              <a:defRPr b="0" i="0" sz="2400" u="none" cap="none" strike="noStrike">
                <a:solidFill>
                  <a:srgbClr val="000000"/>
                </a:solidFill>
                <a:latin typeface="Arial"/>
                <a:ea typeface="Arial"/>
                <a:cs typeface="Arial"/>
                <a:sym typeface="Arial"/>
              </a:defRPr>
            </a:lvl3pPr>
            <a:lvl4pPr indent="-323850" lvl="3" marL="1828800" marR="0" algn="l">
              <a:lnSpc>
                <a:spcPct val="100000"/>
              </a:lnSpc>
              <a:spcBef>
                <a:spcPts val="567"/>
              </a:spcBef>
              <a:spcAft>
                <a:spcPts val="0"/>
              </a:spcAft>
              <a:buClr>
                <a:srgbClr val="000000"/>
              </a:buClr>
              <a:buSzPts val="1500"/>
              <a:buFont typeface="Noto Sans Symbols"/>
              <a:buChar char="−"/>
              <a:defRPr b="0" i="0" sz="2000" u="none" cap="none" strike="noStrike">
                <a:solidFill>
                  <a:srgbClr val="000000"/>
                </a:solidFill>
                <a:latin typeface="Arial"/>
                <a:ea typeface="Arial"/>
                <a:cs typeface="Arial"/>
                <a:sym typeface="Arial"/>
              </a:defRPr>
            </a:lvl4pPr>
            <a:lvl5pPr indent="-285750" lvl="4" marL="2286000" marR="0" algn="l">
              <a:lnSpc>
                <a:spcPct val="100000"/>
              </a:lnSpc>
              <a:spcBef>
                <a:spcPts val="283"/>
              </a:spcBef>
              <a:spcAft>
                <a:spcPts val="0"/>
              </a:spcAft>
              <a:buClr>
                <a:srgbClr val="000000"/>
              </a:buClr>
              <a:buSzPts val="900"/>
              <a:buFont typeface="Noto Sans Symbols"/>
              <a:buChar char="●"/>
              <a:defRPr b="0" i="0" sz="2000" u="none" cap="none" strike="noStrike">
                <a:solidFill>
                  <a:srgbClr val="000000"/>
                </a:solidFill>
                <a:latin typeface="Arial"/>
                <a:ea typeface="Arial"/>
                <a:cs typeface="Arial"/>
                <a:sym typeface="Arial"/>
              </a:defRPr>
            </a:lvl5pPr>
            <a:lvl6pPr indent="-285750" lvl="5" marL="2743200" marR="0" algn="l">
              <a:lnSpc>
                <a:spcPct val="100000"/>
              </a:lnSpc>
              <a:spcBef>
                <a:spcPts val="283"/>
              </a:spcBef>
              <a:spcAft>
                <a:spcPts val="0"/>
              </a:spcAft>
              <a:buClr>
                <a:srgbClr val="000000"/>
              </a:buClr>
              <a:buSzPts val="900"/>
              <a:buFont typeface="Noto Sans Symbols"/>
              <a:buChar char="●"/>
              <a:defRPr b="0" i="0" sz="2000" u="none" cap="none" strike="noStrike">
                <a:solidFill>
                  <a:srgbClr val="000000"/>
                </a:solidFill>
                <a:latin typeface="Arial"/>
                <a:ea typeface="Arial"/>
                <a:cs typeface="Arial"/>
                <a:sym typeface="Arial"/>
              </a:defRPr>
            </a:lvl6pPr>
            <a:lvl7pPr indent="-285750" lvl="6" marL="3200400" marR="0" algn="l">
              <a:lnSpc>
                <a:spcPct val="100000"/>
              </a:lnSpc>
              <a:spcBef>
                <a:spcPts val="283"/>
              </a:spcBef>
              <a:spcAft>
                <a:spcPts val="0"/>
              </a:spcAft>
              <a:buClr>
                <a:srgbClr val="000000"/>
              </a:buClr>
              <a:buSzPts val="900"/>
              <a:buFont typeface="Noto Sans Symbols"/>
              <a:buChar char="●"/>
              <a:defRPr b="0" i="0" sz="2000" u="none" cap="none" strike="noStrike">
                <a:solidFill>
                  <a:srgbClr val="000000"/>
                </a:solidFill>
                <a:latin typeface="Arial"/>
                <a:ea typeface="Arial"/>
                <a:cs typeface="Arial"/>
                <a:sym typeface="Arial"/>
              </a:defRPr>
            </a:lvl7pPr>
            <a:lvl8pPr indent="-228600" lvl="7" marL="3657600" marR="0" algn="l">
              <a:spcBef>
                <a:spcPts val="400"/>
              </a:spcBef>
              <a:spcAft>
                <a:spcPts val="0"/>
              </a:spcAft>
              <a:buSzPts val="2100"/>
              <a:buNone/>
              <a:defRPr b="0" i="0" sz="1800" u="none" cap="none" strike="noStrike"/>
            </a:lvl8pPr>
            <a:lvl9pPr indent="-228600" lvl="8" marL="4114800" marR="0" algn="l">
              <a:spcBef>
                <a:spcPts val="400"/>
              </a:spcBef>
              <a:spcAft>
                <a:spcPts val="0"/>
              </a:spcAft>
              <a:buSzPts val="2100"/>
              <a:buNone/>
              <a:defRPr b="0" i="0" sz="1800" u="none" cap="none" strike="noStrike"/>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theme" Target="../theme/theme1.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g3fa40c21e6a_1_0"/>
          <p:cNvSpPr txBox="1"/>
          <p:nvPr>
            <p:ph type="title"/>
          </p:nvPr>
        </p:nvSpPr>
        <p:spPr>
          <a:xfrm>
            <a:off x="472529" y="212892"/>
            <a:ext cx="8505600" cy="885900"/>
          </a:xfrm>
          <a:prstGeom prst="rect">
            <a:avLst/>
          </a:prstGeom>
          <a:noFill/>
          <a:ln>
            <a:noFill/>
          </a:ln>
        </p:spPr>
        <p:txBody>
          <a:bodyPr anchorCtr="0" anchor="ctr" bIns="35425" lIns="70875" spcFirstLastPara="1" rIns="70875" wrap="square" tIns="35425">
            <a:normAutofit/>
          </a:bodyPr>
          <a:lstStyle>
            <a:lvl1pPr lvl="0" marR="0" rtl="0" algn="ctr">
              <a:spcBef>
                <a:spcPts val="0"/>
              </a:spcBef>
              <a:spcAft>
                <a:spcPts val="0"/>
              </a:spcAft>
              <a:buClr>
                <a:schemeClr val="dk1"/>
              </a:buClr>
              <a:buSzPts val="4500"/>
              <a:buFont typeface="PT Serif"/>
              <a:buNone/>
              <a:defRPr b="1" i="0" sz="4500" u="none" cap="none" strike="noStrike">
                <a:solidFill>
                  <a:schemeClr val="dk1"/>
                </a:solidFill>
                <a:latin typeface="PT Serif"/>
                <a:ea typeface="PT Serif"/>
                <a:cs typeface="PT Serif"/>
                <a:sym typeface="PT Serif"/>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1" name="Google Shape;11;g3fa40c21e6a_1_0"/>
          <p:cNvSpPr txBox="1"/>
          <p:nvPr>
            <p:ph idx="1" type="body"/>
          </p:nvPr>
        </p:nvSpPr>
        <p:spPr>
          <a:xfrm>
            <a:off x="472529" y="1240434"/>
            <a:ext cx="8505600" cy="3508500"/>
          </a:xfrm>
          <a:prstGeom prst="rect">
            <a:avLst/>
          </a:prstGeom>
          <a:noFill/>
          <a:ln>
            <a:noFill/>
          </a:ln>
        </p:spPr>
        <p:txBody>
          <a:bodyPr anchorCtr="0" anchor="t" bIns="35425" lIns="70875" spcFirstLastPara="1" rIns="70875" wrap="square" tIns="35425">
            <a:normAutofit/>
          </a:bodyPr>
          <a:lstStyle>
            <a:lvl1pPr indent="-438150" lvl="0" marL="457200" marR="0" rtl="0" algn="l">
              <a:spcBef>
                <a:spcPts val="700"/>
              </a:spcBef>
              <a:spcAft>
                <a:spcPts val="0"/>
              </a:spcAft>
              <a:buClr>
                <a:schemeClr val="dk1"/>
              </a:buClr>
              <a:buSzPts val="3300"/>
              <a:buFont typeface="Arial"/>
              <a:buChar char="•"/>
              <a:defRPr b="0" i="0" sz="3300" u="none" cap="none" strike="noStrike">
                <a:solidFill>
                  <a:schemeClr val="dk1"/>
                </a:solidFill>
                <a:latin typeface="PT Sans"/>
                <a:ea typeface="PT Sans"/>
                <a:cs typeface="PT Sans"/>
                <a:sym typeface="PT Sans"/>
              </a:defRPr>
            </a:lvl1pPr>
            <a:lvl2pPr indent="-412750" lvl="1" marL="914400" marR="0" rtl="0" algn="l">
              <a:spcBef>
                <a:spcPts val="600"/>
              </a:spcBef>
              <a:spcAft>
                <a:spcPts val="0"/>
              </a:spcAft>
              <a:buClr>
                <a:schemeClr val="dk1"/>
              </a:buClr>
              <a:buSzPts val="2900"/>
              <a:buFont typeface="Arial"/>
              <a:buChar char="–"/>
              <a:defRPr b="0" i="0" sz="2900" u="none" cap="none" strike="noStrike">
                <a:solidFill>
                  <a:schemeClr val="dk1"/>
                </a:solidFill>
                <a:latin typeface="PT Sans"/>
                <a:ea typeface="PT Sans"/>
                <a:cs typeface="PT Sans"/>
                <a:sym typeface="PT San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PT Sans"/>
                <a:ea typeface="PT Sans"/>
                <a:cs typeface="PT Sans"/>
                <a:sym typeface="PT Sans"/>
              </a:defRPr>
            </a:lvl3pPr>
            <a:lvl4pPr indent="-361950" lvl="3" marL="1828800" marR="0" rtl="0" algn="l">
              <a:spcBef>
                <a:spcPts val="400"/>
              </a:spcBef>
              <a:spcAft>
                <a:spcPts val="0"/>
              </a:spcAft>
              <a:buClr>
                <a:schemeClr val="dk1"/>
              </a:buClr>
              <a:buSzPts val="2100"/>
              <a:buFont typeface="Arial"/>
              <a:buChar char="–"/>
              <a:defRPr b="0" i="0" sz="2100" u="none" cap="none" strike="noStrike">
                <a:solidFill>
                  <a:schemeClr val="dk1"/>
                </a:solidFill>
                <a:latin typeface="PT Sans"/>
                <a:ea typeface="PT Sans"/>
                <a:cs typeface="PT Sans"/>
                <a:sym typeface="PT Sans"/>
              </a:defRPr>
            </a:lvl4pPr>
            <a:lvl5pPr indent="-361950" lvl="4" marL="2286000" marR="0" rtl="0" algn="l">
              <a:spcBef>
                <a:spcPts val="400"/>
              </a:spcBef>
              <a:spcAft>
                <a:spcPts val="0"/>
              </a:spcAft>
              <a:buClr>
                <a:schemeClr val="dk1"/>
              </a:buClr>
              <a:buSzPts val="2100"/>
              <a:buFont typeface="Arial"/>
              <a:buChar char="»"/>
              <a:defRPr b="0" i="0" sz="2100" u="none" cap="none" strike="noStrike">
                <a:solidFill>
                  <a:schemeClr val="dk1"/>
                </a:solidFill>
                <a:latin typeface="PT Sans"/>
                <a:ea typeface="PT Sans"/>
                <a:cs typeface="PT Sans"/>
                <a:sym typeface="PT Sans"/>
              </a:defRPr>
            </a:lvl5pPr>
            <a:lvl6pPr indent="-361950" lvl="5" marL="27432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6pPr>
            <a:lvl7pPr indent="-361950" lvl="6" marL="3200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7pPr>
            <a:lvl8pPr indent="-361950" lvl="7" marL="36576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8pPr>
            <a:lvl9pPr indent="-361950" lvl="8" marL="41148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9pPr>
          </a:lstStyle>
          <a:p/>
        </p:txBody>
      </p:sp>
      <p:sp>
        <p:nvSpPr>
          <p:cNvPr id="12" name="Google Shape;12;g3fa40c21e6a_1_0"/>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marR="0" rtl="0" algn="r">
              <a:spcBef>
                <a:spcPts val="0"/>
              </a:spcBef>
              <a:buNone/>
              <a:defRPr b="0" i="0" sz="1200" u="none" cap="none" strike="noStrike">
                <a:solidFill>
                  <a:srgbClr val="888888"/>
                </a:solidFill>
                <a:latin typeface="PT Sans"/>
                <a:ea typeface="PT Sans"/>
                <a:cs typeface="PT Sans"/>
                <a:sym typeface="PT Sans"/>
              </a:defRPr>
            </a:lvl1pPr>
            <a:lvl2pPr indent="0" lvl="1" marL="0" marR="0" rtl="0" algn="r">
              <a:spcBef>
                <a:spcPts val="0"/>
              </a:spcBef>
              <a:buNone/>
              <a:defRPr b="0" i="0" sz="1200" u="none" cap="none" strike="noStrike">
                <a:solidFill>
                  <a:srgbClr val="888888"/>
                </a:solidFill>
                <a:latin typeface="PT Sans"/>
                <a:ea typeface="PT Sans"/>
                <a:cs typeface="PT Sans"/>
                <a:sym typeface="PT Sans"/>
              </a:defRPr>
            </a:lvl2pPr>
            <a:lvl3pPr indent="0" lvl="2" marL="0" marR="0" rtl="0" algn="r">
              <a:spcBef>
                <a:spcPts val="0"/>
              </a:spcBef>
              <a:buNone/>
              <a:defRPr b="0" i="0" sz="1200" u="none" cap="none" strike="noStrike">
                <a:solidFill>
                  <a:srgbClr val="888888"/>
                </a:solidFill>
                <a:latin typeface="PT Sans"/>
                <a:ea typeface="PT Sans"/>
                <a:cs typeface="PT Sans"/>
                <a:sym typeface="PT Sans"/>
              </a:defRPr>
            </a:lvl3pPr>
            <a:lvl4pPr indent="0" lvl="3" marL="0" marR="0" rtl="0" algn="r">
              <a:spcBef>
                <a:spcPts val="0"/>
              </a:spcBef>
              <a:buNone/>
              <a:defRPr b="0" i="0" sz="1200" u="none" cap="none" strike="noStrike">
                <a:solidFill>
                  <a:srgbClr val="888888"/>
                </a:solidFill>
                <a:latin typeface="PT Sans"/>
                <a:ea typeface="PT Sans"/>
                <a:cs typeface="PT Sans"/>
                <a:sym typeface="PT Sans"/>
              </a:defRPr>
            </a:lvl4pPr>
            <a:lvl5pPr indent="0" lvl="4" marL="0" marR="0" rtl="0" algn="r">
              <a:spcBef>
                <a:spcPts val="0"/>
              </a:spcBef>
              <a:buNone/>
              <a:defRPr b="0" i="0" sz="1200" u="none" cap="none" strike="noStrike">
                <a:solidFill>
                  <a:srgbClr val="888888"/>
                </a:solidFill>
                <a:latin typeface="PT Sans"/>
                <a:ea typeface="PT Sans"/>
                <a:cs typeface="PT Sans"/>
                <a:sym typeface="PT Sans"/>
              </a:defRPr>
            </a:lvl5pPr>
            <a:lvl6pPr indent="0" lvl="5" marL="0" marR="0" rtl="0" algn="r">
              <a:spcBef>
                <a:spcPts val="0"/>
              </a:spcBef>
              <a:buNone/>
              <a:defRPr b="0" i="0" sz="1200" u="none" cap="none" strike="noStrike">
                <a:solidFill>
                  <a:srgbClr val="888888"/>
                </a:solidFill>
                <a:latin typeface="PT Sans"/>
                <a:ea typeface="PT Sans"/>
                <a:cs typeface="PT Sans"/>
                <a:sym typeface="PT Sans"/>
              </a:defRPr>
            </a:lvl6pPr>
            <a:lvl7pPr indent="0" lvl="6" marL="0" marR="0" rtl="0" algn="r">
              <a:spcBef>
                <a:spcPts val="0"/>
              </a:spcBef>
              <a:buNone/>
              <a:defRPr b="0" i="0" sz="1200" u="none" cap="none" strike="noStrike">
                <a:solidFill>
                  <a:srgbClr val="888888"/>
                </a:solidFill>
                <a:latin typeface="PT Sans"/>
                <a:ea typeface="PT Sans"/>
                <a:cs typeface="PT Sans"/>
                <a:sym typeface="PT Sans"/>
              </a:defRPr>
            </a:lvl7pPr>
            <a:lvl8pPr indent="0" lvl="7" marL="0" marR="0" rtl="0" algn="r">
              <a:spcBef>
                <a:spcPts val="0"/>
              </a:spcBef>
              <a:buNone/>
              <a:defRPr b="0" i="0" sz="1200" u="none" cap="none" strike="noStrike">
                <a:solidFill>
                  <a:srgbClr val="888888"/>
                </a:solidFill>
                <a:latin typeface="PT Sans"/>
                <a:ea typeface="PT Sans"/>
                <a:cs typeface="PT Sans"/>
                <a:sym typeface="PT Sans"/>
              </a:defRPr>
            </a:lvl8pPr>
            <a:lvl9pPr indent="0" lvl="8" marL="0" marR="0" rtl="0" algn="r">
              <a:spcBef>
                <a:spcPts val="0"/>
              </a:spcBef>
              <a:buNone/>
              <a:defRPr b="0" i="0" sz="1200" u="none" cap="none" strike="noStrike">
                <a:solidFill>
                  <a:srgbClr val="888888"/>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 Id="rId3"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 Id="rId3"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0.xml"/><Relationship Id="rId3"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4.xml"/><Relationship Id="rId3"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xml"/><Relationship Id="rId3"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xml"/><Relationship Id="rId3"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7.xml"/><Relationship Id="rId3"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8.xml"/><Relationship Id="rId3"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9.xml"/><Relationship Id="rId3" Type="http://schemas.openxmlformats.org/officeDocument/2006/relationships/image" Target="../media/image3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0.xml"/><Relationship Id="rId3" Type="http://schemas.openxmlformats.org/officeDocument/2006/relationships/image" Target="../media/image36.png"/><Relationship Id="rId4"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1.xml"/><Relationship Id="rId3" Type="http://schemas.openxmlformats.org/officeDocument/2006/relationships/image" Target="../media/image3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2.xml"/><Relationship Id="rId3" Type="http://schemas.openxmlformats.org/officeDocument/2006/relationships/image" Target="../media/image3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3.xml"/><Relationship Id="rId3" Type="http://schemas.openxmlformats.org/officeDocument/2006/relationships/image" Target="../media/image3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5.xml"/><Relationship Id="rId3" Type="http://schemas.openxmlformats.org/officeDocument/2006/relationships/image" Target="../media/image4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6.xml"/><Relationship Id="rId3" Type="http://schemas.openxmlformats.org/officeDocument/2006/relationships/image" Target="../media/image4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7.xml"/><Relationship Id="rId3" Type="http://schemas.openxmlformats.org/officeDocument/2006/relationships/image" Target="../media/image4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8.xml"/><Relationship Id="rId3" Type="http://schemas.openxmlformats.org/officeDocument/2006/relationships/image" Target="../media/image4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1.xml"/><Relationship Id="rId3" Type="http://schemas.openxmlformats.org/officeDocument/2006/relationships/image" Target="../media/image4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2.xml"/><Relationship Id="rId3" Type="http://schemas.openxmlformats.org/officeDocument/2006/relationships/image" Target="../media/image4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3.xml"/><Relationship Id="rId3" Type="http://schemas.openxmlformats.org/officeDocument/2006/relationships/image" Target="../media/image4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4.xml"/><Relationship Id="rId3" Type="http://schemas.openxmlformats.org/officeDocument/2006/relationships/image" Target="../media/image4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5.xml"/><Relationship Id="rId3" Type="http://schemas.openxmlformats.org/officeDocument/2006/relationships/image" Target="../media/image4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6.xml"/><Relationship Id="rId3" Type="http://schemas.openxmlformats.org/officeDocument/2006/relationships/image" Target="../media/image5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7.xml"/><Relationship Id="rId3" Type="http://schemas.openxmlformats.org/officeDocument/2006/relationships/image" Target="../media/image5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8.xml"/><Relationship Id="rId3" Type="http://schemas.openxmlformats.org/officeDocument/2006/relationships/image" Target="../media/image5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9.xml"/><Relationship Id="rId3" Type="http://schemas.openxmlformats.org/officeDocument/2006/relationships/image" Target="../media/image5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0.xml"/><Relationship Id="rId3" Type="http://schemas.openxmlformats.org/officeDocument/2006/relationships/image" Target="../media/image5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1.xml"/><Relationship Id="rId3" Type="http://schemas.openxmlformats.org/officeDocument/2006/relationships/image" Target="../media/image5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4.xml"/><Relationship Id="rId3" Type="http://schemas.openxmlformats.org/officeDocument/2006/relationships/image" Target="../media/image5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5.xml"/><Relationship Id="rId3" Type="http://schemas.openxmlformats.org/officeDocument/2006/relationships/image" Target="../media/image5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6.xml"/><Relationship Id="rId3" Type="http://schemas.openxmlformats.org/officeDocument/2006/relationships/image" Target="../media/image5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7.xml"/><Relationship Id="rId3" Type="http://schemas.openxmlformats.org/officeDocument/2006/relationships/image" Target="../media/image5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8.xml"/><Relationship Id="rId3" Type="http://schemas.openxmlformats.org/officeDocument/2006/relationships/image" Target="../media/image6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9.xml"/><Relationship Id="rId3" Type="http://schemas.openxmlformats.org/officeDocument/2006/relationships/image" Target="../media/image6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0.xml"/><Relationship Id="rId3" Type="http://schemas.openxmlformats.org/officeDocument/2006/relationships/image" Target="../media/image6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3.xml"/><Relationship Id="rId3" Type="http://schemas.openxmlformats.org/officeDocument/2006/relationships/image" Target="../media/image6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4.xml"/><Relationship Id="rId3" Type="http://schemas.openxmlformats.org/officeDocument/2006/relationships/image" Target="../media/image6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5.xml"/><Relationship Id="rId3" Type="http://schemas.openxmlformats.org/officeDocument/2006/relationships/image" Target="../media/image6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
          <p:cNvSpPr txBox="1"/>
          <p:nvPr>
            <p:ph type="title"/>
          </p:nvPr>
        </p:nvSpPr>
        <p:spPr>
          <a:xfrm>
            <a:off x="1086786" y="910251"/>
            <a:ext cx="7743000" cy="13545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4400" u="none" strike="noStrike">
                <a:solidFill>
                  <a:srgbClr val="000000"/>
                </a:solidFill>
                <a:latin typeface="Arial"/>
                <a:ea typeface="Arial"/>
                <a:cs typeface="Arial"/>
                <a:sym typeface="Arial"/>
              </a:rPr>
              <a:t>Primeros pasos con Unity 2D: Del motor a la escena</a:t>
            </a:r>
            <a:endParaRPr b="0" sz="4400" u="none" strike="noStrike">
              <a:solidFill>
                <a:srgbClr val="000000"/>
              </a:solidFill>
              <a:latin typeface="Arial"/>
              <a:ea typeface="Arial"/>
              <a:cs typeface="Arial"/>
              <a:sym typeface="Arial"/>
            </a:endParaRPr>
          </a:p>
        </p:txBody>
      </p:sp>
      <p:sp>
        <p:nvSpPr>
          <p:cNvPr id="243" name="Google Shape;243;p1"/>
          <p:cNvSpPr txBox="1"/>
          <p:nvPr>
            <p:ph idx="1" type="body"/>
          </p:nvPr>
        </p:nvSpPr>
        <p:spPr>
          <a:xfrm>
            <a:off x="1102537" y="2008320"/>
            <a:ext cx="7743000" cy="492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244" name="Google Shape;244;p1"/>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
          <p:cNvSpPr txBox="1"/>
          <p:nvPr>
            <p:ph type="title"/>
          </p:nvPr>
        </p:nvSpPr>
        <p:spPr>
          <a:xfrm>
            <a:off x="1433161" y="699951"/>
            <a:ext cx="7743000" cy="6774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4400" u="none" strike="noStrike">
                <a:solidFill>
                  <a:srgbClr val="000000"/>
                </a:solidFill>
                <a:latin typeface="Arial"/>
                <a:ea typeface="Arial"/>
                <a:cs typeface="Arial"/>
                <a:sym typeface="Arial"/>
              </a:rPr>
              <a:t>El motor de videojuegos</a:t>
            </a:r>
            <a:endParaRPr b="0" sz="4400" u="none" strike="noStrike">
              <a:solidFill>
                <a:srgbClr val="000000"/>
              </a:solidFill>
              <a:latin typeface="Arial"/>
              <a:ea typeface="Arial"/>
              <a:cs typeface="Arial"/>
              <a:sym typeface="Arial"/>
            </a:endParaRPr>
          </a:p>
        </p:txBody>
      </p:sp>
      <p:sp>
        <p:nvSpPr>
          <p:cNvPr id="250" name="Google Shape;250;p2"/>
          <p:cNvSpPr/>
          <p:nvPr/>
        </p:nvSpPr>
        <p:spPr>
          <a:xfrm>
            <a:off x="504000" y="2332440"/>
            <a:ext cx="1919160" cy="1004760"/>
          </a:xfrm>
          <a:prstGeom prst="rect">
            <a:avLst/>
          </a:prstGeom>
          <a:solidFill>
            <a:srgbClr val="111827"/>
          </a:solidFill>
          <a:ln cap="flat" cmpd="sng" w="12700">
            <a:solidFill>
              <a:srgbClr val="111827"/>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i="0" lang="es-ES" sz="1800" u="none" cap="none" strike="noStrike">
                <a:solidFill>
                  <a:srgbClr val="FFFFFF"/>
                </a:solidFill>
                <a:latin typeface="Arial"/>
                <a:ea typeface="Arial"/>
                <a:cs typeface="Arial"/>
                <a:sym typeface="Arial"/>
              </a:rPr>
              <a:t>MOTOR</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None/>
            </a:pPr>
            <a:r>
              <a:rPr b="1" i="0" lang="es-ES" sz="1800" u="none" cap="none" strike="noStrike">
                <a:solidFill>
                  <a:srgbClr val="FFFFFF"/>
                </a:solidFill>
                <a:latin typeface="Arial"/>
                <a:ea typeface="Arial"/>
                <a:cs typeface="Arial"/>
                <a:sym typeface="Arial"/>
              </a:rPr>
              <a:t>DE JUEGOS</a:t>
            </a:r>
            <a:endParaRPr b="0" i="0" sz="1800" u="none" cap="none" strike="noStrike">
              <a:solidFill>
                <a:srgbClr val="FFFFFF"/>
              </a:solidFill>
              <a:latin typeface="Arial"/>
              <a:ea typeface="Arial"/>
              <a:cs typeface="Arial"/>
              <a:sym typeface="Arial"/>
            </a:endParaRPr>
          </a:p>
        </p:txBody>
      </p:sp>
      <p:sp>
        <p:nvSpPr>
          <p:cNvPr id="251" name="Google Shape;251;p2"/>
          <p:cNvSpPr/>
          <p:nvPr/>
        </p:nvSpPr>
        <p:spPr>
          <a:xfrm>
            <a:off x="2700000" y="1326600"/>
            <a:ext cx="1873440" cy="657360"/>
          </a:xfrm>
          <a:prstGeom prst="rect">
            <a:avLst/>
          </a:prstGeom>
          <a:solidFill>
            <a:srgbClr val="2D9CDB"/>
          </a:solidFill>
          <a:ln cap="flat" cmpd="sng" w="12700">
            <a:solidFill>
              <a:srgbClr val="2D9CD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i="0" lang="es-ES" sz="1300" u="none" cap="none" strike="noStrike">
                <a:solidFill>
                  <a:srgbClr val="FFFFFF"/>
                </a:solidFill>
                <a:latin typeface="Arial"/>
                <a:ea typeface="Arial"/>
                <a:cs typeface="Arial"/>
                <a:sym typeface="Arial"/>
              </a:rPr>
              <a:t>representación</a:t>
            </a:r>
            <a:endParaRPr b="0" i="0" sz="13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None/>
            </a:pPr>
            <a:r>
              <a:rPr b="1" i="0" lang="es-ES" sz="1300" u="none" cap="none" strike="noStrike">
                <a:solidFill>
                  <a:srgbClr val="FFFFFF"/>
                </a:solidFill>
                <a:latin typeface="Arial"/>
                <a:ea typeface="Arial"/>
                <a:cs typeface="Arial"/>
                <a:sym typeface="Arial"/>
              </a:rPr>
              <a:t>gráfica / render</a:t>
            </a:r>
            <a:endParaRPr b="0" i="0" sz="1300" u="none" cap="none" strike="noStrike">
              <a:solidFill>
                <a:srgbClr val="FFFFFF"/>
              </a:solidFill>
              <a:latin typeface="Arial"/>
              <a:ea typeface="Arial"/>
              <a:cs typeface="Arial"/>
              <a:sym typeface="Arial"/>
            </a:endParaRPr>
          </a:p>
        </p:txBody>
      </p:sp>
      <p:sp>
        <p:nvSpPr>
          <p:cNvPr id="252" name="Google Shape;252;p2"/>
          <p:cNvSpPr/>
          <p:nvPr/>
        </p:nvSpPr>
        <p:spPr>
          <a:xfrm>
            <a:off x="5400000" y="1620000"/>
            <a:ext cx="1873440" cy="657360"/>
          </a:xfrm>
          <a:prstGeom prst="rect">
            <a:avLst/>
          </a:prstGeom>
          <a:solidFill>
            <a:srgbClr val="8B5CF6"/>
          </a:solidFill>
          <a:ln cap="flat" cmpd="sng" w="12700">
            <a:solidFill>
              <a:srgbClr val="8B5CF6"/>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i="0" lang="es-ES" sz="1300" u="none" cap="none" strike="noStrike">
                <a:solidFill>
                  <a:srgbClr val="FFFFFF"/>
                </a:solidFill>
                <a:latin typeface="Arial"/>
                <a:ea typeface="Arial"/>
                <a:cs typeface="Arial"/>
                <a:sym typeface="Arial"/>
              </a:rPr>
              <a:t>entrada</a:t>
            </a:r>
            <a:endParaRPr b="0" i="0" sz="1300" u="none" cap="none" strike="noStrike">
              <a:solidFill>
                <a:srgbClr val="FFFFFF"/>
              </a:solidFill>
              <a:latin typeface="Arial"/>
              <a:ea typeface="Arial"/>
              <a:cs typeface="Arial"/>
              <a:sym typeface="Arial"/>
            </a:endParaRPr>
          </a:p>
        </p:txBody>
      </p:sp>
      <p:sp>
        <p:nvSpPr>
          <p:cNvPr id="253" name="Google Shape;253;p2"/>
          <p:cNvSpPr/>
          <p:nvPr/>
        </p:nvSpPr>
        <p:spPr>
          <a:xfrm>
            <a:off x="7701480" y="2160000"/>
            <a:ext cx="1873440" cy="65736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i="0" lang="es-ES" sz="1300" u="none" cap="none" strike="noStrike">
                <a:solidFill>
                  <a:srgbClr val="FFFFFF"/>
                </a:solidFill>
                <a:latin typeface="Arial"/>
                <a:ea typeface="Arial"/>
                <a:cs typeface="Arial"/>
                <a:sym typeface="Arial"/>
              </a:rPr>
              <a:t>lógica</a:t>
            </a:r>
            <a:endParaRPr b="0" i="0" sz="1300" u="none" cap="none" strike="noStrike">
              <a:solidFill>
                <a:srgbClr val="000000"/>
              </a:solidFill>
              <a:latin typeface="Arial"/>
              <a:ea typeface="Arial"/>
              <a:cs typeface="Arial"/>
              <a:sym typeface="Arial"/>
            </a:endParaRPr>
          </a:p>
        </p:txBody>
      </p:sp>
      <p:sp>
        <p:nvSpPr>
          <p:cNvPr id="254" name="Google Shape;254;p2"/>
          <p:cNvSpPr/>
          <p:nvPr/>
        </p:nvSpPr>
        <p:spPr>
          <a:xfrm>
            <a:off x="7701480" y="2880000"/>
            <a:ext cx="1873440" cy="657360"/>
          </a:xfrm>
          <a:prstGeom prst="rect">
            <a:avLst/>
          </a:prstGeom>
          <a:solidFill>
            <a:srgbClr val="10B981"/>
          </a:solidFill>
          <a:ln cap="flat" cmpd="sng" w="12700">
            <a:solidFill>
              <a:srgbClr val="10B981"/>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i="0" lang="es-ES" sz="1300" u="none" cap="none" strike="noStrike">
                <a:solidFill>
                  <a:srgbClr val="FFFFFF"/>
                </a:solidFill>
                <a:latin typeface="Arial"/>
                <a:ea typeface="Arial"/>
                <a:cs typeface="Arial"/>
                <a:sym typeface="Arial"/>
              </a:rPr>
              <a:t>física e</a:t>
            </a:r>
            <a:endParaRPr b="0" i="0" sz="13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i="0" lang="es-ES" sz="1300" u="none" cap="none" strike="noStrike">
                <a:solidFill>
                  <a:srgbClr val="FFFFFF"/>
                </a:solidFill>
                <a:latin typeface="Arial"/>
                <a:ea typeface="Arial"/>
                <a:cs typeface="Arial"/>
                <a:sym typeface="Arial"/>
              </a:rPr>
              <a:t>interacciones</a:t>
            </a:r>
            <a:endParaRPr b="0" i="0" sz="1300" u="none" cap="none" strike="noStrike">
              <a:solidFill>
                <a:srgbClr val="000000"/>
              </a:solidFill>
              <a:latin typeface="Arial"/>
              <a:ea typeface="Arial"/>
              <a:cs typeface="Arial"/>
              <a:sym typeface="Arial"/>
            </a:endParaRPr>
          </a:p>
        </p:txBody>
      </p:sp>
      <p:sp>
        <p:nvSpPr>
          <p:cNvPr id="255" name="Google Shape;255;p2"/>
          <p:cNvSpPr/>
          <p:nvPr/>
        </p:nvSpPr>
        <p:spPr>
          <a:xfrm>
            <a:off x="5400000" y="3481920"/>
            <a:ext cx="1873440" cy="657360"/>
          </a:xfrm>
          <a:prstGeom prst="rect">
            <a:avLst/>
          </a:prstGeom>
          <a:solidFill>
            <a:srgbClr val="EC4899"/>
          </a:solidFill>
          <a:ln cap="flat" cmpd="sng" w="12700">
            <a:solidFill>
              <a:srgbClr val="EC4899"/>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i="0" lang="es-ES" sz="1300" u="none" cap="none" strike="noStrike">
                <a:solidFill>
                  <a:srgbClr val="FFFFFF"/>
                </a:solidFill>
                <a:latin typeface="Arial"/>
                <a:ea typeface="Arial"/>
                <a:cs typeface="Arial"/>
                <a:sym typeface="Arial"/>
              </a:rPr>
              <a:t>sonido</a:t>
            </a:r>
            <a:endParaRPr b="0" i="0" sz="1300" u="none" cap="none" strike="noStrike">
              <a:solidFill>
                <a:srgbClr val="FFFFFF"/>
              </a:solidFill>
              <a:latin typeface="Arial"/>
              <a:ea typeface="Arial"/>
              <a:cs typeface="Arial"/>
              <a:sym typeface="Arial"/>
            </a:endParaRPr>
          </a:p>
        </p:txBody>
      </p:sp>
      <p:sp>
        <p:nvSpPr>
          <p:cNvPr id="256" name="Google Shape;256;p2"/>
          <p:cNvSpPr/>
          <p:nvPr/>
        </p:nvSpPr>
        <p:spPr>
          <a:xfrm>
            <a:off x="2700000" y="3780000"/>
            <a:ext cx="1873440" cy="657360"/>
          </a:xfrm>
          <a:prstGeom prst="rect">
            <a:avLst/>
          </a:prstGeom>
          <a:solidFill>
            <a:srgbClr val="6366F1"/>
          </a:solidFill>
          <a:ln cap="flat" cmpd="sng" w="12700">
            <a:solidFill>
              <a:srgbClr val="6366F1"/>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i="0" lang="es-ES" sz="1300" u="none" cap="none" strike="noStrike">
                <a:solidFill>
                  <a:srgbClr val="FFFFFF"/>
                </a:solidFill>
                <a:latin typeface="Arial"/>
                <a:ea typeface="Arial"/>
                <a:cs typeface="Arial"/>
                <a:sym typeface="Arial"/>
              </a:rPr>
              <a:t>escenas</a:t>
            </a:r>
            <a:endParaRPr b="0" i="0" sz="1300" u="none" cap="none" strike="noStrike">
              <a:solidFill>
                <a:srgbClr val="FFFFFF"/>
              </a:solidFill>
              <a:latin typeface="Arial"/>
              <a:ea typeface="Arial"/>
              <a:cs typeface="Arial"/>
              <a:sym typeface="Arial"/>
            </a:endParaRPr>
          </a:p>
        </p:txBody>
      </p:sp>
      <p:sp>
        <p:nvSpPr>
          <p:cNvPr id="257" name="Google Shape;257;p2"/>
          <p:cNvSpPr/>
          <p:nvPr/>
        </p:nvSpPr>
        <p:spPr>
          <a:xfrm>
            <a:off x="720000" y="4664520"/>
            <a:ext cx="2376360" cy="1004760"/>
          </a:xfrm>
          <a:prstGeom prst="rect">
            <a:avLst/>
          </a:prstGeom>
          <a:solidFill>
            <a:srgbClr val="FFF7ED"/>
          </a:solidFill>
          <a:ln cap="flat" cmpd="sng" w="12700">
            <a:solidFill>
              <a:srgbClr val="FDBA74"/>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i="0" lang="es-ES" sz="1500" u="none" cap="none" strike="noStrike">
                <a:solidFill>
                  <a:srgbClr val="1F2937"/>
                </a:solidFill>
                <a:latin typeface="Arial"/>
                <a:ea typeface="Arial"/>
                <a:cs typeface="Arial"/>
                <a:sym typeface="Arial"/>
              </a:rPr>
              <a:t>Motor ≠ simple editor gráfico</a:t>
            </a:r>
            <a:endParaRPr b="0" i="0" sz="15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i="0" lang="es-ES" sz="1500" u="none" cap="none" strike="noStrike">
                <a:solidFill>
                  <a:srgbClr val="1F2937"/>
                </a:solidFill>
                <a:latin typeface="Arial"/>
                <a:ea typeface="Arial"/>
                <a:cs typeface="Arial"/>
                <a:sym typeface="Arial"/>
              </a:rPr>
              <a:t>Motor ≠ una única librería</a:t>
            </a:r>
            <a:endParaRPr b="0" i="0" sz="1500" u="none" cap="none" strike="noStrike">
              <a:solidFill>
                <a:srgbClr val="000000"/>
              </a:solidFill>
              <a:latin typeface="Arial"/>
              <a:ea typeface="Arial"/>
              <a:cs typeface="Arial"/>
              <a:sym typeface="Arial"/>
            </a:endParaRPr>
          </a:p>
        </p:txBody>
      </p:sp>
      <p:sp>
        <p:nvSpPr>
          <p:cNvPr id="258" name="Google Shape;258;p2"/>
          <p:cNvSpPr/>
          <p:nvPr/>
        </p:nvSpPr>
        <p:spPr>
          <a:xfrm>
            <a:off x="6480000" y="4672440"/>
            <a:ext cx="2946240" cy="99684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0" i="0" lang="es-ES" sz="1450" u="none" cap="none" strike="noStrike">
                <a:solidFill>
                  <a:srgbClr val="1F2937"/>
                </a:solidFill>
                <a:latin typeface="Arial"/>
                <a:ea typeface="Arial"/>
                <a:cs typeface="Arial"/>
                <a:sym typeface="Arial"/>
              </a:rPr>
              <a:t>Integra herramientas y subsistemas para no construir toda la infraestructura desde APIs inferiores.</a:t>
            </a:r>
            <a:endParaRPr b="0" i="0" sz="1450" u="none" cap="none" strike="noStrike">
              <a:solidFill>
                <a:srgbClr val="000000"/>
              </a:solidFill>
              <a:latin typeface="Arial"/>
              <a:ea typeface="Arial"/>
              <a:cs typeface="Arial"/>
              <a:sym typeface="Arial"/>
            </a:endParaRPr>
          </a:p>
        </p:txBody>
      </p:sp>
      <p:cxnSp>
        <p:nvCxnSpPr>
          <p:cNvPr id="259" name="Google Shape;259;p2"/>
          <p:cNvCxnSpPr/>
          <p:nvPr/>
        </p:nvCxnSpPr>
        <p:spPr>
          <a:xfrm flipH="1" rot="10800000">
            <a:off x="2423880" y="1984680"/>
            <a:ext cx="1176120" cy="895320"/>
          </a:xfrm>
          <a:prstGeom prst="straightConnector1">
            <a:avLst/>
          </a:prstGeom>
          <a:noFill/>
          <a:ln cap="flat" cmpd="sng" w="9525">
            <a:solidFill>
              <a:srgbClr val="3465A4"/>
            </a:solidFill>
            <a:prstDash val="solid"/>
            <a:round/>
            <a:headEnd len="sm" w="sm" type="none"/>
            <a:tailEnd len="med" w="med" type="triangle"/>
          </a:ln>
        </p:spPr>
      </p:cxnSp>
      <p:cxnSp>
        <p:nvCxnSpPr>
          <p:cNvPr id="260" name="Google Shape;260;p2"/>
          <p:cNvCxnSpPr/>
          <p:nvPr/>
        </p:nvCxnSpPr>
        <p:spPr>
          <a:xfrm flipH="1" rot="10800000">
            <a:off x="2423880" y="1980000"/>
            <a:ext cx="2976120" cy="900000"/>
          </a:xfrm>
          <a:prstGeom prst="straightConnector1">
            <a:avLst/>
          </a:prstGeom>
          <a:noFill/>
          <a:ln cap="flat" cmpd="sng" w="9525">
            <a:solidFill>
              <a:srgbClr val="3465A4"/>
            </a:solidFill>
            <a:prstDash val="solid"/>
            <a:round/>
            <a:headEnd len="sm" w="sm" type="none"/>
            <a:tailEnd len="med" w="med" type="triangle"/>
          </a:ln>
        </p:spPr>
      </p:cxnSp>
      <p:cxnSp>
        <p:nvCxnSpPr>
          <p:cNvPr id="261" name="Google Shape;261;p2"/>
          <p:cNvCxnSpPr/>
          <p:nvPr/>
        </p:nvCxnSpPr>
        <p:spPr>
          <a:xfrm flipH="1" rot="10800000">
            <a:off x="2423880" y="2520000"/>
            <a:ext cx="5277600" cy="360000"/>
          </a:xfrm>
          <a:prstGeom prst="straightConnector1">
            <a:avLst/>
          </a:prstGeom>
          <a:noFill/>
          <a:ln cap="flat" cmpd="sng" w="9525">
            <a:solidFill>
              <a:srgbClr val="3465A4"/>
            </a:solidFill>
            <a:prstDash val="solid"/>
            <a:round/>
            <a:headEnd len="sm" w="sm" type="none"/>
            <a:tailEnd len="med" w="med" type="triangle"/>
          </a:ln>
        </p:spPr>
      </p:cxnSp>
      <p:cxnSp>
        <p:nvCxnSpPr>
          <p:cNvPr id="262" name="Google Shape;262;p2"/>
          <p:cNvCxnSpPr/>
          <p:nvPr/>
        </p:nvCxnSpPr>
        <p:spPr>
          <a:xfrm>
            <a:off x="2423880" y="2880000"/>
            <a:ext cx="5277600" cy="360000"/>
          </a:xfrm>
          <a:prstGeom prst="straightConnector1">
            <a:avLst/>
          </a:prstGeom>
          <a:noFill/>
          <a:ln cap="flat" cmpd="sng" w="9525">
            <a:solidFill>
              <a:srgbClr val="3465A4"/>
            </a:solidFill>
            <a:prstDash val="solid"/>
            <a:round/>
            <a:headEnd len="sm" w="sm" type="none"/>
            <a:tailEnd len="med" w="med" type="triangle"/>
          </a:ln>
        </p:spPr>
      </p:cxnSp>
      <p:cxnSp>
        <p:nvCxnSpPr>
          <p:cNvPr id="263" name="Google Shape;263;p2"/>
          <p:cNvCxnSpPr/>
          <p:nvPr/>
        </p:nvCxnSpPr>
        <p:spPr>
          <a:xfrm>
            <a:off x="2423880" y="2880000"/>
            <a:ext cx="2976120" cy="900000"/>
          </a:xfrm>
          <a:prstGeom prst="straightConnector1">
            <a:avLst/>
          </a:prstGeom>
          <a:noFill/>
          <a:ln cap="flat" cmpd="sng" w="9525">
            <a:solidFill>
              <a:srgbClr val="3465A4"/>
            </a:solidFill>
            <a:prstDash val="solid"/>
            <a:round/>
            <a:headEnd len="sm" w="sm" type="none"/>
            <a:tailEnd len="med" w="med" type="triangle"/>
          </a:ln>
        </p:spPr>
      </p:cxnSp>
      <p:cxnSp>
        <p:nvCxnSpPr>
          <p:cNvPr id="264" name="Google Shape;264;p2"/>
          <p:cNvCxnSpPr/>
          <p:nvPr/>
        </p:nvCxnSpPr>
        <p:spPr>
          <a:xfrm>
            <a:off x="2423880" y="2880000"/>
            <a:ext cx="1176120" cy="900000"/>
          </a:xfrm>
          <a:prstGeom prst="straightConnector1">
            <a:avLst/>
          </a:prstGeom>
          <a:noFill/>
          <a:ln cap="flat" cmpd="sng" w="9525">
            <a:solidFill>
              <a:srgbClr val="3465A4"/>
            </a:solidFill>
            <a:prstDash val="solid"/>
            <a:round/>
            <a:headEnd len="sm" w="sm" type="none"/>
            <a:tailEnd len="med" w="med" type="triangle"/>
          </a:ln>
        </p:spPr>
      </p:cxnSp>
      <p:sp>
        <p:nvSpPr>
          <p:cNvPr id="265" name="Google Shape;265;p2"/>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
          <p:cNvSpPr txBox="1"/>
          <p:nvPr>
            <p:ph type="title"/>
          </p:nvPr>
        </p:nvSpPr>
        <p:spPr>
          <a:xfrm>
            <a:off x="1086786" y="1048799"/>
            <a:ext cx="7743000" cy="6774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4400" u="none" strike="noStrike">
                <a:solidFill>
                  <a:srgbClr val="000000"/>
                </a:solidFill>
                <a:latin typeface="Arial"/>
                <a:ea typeface="Arial"/>
                <a:cs typeface="Arial"/>
                <a:sym typeface="Arial"/>
              </a:rPr>
              <a:t>Motores de videojuegos</a:t>
            </a:r>
            <a:endParaRPr b="0" sz="4400" u="none" strike="noStrike">
              <a:solidFill>
                <a:srgbClr val="000000"/>
              </a:solidFill>
              <a:latin typeface="Arial"/>
              <a:ea typeface="Arial"/>
              <a:cs typeface="Arial"/>
              <a:sym typeface="Arial"/>
            </a:endParaRPr>
          </a:p>
        </p:txBody>
      </p:sp>
      <p:graphicFrame>
        <p:nvGraphicFramePr>
          <p:cNvPr id="271" name="Google Shape;271;p3"/>
          <p:cNvGraphicFramePr/>
          <p:nvPr/>
        </p:nvGraphicFramePr>
        <p:xfrm>
          <a:off x="504000" y="1722450"/>
          <a:ext cx="3000000" cy="3000000"/>
        </p:xfrm>
        <a:graphic>
          <a:graphicData uri="http://schemas.openxmlformats.org/drawingml/2006/table">
            <a:tbl>
              <a:tblPr>
                <a:noFill/>
                <a:tableStyleId>{F5F481C9-BA32-46D8-A30F-0AC81FD2F829}</a:tableStyleId>
              </a:tblPr>
              <a:tblGrid>
                <a:gridCol w="3023650"/>
                <a:gridCol w="3023650"/>
                <a:gridCol w="3024350"/>
              </a:tblGrid>
              <a:tr h="346325">
                <a:tc>
                  <a:txBody>
                    <a:bodyPr/>
                    <a:lstStyle/>
                    <a:p>
                      <a:pPr indent="0" lvl="0" marL="0" marR="0" rtl="0" algn="ctr">
                        <a:lnSpc>
                          <a:spcPct val="100000"/>
                        </a:lnSpc>
                        <a:spcBef>
                          <a:spcPts val="0"/>
                        </a:spcBef>
                        <a:spcAft>
                          <a:spcPts val="0"/>
                        </a:spcAft>
                        <a:buNone/>
                      </a:pPr>
                      <a:r>
                        <a:rPr b="1" lang="es-ES" sz="1800" u="none" cap="none" strike="noStrike">
                          <a:solidFill>
                            <a:srgbClr val="000000"/>
                          </a:solidFill>
                          <a:latin typeface="Arial"/>
                          <a:ea typeface="Arial"/>
                          <a:cs typeface="Arial"/>
                          <a:sym typeface="Arial"/>
                        </a:rPr>
                        <a:t>Característica</a:t>
                      </a:r>
                      <a:endParaRPr b="0" sz="1800" u="none" cap="none" strike="noStrike">
                        <a:solidFill>
                          <a:srgbClr val="000000"/>
                        </a:solidFill>
                        <a:latin typeface="Arial"/>
                        <a:ea typeface="Arial"/>
                        <a:cs typeface="Arial"/>
                        <a:sym typeface="Arial"/>
                      </a:endParaRPr>
                    </a:p>
                  </a:txBody>
                  <a:tcPr marT="36000" marB="36000"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s-ES" sz="1800" u="none" cap="none" strike="noStrike">
                          <a:solidFill>
                            <a:srgbClr val="000000"/>
                          </a:solidFill>
                          <a:latin typeface="Arial"/>
                          <a:ea typeface="Arial"/>
                          <a:cs typeface="Arial"/>
                          <a:sym typeface="Arial"/>
                        </a:rPr>
                        <a:t>Unity</a:t>
                      </a:r>
                      <a:endParaRPr b="0" sz="1800" u="none" cap="none" strike="noStrike">
                        <a:solidFill>
                          <a:srgbClr val="000000"/>
                        </a:solidFill>
                        <a:latin typeface="Arial"/>
                        <a:ea typeface="Arial"/>
                        <a:cs typeface="Arial"/>
                        <a:sym typeface="Arial"/>
                      </a:endParaRPr>
                    </a:p>
                  </a:txBody>
                  <a:tcPr marT="36000" marB="36000"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s-ES" sz="1800" u="none" cap="none" strike="noStrike">
                          <a:solidFill>
                            <a:srgbClr val="000000"/>
                          </a:solidFill>
                          <a:latin typeface="Arial"/>
                          <a:ea typeface="Arial"/>
                          <a:cs typeface="Arial"/>
                          <a:sym typeface="Arial"/>
                        </a:rPr>
                        <a:t>Godot</a:t>
                      </a:r>
                      <a:endParaRPr b="0" sz="1800" u="none" cap="none" strike="noStrike">
                        <a:solidFill>
                          <a:srgbClr val="000000"/>
                        </a:solidFill>
                        <a:latin typeface="Arial"/>
                        <a:ea typeface="Arial"/>
                        <a:cs typeface="Arial"/>
                        <a:sym typeface="Arial"/>
                      </a:endParaRPr>
                    </a:p>
                  </a:txBody>
                  <a:tcPr marT="36000" marB="36000"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0" lvl="0" marL="0" marR="0" rtl="0" algn="l">
                        <a:lnSpc>
                          <a:spcPct val="100000"/>
                        </a:lnSpc>
                        <a:spcBef>
                          <a:spcPts val="0"/>
                        </a:spcBef>
                        <a:spcAft>
                          <a:spcPts val="0"/>
                        </a:spcAft>
                        <a:buNone/>
                      </a:pPr>
                      <a:r>
                        <a:rPr b="0" lang="es-ES" sz="1800" u="none" cap="none" strike="noStrike">
                          <a:solidFill>
                            <a:srgbClr val="000000"/>
                          </a:solidFill>
                          <a:latin typeface="Arial"/>
                          <a:ea typeface="Arial"/>
                          <a:cs typeface="Arial"/>
                          <a:sym typeface="Arial"/>
                        </a:rPr>
                        <a:t>2D / 3D</a:t>
                      </a:r>
                      <a:endParaRPr b="0" sz="1800" u="none" cap="none" strike="noStrike">
                        <a:solidFill>
                          <a:srgbClr val="000000"/>
                        </a:solidFill>
                        <a:latin typeface="Arial"/>
                        <a:ea typeface="Arial"/>
                        <a:cs typeface="Arial"/>
                        <a:sym typeface="Arial"/>
                      </a:endParaRPr>
                    </a:p>
                  </a:txBody>
                  <a:tcPr marT="36000" marB="36000"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s-ES" sz="1800" u="none" cap="none" strike="noStrike">
                          <a:solidFill>
                            <a:srgbClr val="000000"/>
                          </a:solidFill>
                          <a:latin typeface="Arial"/>
                          <a:ea typeface="Arial"/>
                          <a:cs typeface="Arial"/>
                          <a:sym typeface="Arial"/>
                        </a:rPr>
                        <a:t>Sí / Sí</a:t>
                      </a:r>
                      <a:endParaRPr b="0" sz="1800" u="none" cap="none" strike="noStrike">
                        <a:solidFill>
                          <a:srgbClr val="000000"/>
                        </a:solidFill>
                        <a:latin typeface="Arial"/>
                        <a:ea typeface="Arial"/>
                        <a:cs typeface="Arial"/>
                        <a:sym typeface="Arial"/>
                      </a:endParaRPr>
                    </a:p>
                  </a:txBody>
                  <a:tcPr marT="36000" marB="36000"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s-ES" sz="1800" u="none" cap="none" strike="noStrike">
                          <a:solidFill>
                            <a:srgbClr val="000000"/>
                          </a:solidFill>
                          <a:latin typeface="Arial"/>
                          <a:ea typeface="Arial"/>
                          <a:cs typeface="Arial"/>
                          <a:sym typeface="Arial"/>
                        </a:rPr>
                        <a:t>Sí / Sí</a:t>
                      </a:r>
                      <a:endParaRPr b="0" sz="1800" u="none" cap="none" strike="noStrike">
                        <a:solidFill>
                          <a:srgbClr val="000000"/>
                        </a:solidFill>
                        <a:latin typeface="Arial"/>
                        <a:ea typeface="Arial"/>
                        <a:cs typeface="Arial"/>
                        <a:sym typeface="Arial"/>
                      </a:endParaRPr>
                    </a:p>
                  </a:txBody>
                  <a:tcPr marT="36000" marB="36000"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0" lvl="0" marL="0" marR="0" rtl="0" algn="l">
                        <a:lnSpc>
                          <a:spcPct val="100000"/>
                        </a:lnSpc>
                        <a:spcBef>
                          <a:spcPts val="0"/>
                        </a:spcBef>
                        <a:spcAft>
                          <a:spcPts val="0"/>
                        </a:spcAft>
                        <a:buNone/>
                      </a:pPr>
                      <a:r>
                        <a:rPr b="0" lang="es-ES" sz="1800" u="none" cap="none" strike="noStrike">
                          <a:solidFill>
                            <a:srgbClr val="000000"/>
                          </a:solidFill>
                          <a:latin typeface="Arial"/>
                          <a:ea typeface="Arial"/>
                          <a:cs typeface="Arial"/>
                          <a:sym typeface="Arial"/>
                        </a:rPr>
                        <a:t>Script principal</a:t>
                      </a:r>
                      <a:endParaRPr b="0" sz="1800" u="none" cap="none" strike="noStrike">
                        <a:solidFill>
                          <a:srgbClr val="000000"/>
                        </a:solidFill>
                        <a:latin typeface="Arial"/>
                        <a:ea typeface="Arial"/>
                        <a:cs typeface="Arial"/>
                        <a:sym typeface="Arial"/>
                      </a:endParaRPr>
                    </a:p>
                  </a:txBody>
                  <a:tcPr marT="36000" marB="36000"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s-ES" sz="1800" u="none" cap="none" strike="noStrike">
                          <a:solidFill>
                            <a:srgbClr val="000000"/>
                          </a:solidFill>
                          <a:latin typeface="Arial"/>
                          <a:ea typeface="Arial"/>
                          <a:cs typeface="Arial"/>
                          <a:sym typeface="Arial"/>
                        </a:rPr>
                        <a:t>C#</a:t>
                      </a:r>
                      <a:endParaRPr b="0" sz="1800" u="none" cap="none" strike="noStrike">
                        <a:solidFill>
                          <a:srgbClr val="000000"/>
                        </a:solidFill>
                        <a:latin typeface="Arial"/>
                        <a:ea typeface="Arial"/>
                        <a:cs typeface="Arial"/>
                        <a:sym typeface="Arial"/>
                      </a:endParaRPr>
                    </a:p>
                  </a:txBody>
                  <a:tcPr marT="36000" marB="36000"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s-ES" sz="1800" u="none" cap="none" strike="noStrike">
                          <a:solidFill>
                            <a:srgbClr val="000000"/>
                          </a:solidFill>
                          <a:latin typeface="Arial"/>
                          <a:ea typeface="Arial"/>
                          <a:cs typeface="Arial"/>
                          <a:sym typeface="Arial"/>
                        </a:rPr>
                        <a:t>GDScript y C#</a:t>
                      </a:r>
                      <a:endParaRPr b="0" sz="1800" u="none" cap="none" strike="noStrike">
                        <a:solidFill>
                          <a:srgbClr val="000000"/>
                        </a:solidFill>
                        <a:latin typeface="Arial"/>
                        <a:ea typeface="Arial"/>
                        <a:cs typeface="Arial"/>
                        <a:sym typeface="Arial"/>
                      </a:endParaRPr>
                    </a:p>
                  </a:txBody>
                  <a:tcPr marT="36000" marB="36000"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0" lvl="0" marL="0" marR="0" rtl="0" algn="l">
                        <a:lnSpc>
                          <a:spcPct val="100000"/>
                        </a:lnSpc>
                        <a:spcBef>
                          <a:spcPts val="0"/>
                        </a:spcBef>
                        <a:spcAft>
                          <a:spcPts val="0"/>
                        </a:spcAft>
                        <a:buNone/>
                      </a:pPr>
                      <a:r>
                        <a:rPr b="0" lang="es-ES" sz="1800" u="none" cap="none" strike="noStrike">
                          <a:solidFill>
                            <a:srgbClr val="000000"/>
                          </a:solidFill>
                          <a:latin typeface="Arial"/>
                          <a:ea typeface="Arial"/>
                          <a:cs typeface="Arial"/>
                          <a:sym typeface="Arial"/>
                        </a:rPr>
                        <a:t>Plataformas</a:t>
                      </a:r>
                      <a:endParaRPr b="0" sz="1800" u="none" cap="none" strike="noStrike">
                        <a:solidFill>
                          <a:srgbClr val="000000"/>
                        </a:solidFill>
                        <a:latin typeface="Arial"/>
                        <a:ea typeface="Arial"/>
                        <a:cs typeface="Arial"/>
                        <a:sym typeface="Arial"/>
                      </a:endParaRPr>
                    </a:p>
                  </a:txBody>
                  <a:tcPr marT="36000" marB="36000"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s-ES" sz="1800" u="none" cap="none" strike="noStrike">
                          <a:solidFill>
                            <a:srgbClr val="000000"/>
                          </a:solidFill>
                          <a:latin typeface="Arial"/>
                          <a:ea typeface="Arial"/>
                          <a:cs typeface="Arial"/>
                          <a:sym typeface="Arial"/>
                        </a:rPr>
                        <a:t>Amplio soporte multiplataforma</a:t>
                      </a:r>
                      <a:endParaRPr b="0" sz="1800" u="none" cap="none" strike="noStrike">
                        <a:solidFill>
                          <a:srgbClr val="000000"/>
                        </a:solidFill>
                        <a:latin typeface="Arial"/>
                        <a:ea typeface="Arial"/>
                        <a:cs typeface="Arial"/>
                        <a:sym typeface="Arial"/>
                      </a:endParaRPr>
                    </a:p>
                  </a:txBody>
                  <a:tcPr marT="36000" marB="36000"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s-ES" sz="1800" u="none" cap="none" strike="noStrike">
                          <a:solidFill>
                            <a:srgbClr val="000000"/>
                          </a:solidFill>
                          <a:latin typeface="Arial"/>
                          <a:ea typeface="Arial"/>
                          <a:cs typeface="Arial"/>
                          <a:sym typeface="Arial"/>
                        </a:rPr>
                        <a:t>Escritorio, móvil y web, consola mediante terceros</a:t>
                      </a:r>
                      <a:endParaRPr b="0" sz="1800" u="none" cap="none" strike="noStrike">
                        <a:solidFill>
                          <a:srgbClr val="000000"/>
                        </a:solidFill>
                        <a:latin typeface="Arial"/>
                        <a:ea typeface="Arial"/>
                        <a:cs typeface="Arial"/>
                        <a:sym typeface="Arial"/>
                      </a:endParaRPr>
                    </a:p>
                  </a:txBody>
                  <a:tcPr marT="36000" marB="36000"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6325">
                <a:tc>
                  <a:txBody>
                    <a:bodyPr/>
                    <a:lstStyle/>
                    <a:p>
                      <a:pPr indent="0" lvl="0" marL="0" marR="0" rtl="0" algn="l">
                        <a:lnSpc>
                          <a:spcPct val="100000"/>
                        </a:lnSpc>
                        <a:spcBef>
                          <a:spcPts val="0"/>
                        </a:spcBef>
                        <a:spcAft>
                          <a:spcPts val="0"/>
                        </a:spcAft>
                        <a:buNone/>
                      </a:pPr>
                      <a:r>
                        <a:rPr b="0" lang="es-ES" sz="1800" u="none" cap="none" strike="noStrike">
                          <a:solidFill>
                            <a:srgbClr val="000000"/>
                          </a:solidFill>
                          <a:latin typeface="Arial"/>
                          <a:ea typeface="Arial"/>
                          <a:cs typeface="Arial"/>
                          <a:sym typeface="Arial"/>
                        </a:rPr>
                        <a:t>Modelo / ecosistema</a:t>
                      </a:r>
                      <a:endParaRPr b="0" sz="1800" u="none" cap="none" strike="noStrike">
                        <a:solidFill>
                          <a:srgbClr val="000000"/>
                        </a:solidFill>
                        <a:latin typeface="Arial"/>
                        <a:ea typeface="Arial"/>
                        <a:cs typeface="Arial"/>
                        <a:sym typeface="Arial"/>
                      </a:endParaRPr>
                    </a:p>
                  </a:txBody>
                  <a:tcPr marT="36000" marB="36000"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s-ES" sz="1800" u="none" cap="none" strike="noStrike">
                          <a:solidFill>
                            <a:srgbClr val="000000"/>
                          </a:solidFill>
                          <a:latin typeface="Arial"/>
                          <a:ea typeface="Arial"/>
                          <a:cs typeface="Arial"/>
                          <a:sym typeface="Arial"/>
                        </a:rPr>
                        <a:t>Producto comercial + Asset Store y servicios</a:t>
                      </a:r>
                      <a:endParaRPr b="0" sz="1800" u="none" cap="none" strike="noStrike">
                        <a:solidFill>
                          <a:srgbClr val="000000"/>
                        </a:solidFill>
                        <a:latin typeface="Arial"/>
                        <a:ea typeface="Arial"/>
                        <a:cs typeface="Arial"/>
                        <a:sym typeface="Arial"/>
                      </a:endParaRPr>
                    </a:p>
                  </a:txBody>
                  <a:tcPr marT="36000" marB="36000"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s-ES" sz="1800" u="none" cap="none" strike="noStrike">
                          <a:solidFill>
                            <a:srgbClr val="000000"/>
                          </a:solidFill>
                          <a:latin typeface="Arial"/>
                          <a:ea typeface="Arial"/>
                          <a:cs typeface="Arial"/>
                          <a:sym typeface="Arial"/>
                        </a:rPr>
                        <a:t>Software libre, MIT, orientado a comunidad</a:t>
                      </a:r>
                      <a:endParaRPr b="0" sz="1800" u="none" cap="none" strike="noStrike">
                        <a:solidFill>
                          <a:srgbClr val="000000"/>
                        </a:solidFill>
                        <a:latin typeface="Arial"/>
                        <a:ea typeface="Arial"/>
                        <a:cs typeface="Arial"/>
                        <a:sym typeface="Arial"/>
                      </a:endParaRPr>
                    </a:p>
                  </a:txBody>
                  <a:tcPr marT="36000" marB="36000"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72" name="Google Shape;272;p3"/>
          <p:cNvSpPr/>
          <p:nvPr/>
        </p:nvSpPr>
        <p:spPr>
          <a:xfrm>
            <a:off x="540000" y="3995850"/>
            <a:ext cx="8999400" cy="964200"/>
          </a:xfrm>
          <a:prstGeom prst="rect">
            <a:avLst/>
          </a:prstGeom>
          <a:noFill/>
          <a:ln>
            <a:noFill/>
          </a:ln>
        </p:spPr>
        <p:txBody>
          <a:bodyPr anchorCtr="0" anchor="t" bIns="45000" lIns="90000" spcFirstLastPara="1" rIns="90000" wrap="square" tIns="45000">
            <a:spAutoFit/>
          </a:bodyPr>
          <a:lstStyle/>
          <a:p>
            <a:pPr indent="-216000" lvl="0" marL="216000" marR="0" rtl="0" algn="l">
              <a:lnSpc>
                <a:spcPct val="100000"/>
              </a:lnSpc>
              <a:spcBef>
                <a:spcPts val="0"/>
              </a:spcBef>
              <a:spcAft>
                <a:spcPts val="0"/>
              </a:spcAft>
              <a:buClr>
                <a:srgbClr val="000000"/>
              </a:buClr>
              <a:buSzPts val="810"/>
              <a:buFont typeface="Noto Sans Symbols"/>
              <a:buChar char="●"/>
            </a:pPr>
            <a:r>
              <a:rPr b="0" i="0" lang="es-ES" sz="1800" u="none" cap="none" strike="noStrike">
                <a:solidFill>
                  <a:srgbClr val="000000"/>
                </a:solidFill>
                <a:latin typeface="Arial"/>
                <a:ea typeface="Arial"/>
                <a:cs typeface="Arial"/>
                <a:sym typeface="Arial"/>
              </a:rPr>
              <a:t>Existen múltiples motores de videojuegos: Unreal Engine, Unity, Godot, GameMaker, RPG maker, Construct,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273" name="Google Shape;273;p3"/>
          <p:cNvSpPr txBox="1"/>
          <p:nvPr>
            <p:ph idx="12" type="sldNum"/>
          </p:nvPr>
        </p:nvSpPr>
        <p:spPr>
          <a:xfrm>
            <a:off x="6772920" y="5323125"/>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
          <p:cNvSpPr/>
          <p:nvPr/>
        </p:nvSpPr>
        <p:spPr>
          <a:xfrm>
            <a:off x="3583800" y="1546920"/>
            <a:ext cx="2858400" cy="2638440"/>
          </a:xfrm>
          <a:prstGeom prst="rect">
            <a:avLst/>
          </a:prstGeom>
          <a:solidFill>
            <a:srgbClr val="E0F2FE"/>
          </a:solidFill>
          <a:ln cap="flat" cmpd="sng" w="15225">
            <a:solidFill>
              <a:srgbClr val="93C5FD"/>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b="0" sz="1800" u="none" strike="noStrike">
              <a:solidFill>
                <a:schemeClr val="dk1"/>
              </a:solidFill>
              <a:latin typeface="Arial"/>
              <a:ea typeface="Arial"/>
              <a:cs typeface="Arial"/>
              <a:sym typeface="Arial"/>
            </a:endParaRPr>
          </a:p>
        </p:txBody>
      </p:sp>
      <p:sp>
        <p:nvSpPr>
          <p:cNvPr id="279" name="Google Shape;279;p4"/>
          <p:cNvSpPr/>
          <p:nvPr/>
        </p:nvSpPr>
        <p:spPr>
          <a:xfrm>
            <a:off x="3926880" y="1942920"/>
            <a:ext cx="2172600" cy="1846440"/>
          </a:xfrm>
          <a:prstGeom prst="rect">
            <a:avLst/>
          </a:prstGeom>
          <a:solidFill>
            <a:srgbClr val="DCFCE7"/>
          </a:solidFill>
          <a:ln cap="flat" cmpd="sng" w="12700">
            <a:solidFill>
              <a:srgbClr val="BBF7D0"/>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80" name="Google Shape;280;p4"/>
          <p:cNvSpPr/>
          <p:nvPr/>
        </p:nvSpPr>
        <p:spPr>
          <a:xfrm>
            <a:off x="4842000" y="2655360"/>
            <a:ext cx="342000" cy="342000"/>
          </a:xfrm>
          <a:prstGeom prst="ellipse">
            <a:avLst/>
          </a:prstGeom>
          <a:solidFill>
            <a:srgbClr val="F59E0B"/>
          </a:solidFill>
          <a:ln cap="flat" cmpd="sng" w="12700">
            <a:solidFill>
              <a:srgbClr val="B45309"/>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81" name="Google Shape;281;p4"/>
          <p:cNvSpPr/>
          <p:nvPr/>
        </p:nvSpPr>
        <p:spPr>
          <a:xfrm>
            <a:off x="4212720" y="2232720"/>
            <a:ext cx="313560" cy="313920"/>
          </a:xfrm>
          <a:prstGeom prst="hexagon">
            <a:avLst>
              <a:gd fmla="val 25000" name="adj"/>
              <a:gd fmla="val 115470" name="vf"/>
            </a:avLst>
          </a:prstGeom>
          <a:solidFill>
            <a:srgbClr val="9CA3AF"/>
          </a:solidFill>
          <a:ln cap="flat" cmpd="sng" w="12700">
            <a:solidFill>
              <a:srgbClr val="4B556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82" name="Google Shape;282;p4"/>
          <p:cNvSpPr/>
          <p:nvPr/>
        </p:nvSpPr>
        <p:spPr>
          <a:xfrm>
            <a:off x="5528160" y="2338560"/>
            <a:ext cx="313560" cy="313920"/>
          </a:xfrm>
          <a:prstGeom prst="hexagon">
            <a:avLst>
              <a:gd fmla="val 25000" name="adj"/>
              <a:gd fmla="val 115470" name="vf"/>
            </a:avLst>
          </a:prstGeom>
          <a:solidFill>
            <a:srgbClr val="9CA3AF"/>
          </a:solidFill>
          <a:ln cap="flat" cmpd="sng" w="12700">
            <a:solidFill>
              <a:srgbClr val="4B556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83" name="Google Shape;283;p4"/>
          <p:cNvSpPr/>
          <p:nvPr/>
        </p:nvSpPr>
        <p:spPr>
          <a:xfrm>
            <a:off x="5442480" y="3341520"/>
            <a:ext cx="313560" cy="313560"/>
          </a:xfrm>
          <a:prstGeom prst="hexagon">
            <a:avLst>
              <a:gd fmla="val 25000" name="adj"/>
              <a:gd fmla="val 115470" name="vf"/>
            </a:avLst>
          </a:prstGeom>
          <a:solidFill>
            <a:srgbClr val="9CA3AF"/>
          </a:solidFill>
          <a:ln cap="flat" cmpd="sng" w="12700">
            <a:solidFill>
              <a:srgbClr val="4B556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84" name="Google Shape;284;p4"/>
          <p:cNvSpPr/>
          <p:nvPr/>
        </p:nvSpPr>
        <p:spPr>
          <a:xfrm>
            <a:off x="504000" y="1326600"/>
            <a:ext cx="2198880" cy="570960"/>
          </a:xfrm>
          <a:prstGeom prst="rect">
            <a:avLst/>
          </a:prstGeom>
          <a:solidFill>
            <a:srgbClr val="FFFFFF"/>
          </a:solidFill>
          <a:ln cap="flat" cmpd="sng" w="12700">
            <a:solidFill>
              <a:srgbClr val="2D9CD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0" lang="es-ES" sz="1350" u="none" strike="noStrike">
                <a:solidFill>
                  <a:srgbClr val="111827"/>
                </a:solidFill>
                <a:latin typeface="Arial"/>
                <a:ea typeface="Arial"/>
                <a:cs typeface="Arial"/>
                <a:sym typeface="Arial"/>
              </a:rPr>
              <a:t>Representación</a:t>
            </a:r>
            <a:endParaRPr b="0" sz="13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s-ES" sz="1350" u="none" strike="noStrike">
                <a:solidFill>
                  <a:srgbClr val="111827"/>
                </a:solidFill>
                <a:latin typeface="Arial"/>
                <a:ea typeface="Arial"/>
                <a:cs typeface="Arial"/>
                <a:sym typeface="Arial"/>
              </a:rPr>
              <a:t>Qué vemos</a:t>
            </a:r>
            <a:endParaRPr b="0" sz="1350" u="none" strike="noStrike">
              <a:solidFill>
                <a:srgbClr val="000000"/>
              </a:solidFill>
              <a:latin typeface="Arial"/>
              <a:ea typeface="Arial"/>
              <a:cs typeface="Arial"/>
              <a:sym typeface="Arial"/>
            </a:endParaRPr>
          </a:p>
        </p:txBody>
      </p:sp>
      <p:cxnSp>
        <p:nvCxnSpPr>
          <p:cNvPr id="285" name="Google Shape;285;p4"/>
          <p:cNvCxnSpPr/>
          <p:nvPr/>
        </p:nvCxnSpPr>
        <p:spPr>
          <a:xfrm>
            <a:off x="2740320" y="1612440"/>
            <a:ext cx="843480" cy="360"/>
          </a:xfrm>
          <a:prstGeom prst="straightConnector1">
            <a:avLst/>
          </a:prstGeom>
          <a:noFill/>
          <a:ln cap="flat" cmpd="sng" w="12700">
            <a:solidFill>
              <a:srgbClr val="2D9CDB"/>
            </a:solidFill>
            <a:prstDash val="solid"/>
            <a:round/>
            <a:headEnd len="sm" w="sm" type="none"/>
            <a:tailEnd len="med" w="med" type="triangle"/>
          </a:ln>
        </p:spPr>
      </p:cxnSp>
      <p:sp>
        <p:nvSpPr>
          <p:cNvPr id="286" name="Google Shape;286;p4"/>
          <p:cNvSpPr/>
          <p:nvPr/>
        </p:nvSpPr>
        <p:spPr>
          <a:xfrm>
            <a:off x="577440" y="2536560"/>
            <a:ext cx="2198520" cy="570960"/>
          </a:xfrm>
          <a:prstGeom prst="rect">
            <a:avLst/>
          </a:prstGeom>
          <a:solidFill>
            <a:srgbClr val="FFFFFF"/>
          </a:solidFill>
          <a:ln cap="flat" cmpd="sng" w="12700">
            <a:solidFill>
              <a:srgbClr val="8B5CF6"/>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0" lang="es-ES" sz="1350" u="none" strike="noStrike">
                <a:solidFill>
                  <a:srgbClr val="111827"/>
                </a:solidFill>
                <a:latin typeface="Arial"/>
                <a:ea typeface="Arial"/>
                <a:cs typeface="Arial"/>
                <a:sym typeface="Arial"/>
              </a:rPr>
              <a:t>Entrada</a:t>
            </a:r>
            <a:endParaRPr b="0" sz="13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s-ES" sz="1350" u="none" strike="noStrike">
                <a:solidFill>
                  <a:srgbClr val="111827"/>
                </a:solidFill>
                <a:latin typeface="Arial"/>
                <a:ea typeface="Arial"/>
                <a:cs typeface="Arial"/>
                <a:sym typeface="Arial"/>
              </a:rPr>
              <a:t>Qué hace el jugador</a:t>
            </a:r>
            <a:endParaRPr b="0" sz="1350" u="none" strike="noStrike">
              <a:solidFill>
                <a:srgbClr val="000000"/>
              </a:solidFill>
              <a:latin typeface="Arial"/>
              <a:ea typeface="Arial"/>
              <a:cs typeface="Arial"/>
              <a:sym typeface="Arial"/>
            </a:endParaRPr>
          </a:p>
        </p:txBody>
      </p:sp>
      <p:cxnSp>
        <p:nvCxnSpPr>
          <p:cNvPr id="287" name="Google Shape;287;p4"/>
          <p:cNvCxnSpPr/>
          <p:nvPr/>
        </p:nvCxnSpPr>
        <p:spPr>
          <a:xfrm>
            <a:off x="2813760" y="2822400"/>
            <a:ext cx="770040" cy="360"/>
          </a:xfrm>
          <a:prstGeom prst="straightConnector1">
            <a:avLst/>
          </a:prstGeom>
          <a:noFill/>
          <a:ln cap="flat" cmpd="sng" w="12700">
            <a:solidFill>
              <a:srgbClr val="8B5CF6"/>
            </a:solidFill>
            <a:prstDash val="solid"/>
            <a:round/>
            <a:headEnd len="sm" w="sm" type="none"/>
            <a:tailEnd len="med" w="med" type="triangle"/>
          </a:ln>
        </p:spPr>
      </p:cxnSp>
      <p:sp>
        <p:nvSpPr>
          <p:cNvPr id="288" name="Google Shape;288;p4"/>
          <p:cNvSpPr/>
          <p:nvPr/>
        </p:nvSpPr>
        <p:spPr>
          <a:xfrm>
            <a:off x="577440" y="3746520"/>
            <a:ext cx="2198520" cy="570960"/>
          </a:xfrm>
          <a:prstGeom prst="rect">
            <a:avLst/>
          </a:prstGeom>
          <a:solidFill>
            <a:srgbClr val="FFFFFF"/>
          </a:solidFill>
          <a:ln cap="flat" cmpd="sng" w="12700">
            <a:solidFill>
              <a:srgbClr val="F59E0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0" lang="es-ES" sz="1350" u="none" strike="noStrike">
                <a:solidFill>
                  <a:srgbClr val="111827"/>
                </a:solidFill>
                <a:latin typeface="Arial"/>
                <a:ea typeface="Arial"/>
                <a:cs typeface="Arial"/>
                <a:sym typeface="Arial"/>
              </a:rPr>
              <a:t>Reglas / lógica</a:t>
            </a:r>
            <a:endParaRPr b="0" sz="13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s-ES" sz="1350" u="none" strike="noStrike">
                <a:solidFill>
                  <a:srgbClr val="111827"/>
                </a:solidFill>
                <a:latin typeface="Arial"/>
                <a:ea typeface="Arial"/>
                <a:cs typeface="Arial"/>
                <a:sym typeface="Arial"/>
              </a:rPr>
              <a:t>Qué debe ocurrir</a:t>
            </a:r>
            <a:endParaRPr b="0" sz="1350" u="none" strike="noStrike">
              <a:solidFill>
                <a:srgbClr val="000000"/>
              </a:solidFill>
              <a:latin typeface="Arial"/>
              <a:ea typeface="Arial"/>
              <a:cs typeface="Arial"/>
              <a:sym typeface="Arial"/>
            </a:endParaRPr>
          </a:p>
        </p:txBody>
      </p:sp>
      <p:cxnSp>
        <p:nvCxnSpPr>
          <p:cNvPr id="289" name="Google Shape;289;p4"/>
          <p:cNvCxnSpPr/>
          <p:nvPr/>
        </p:nvCxnSpPr>
        <p:spPr>
          <a:xfrm>
            <a:off x="2813760" y="4032000"/>
            <a:ext cx="770040" cy="360"/>
          </a:xfrm>
          <a:prstGeom prst="straightConnector1">
            <a:avLst/>
          </a:prstGeom>
          <a:noFill/>
          <a:ln cap="flat" cmpd="sng" w="12700">
            <a:solidFill>
              <a:srgbClr val="F59E0B"/>
            </a:solidFill>
            <a:prstDash val="solid"/>
            <a:round/>
            <a:headEnd len="sm" w="sm" type="none"/>
            <a:tailEnd len="med" w="med" type="triangle"/>
          </a:ln>
        </p:spPr>
      </p:cxnSp>
      <p:sp>
        <p:nvSpPr>
          <p:cNvPr id="290" name="Google Shape;290;p4"/>
          <p:cNvSpPr/>
          <p:nvPr/>
        </p:nvSpPr>
        <p:spPr>
          <a:xfrm>
            <a:off x="6919560" y="1326600"/>
            <a:ext cx="2198880" cy="570960"/>
          </a:xfrm>
          <a:prstGeom prst="rect">
            <a:avLst/>
          </a:prstGeom>
          <a:solidFill>
            <a:srgbClr val="FFFFFF"/>
          </a:solidFill>
          <a:ln cap="flat" cmpd="sng" w="12700">
            <a:solidFill>
              <a:srgbClr val="64748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0" lang="es-ES" sz="1350" u="none" strike="noStrike">
                <a:solidFill>
                  <a:srgbClr val="111827"/>
                </a:solidFill>
                <a:latin typeface="Arial"/>
                <a:ea typeface="Arial"/>
                <a:cs typeface="Arial"/>
                <a:sym typeface="Arial"/>
              </a:rPr>
              <a:t>Estado</a:t>
            </a:r>
            <a:endParaRPr b="0" sz="13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s-ES" sz="1350" u="none" strike="noStrike">
                <a:solidFill>
                  <a:srgbClr val="111827"/>
                </a:solidFill>
                <a:latin typeface="Arial"/>
                <a:ea typeface="Arial"/>
                <a:cs typeface="Arial"/>
                <a:sym typeface="Arial"/>
              </a:rPr>
              <a:t>Qué recuerda el juego</a:t>
            </a:r>
            <a:endParaRPr b="0" sz="1350" u="none" strike="noStrike">
              <a:solidFill>
                <a:srgbClr val="000000"/>
              </a:solidFill>
              <a:latin typeface="Arial"/>
              <a:ea typeface="Arial"/>
              <a:cs typeface="Arial"/>
              <a:sym typeface="Arial"/>
            </a:endParaRPr>
          </a:p>
        </p:txBody>
      </p:sp>
      <p:cxnSp>
        <p:nvCxnSpPr>
          <p:cNvPr id="291" name="Google Shape;291;p4"/>
          <p:cNvCxnSpPr/>
          <p:nvPr/>
        </p:nvCxnSpPr>
        <p:spPr>
          <a:xfrm flipH="1">
            <a:off x="6443280" y="1612440"/>
            <a:ext cx="439920" cy="360"/>
          </a:xfrm>
          <a:prstGeom prst="straightConnector1">
            <a:avLst/>
          </a:prstGeom>
          <a:noFill/>
          <a:ln cap="flat" cmpd="sng" w="12700">
            <a:solidFill>
              <a:srgbClr val="64748B"/>
            </a:solidFill>
            <a:prstDash val="solid"/>
            <a:round/>
            <a:headEnd len="sm" w="sm" type="none"/>
            <a:tailEnd len="med" w="med" type="triangle"/>
          </a:ln>
        </p:spPr>
      </p:cxnSp>
      <p:sp>
        <p:nvSpPr>
          <p:cNvPr id="292" name="Google Shape;292;p4"/>
          <p:cNvSpPr/>
          <p:nvPr/>
        </p:nvSpPr>
        <p:spPr>
          <a:xfrm>
            <a:off x="6956280" y="2536560"/>
            <a:ext cx="2198880" cy="570960"/>
          </a:xfrm>
          <a:prstGeom prst="rect">
            <a:avLst/>
          </a:prstGeom>
          <a:solidFill>
            <a:srgbClr val="FFFFFF"/>
          </a:solidFill>
          <a:ln cap="flat" cmpd="sng" w="12700">
            <a:solidFill>
              <a:srgbClr val="10B981"/>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0" lang="es-ES" sz="1350" u="none" strike="noStrike">
                <a:solidFill>
                  <a:srgbClr val="111827"/>
                </a:solidFill>
                <a:latin typeface="Arial"/>
                <a:ea typeface="Arial"/>
                <a:cs typeface="Arial"/>
                <a:sym typeface="Arial"/>
              </a:rPr>
              <a:t>Interacciones / física</a:t>
            </a:r>
            <a:endParaRPr b="0" sz="13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s-ES" sz="1350" u="none" strike="noStrike">
                <a:solidFill>
                  <a:srgbClr val="111827"/>
                </a:solidFill>
                <a:latin typeface="Arial"/>
                <a:ea typeface="Arial"/>
                <a:cs typeface="Arial"/>
                <a:sym typeface="Arial"/>
              </a:rPr>
              <a:t>Qué entra en contacto</a:t>
            </a:r>
            <a:endParaRPr b="0" sz="1350" u="none" strike="noStrike">
              <a:solidFill>
                <a:srgbClr val="000000"/>
              </a:solidFill>
              <a:latin typeface="Arial"/>
              <a:ea typeface="Arial"/>
              <a:cs typeface="Arial"/>
              <a:sym typeface="Arial"/>
            </a:endParaRPr>
          </a:p>
        </p:txBody>
      </p:sp>
      <p:cxnSp>
        <p:nvCxnSpPr>
          <p:cNvPr id="293" name="Google Shape;293;p4"/>
          <p:cNvCxnSpPr/>
          <p:nvPr/>
        </p:nvCxnSpPr>
        <p:spPr>
          <a:xfrm flipH="1">
            <a:off x="6443280" y="2822400"/>
            <a:ext cx="476640" cy="360"/>
          </a:xfrm>
          <a:prstGeom prst="straightConnector1">
            <a:avLst/>
          </a:prstGeom>
          <a:noFill/>
          <a:ln cap="flat" cmpd="sng" w="12700">
            <a:solidFill>
              <a:srgbClr val="10B981"/>
            </a:solidFill>
            <a:prstDash val="solid"/>
            <a:round/>
            <a:headEnd len="sm" w="sm" type="none"/>
            <a:tailEnd len="med" w="med" type="triangle"/>
          </a:ln>
        </p:spPr>
      </p:cxnSp>
      <p:sp>
        <p:nvSpPr>
          <p:cNvPr id="294" name="Google Shape;294;p4"/>
          <p:cNvSpPr/>
          <p:nvPr/>
        </p:nvSpPr>
        <p:spPr>
          <a:xfrm>
            <a:off x="6956280" y="3746520"/>
            <a:ext cx="2198880" cy="570960"/>
          </a:xfrm>
          <a:prstGeom prst="rect">
            <a:avLst/>
          </a:prstGeom>
          <a:solidFill>
            <a:srgbClr val="FFFFFF"/>
          </a:solidFill>
          <a:ln cap="flat" cmpd="sng" w="12700">
            <a:solidFill>
              <a:srgbClr val="EC4899"/>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90001"/>
              </a:lnSpc>
              <a:spcBef>
                <a:spcPts val="0"/>
              </a:spcBef>
              <a:spcAft>
                <a:spcPts val="0"/>
              </a:spcAft>
              <a:buNone/>
            </a:pPr>
            <a:r>
              <a:rPr b="0" lang="es-ES" sz="1350" u="none" strike="noStrike">
                <a:solidFill>
                  <a:srgbClr val="111827"/>
                </a:solidFill>
                <a:latin typeface="Arial"/>
                <a:ea typeface="Arial"/>
                <a:cs typeface="Arial"/>
                <a:sym typeface="Arial"/>
              </a:rPr>
              <a:t>Feedback</a:t>
            </a:r>
            <a:endParaRPr b="0" sz="1350" u="none" strike="noStrike">
              <a:solidFill>
                <a:srgbClr val="000000"/>
              </a:solidFill>
              <a:latin typeface="Arial"/>
              <a:ea typeface="Arial"/>
              <a:cs typeface="Arial"/>
              <a:sym typeface="Arial"/>
            </a:endParaRPr>
          </a:p>
          <a:p>
            <a:pPr indent="0" lvl="0" marL="0" marR="0" rtl="0" algn="ctr">
              <a:lnSpc>
                <a:spcPct val="90001"/>
              </a:lnSpc>
              <a:spcBef>
                <a:spcPts val="0"/>
              </a:spcBef>
              <a:spcAft>
                <a:spcPts val="0"/>
              </a:spcAft>
              <a:buNone/>
            </a:pPr>
            <a:r>
              <a:rPr b="0" lang="es-ES" sz="1350" u="none" strike="noStrike">
                <a:solidFill>
                  <a:srgbClr val="111827"/>
                </a:solidFill>
                <a:latin typeface="Arial"/>
                <a:ea typeface="Arial"/>
                <a:cs typeface="Arial"/>
                <a:sym typeface="Arial"/>
              </a:rPr>
              <a:t>Qué ve u oye como respuesta</a:t>
            </a:r>
            <a:endParaRPr b="0" sz="1350" u="none" strike="noStrike">
              <a:solidFill>
                <a:srgbClr val="000000"/>
              </a:solidFill>
              <a:latin typeface="Arial"/>
              <a:ea typeface="Arial"/>
              <a:cs typeface="Arial"/>
              <a:sym typeface="Arial"/>
            </a:endParaRPr>
          </a:p>
        </p:txBody>
      </p:sp>
      <p:cxnSp>
        <p:nvCxnSpPr>
          <p:cNvPr id="295" name="Google Shape;295;p4"/>
          <p:cNvCxnSpPr/>
          <p:nvPr/>
        </p:nvCxnSpPr>
        <p:spPr>
          <a:xfrm flipH="1">
            <a:off x="6443280" y="4032000"/>
            <a:ext cx="476640" cy="360"/>
          </a:xfrm>
          <a:prstGeom prst="straightConnector1">
            <a:avLst/>
          </a:prstGeom>
          <a:noFill/>
          <a:ln cap="flat" cmpd="sng" w="12700">
            <a:solidFill>
              <a:srgbClr val="EC4899"/>
            </a:solidFill>
            <a:prstDash val="solid"/>
            <a:round/>
            <a:headEnd len="sm" w="sm" type="none"/>
            <a:tailEnd len="med" w="med" type="triangle"/>
          </a:ln>
        </p:spPr>
      </p:cxnSp>
      <p:sp>
        <p:nvSpPr>
          <p:cNvPr id="296" name="Google Shape;296;p4"/>
          <p:cNvSpPr/>
          <p:nvPr/>
        </p:nvSpPr>
        <p:spPr>
          <a:xfrm>
            <a:off x="3437280" y="4552920"/>
            <a:ext cx="3151800" cy="329040"/>
          </a:xfrm>
          <a:prstGeom prst="rect">
            <a:avLst/>
          </a:prstGeom>
          <a:solidFill>
            <a:srgbClr val="111827"/>
          </a:solidFill>
          <a:ln cap="flat" cmpd="sng" w="12700">
            <a:solidFill>
              <a:srgbClr val="111827"/>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600" u="none" strike="noStrike">
                <a:solidFill>
                  <a:srgbClr val="FFFFFF"/>
                </a:solidFill>
                <a:latin typeface="Arial"/>
                <a:ea typeface="Arial"/>
                <a:cs typeface="Arial"/>
                <a:sym typeface="Arial"/>
              </a:rPr>
              <a:t>Inicio → partida → final</a:t>
            </a:r>
            <a:endParaRPr b="0" sz="1600" u="none" strike="noStrike">
              <a:solidFill>
                <a:srgbClr val="FFFFFF"/>
              </a:solidFill>
              <a:latin typeface="Arial"/>
              <a:ea typeface="Arial"/>
              <a:cs typeface="Arial"/>
              <a:sym typeface="Arial"/>
            </a:endParaRPr>
          </a:p>
        </p:txBody>
      </p:sp>
      <p:sp>
        <p:nvSpPr>
          <p:cNvPr id="297" name="Google Shape;297;p4"/>
          <p:cNvSpPr/>
          <p:nvPr/>
        </p:nvSpPr>
        <p:spPr>
          <a:xfrm>
            <a:off x="2923560" y="4992840"/>
            <a:ext cx="4178520" cy="29232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80001"/>
              </a:lnSpc>
              <a:spcBef>
                <a:spcPts val="0"/>
              </a:spcBef>
              <a:spcAft>
                <a:spcPts val="0"/>
              </a:spcAft>
              <a:buNone/>
            </a:pPr>
            <a:r>
              <a:rPr b="1" lang="es-ES" sz="1015" u="none" strike="noStrike">
                <a:solidFill>
                  <a:srgbClr val="1F2937"/>
                </a:solidFill>
                <a:latin typeface="Arial"/>
                <a:ea typeface="Arial"/>
                <a:cs typeface="Arial"/>
                <a:sym typeface="Arial"/>
              </a:rPr>
              <a:t>Reconocer las piezas ≠ diseñar todavía la mecánica</a:t>
            </a:r>
            <a:endParaRPr b="0" sz="1015" u="none" strike="noStrike">
              <a:solidFill>
                <a:srgbClr val="000000"/>
              </a:solidFill>
              <a:latin typeface="Arial"/>
              <a:ea typeface="Arial"/>
              <a:cs typeface="Arial"/>
              <a:sym typeface="Arial"/>
            </a:endParaRPr>
          </a:p>
        </p:txBody>
      </p:sp>
      <p:sp>
        <p:nvSpPr>
          <p:cNvPr id="298" name="Google Shape;298;p4"/>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
          <p:cNvSpPr txBox="1"/>
          <p:nvPr>
            <p:ph type="title"/>
          </p:nvPr>
        </p:nvSpPr>
        <p:spPr>
          <a:xfrm>
            <a:off x="218675" y="811300"/>
            <a:ext cx="9320700" cy="4464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2900" u="none" strike="noStrike">
                <a:solidFill>
                  <a:srgbClr val="000000"/>
                </a:solidFill>
                <a:latin typeface="Arial"/>
                <a:ea typeface="Arial"/>
                <a:cs typeface="Arial"/>
                <a:sym typeface="Arial"/>
              </a:rPr>
              <a:t>El Editor: cada ventana/panel responde a una pregunta</a:t>
            </a:r>
            <a:endParaRPr b="0" sz="2900" u="none" strike="noStrike">
              <a:solidFill>
                <a:srgbClr val="000000"/>
              </a:solidFill>
              <a:latin typeface="Arial"/>
              <a:ea typeface="Arial"/>
              <a:cs typeface="Arial"/>
              <a:sym typeface="Arial"/>
            </a:endParaRPr>
          </a:p>
        </p:txBody>
      </p:sp>
      <p:sp>
        <p:nvSpPr>
          <p:cNvPr id="304" name="Google Shape;304;p5"/>
          <p:cNvSpPr/>
          <p:nvPr/>
        </p:nvSpPr>
        <p:spPr>
          <a:xfrm>
            <a:off x="534240" y="1690601"/>
            <a:ext cx="1699800" cy="1197000"/>
          </a:xfrm>
          <a:prstGeom prst="rect">
            <a:avLst/>
          </a:prstGeom>
          <a:solidFill>
            <a:srgbClr val="FFF7ED"/>
          </a:solidFill>
          <a:ln cap="flat" cmpd="sng" w="12700">
            <a:solidFill>
              <a:srgbClr val="F59E0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220" u="none" strike="noStrike">
                <a:solidFill>
                  <a:srgbClr val="1F2937"/>
                </a:solidFill>
                <a:latin typeface="Arial"/>
                <a:ea typeface="Arial"/>
                <a:cs typeface="Arial"/>
                <a:sym typeface="Arial"/>
              </a:rPr>
              <a:t>Hierarchy</a:t>
            </a:r>
            <a:endParaRPr b="0" sz="122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220" u="none" strike="noStrike">
                <a:solidFill>
                  <a:srgbClr val="1F2937"/>
                </a:solidFill>
                <a:latin typeface="Arial"/>
                <a:ea typeface="Arial"/>
                <a:cs typeface="Arial"/>
                <a:sym typeface="Arial"/>
              </a:rPr>
              <a:t>¿Qué GameObjects contiene esta escena?</a:t>
            </a:r>
            <a:endParaRPr b="0" sz="1220" u="none" strike="noStrike">
              <a:solidFill>
                <a:srgbClr val="000000"/>
              </a:solidFill>
              <a:latin typeface="Arial"/>
              <a:ea typeface="Arial"/>
              <a:cs typeface="Arial"/>
              <a:sym typeface="Arial"/>
            </a:endParaRPr>
          </a:p>
        </p:txBody>
      </p:sp>
      <p:sp>
        <p:nvSpPr>
          <p:cNvPr id="305" name="Google Shape;305;p5"/>
          <p:cNvSpPr/>
          <p:nvPr/>
        </p:nvSpPr>
        <p:spPr>
          <a:xfrm>
            <a:off x="2389680" y="1690601"/>
            <a:ext cx="2472900" cy="2086200"/>
          </a:xfrm>
          <a:prstGeom prst="rect">
            <a:avLst/>
          </a:prstGeom>
          <a:solidFill>
            <a:srgbClr val="F0FDF4"/>
          </a:solidFill>
          <a:ln cap="flat" cmpd="sng" w="12700">
            <a:solidFill>
              <a:srgbClr val="10B981"/>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220" u="none" strike="noStrike">
                <a:solidFill>
                  <a:srgbClr val="1F2937"/>
                </a:solidFill>
                <a:latin typeface="Arial"/>
                <a:ea typeface="Arial"/>
                <a:cs typeface="Arial"/>
                <a:sym typeface="Arial"/>
              </a:rPr>
              <a:t>Scene</a:t>
            </a:r>
            <a:endParaRPr b="0" sz="122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220" u="none" strike="noStrike">
                <a:solidFill>
                  <a:srgbClr val="1F2937"/>
                </a:solidFill>
                <a:latin typeface="Arial"/>
                <a:ea typeface="Arial"/>
                <a:cs typeface="Arial"/>
                <a:sym typeface="Arial"/>
              </a:rPr>
              <a:t>¿Dónde están y cómo los editamos espacialmente?</a:t>
            </a:r>
            <a:endParaRPr b="0" sz="1220" u="none" strike="noStrike">
              <a:solidFill>
                <a:srgbClr val="000000"/>
              </a:solidFill>
              <a:latin typeface="Arial"/>
              <a:ea typeface="Arial"/>
              <a:cs typeface="Arial"/>
              <a:sym typeface="Arial"/>
            </a:endParaRPr>
          </a:p>
        </p:txBody>
      </p:sp>
      <p:sp>
        <p:nvSpPr>
          <p:cNvPr id="306" name="Google Shape;306;p5"/>
          <p:cNvSpPr/>
          <p:nvPr/>
        </p:nvSpPr>
        <p:spPr>
          <a:xfrm>
            <a:off x="5018040" y="1690601"/>
            <a:ext cx="2008800" cy="2086200"/>
          </a:xfrm>
          <a:prstGeom prst="rect">
            <a:avLst/>
          </a:prstGeom>
          <a:solidFill>
            <a:srgbClr val="EEF2FF"/>
          </a:solidFill>
          <a:ln cap="flat" cmpd="sng" w="12700">
            <a:solidFill>
              <a:srgbClr val="8B5CF6"/>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220" u="none" strike="noStrike">
                <a:solidFill>
                  <a:srgbClr val="1F2937"/>
                </a:solidFill>
                <a:latin typeface="Arial"/>
                <a:ea typeface="Arial"/>
                <a:cs typeface="Arial"/>
                <a:sym typeface="Arial"/>
              </a:rPr>
              <a:t>Game</a:t>
            </a:r>
            <a:endParaRPr b="0" sz="122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220" u="none" strike="noStrike">
                <a:solidFill>
                  <a:srgbClr val="1F2937"/>
                </a:solidFill>
                <a:latin typeface="Arial"/>
                <a:ea typeface="Arial"/>
                <a:cs typeface="Arial"/>
                <a:sym typeface="Arial"/>
              </a:rPr>
              <a:t>¿Qué resultado recibe el jugador desde la Camera?</a:t>
            </a:r>
            <a:endParaRPr b="0" sz="1220" u="none" strike="noStrike">
              <a:solidFill>
                <a:srgbClr val="000000"/>
              </a:solidFill>
              <a:latin typeface="Arial"/>
              <a:ea typeface="Arial"/>
              <a:cs typeface="Arial"/>
              <a:sym typeface="Arial"/>
            </a:endParaRPr>
          </a:p>
        </p:txBody>
      </p:sp>
      <p:sp>
        <p:nvSpPr>
          <p:cNvPr id="307" name="Google Shape;307;p5"/>
          <p:cNvSpPr/>
          <p:nvPr/>
        </p:nvSpPr>
        <p:spPr>
          <a:xfrm>
            <a:off x="7221240" y="1690601"/>
            <a:ext cx="2318100" cy="2086200"/>
          </a:xfrm>
          <a:prstGeom prst="rect">
            <a:avLst/>
          </a:prstGeom>
          <a:solidFill>
            <a:srgbClr val="ECFEFF"/>
          </a:solidFill>
          <a:ln cap="flat" cmpd="sng" w="12700">
            <a:solidFill>
              <a:srgbClr val="2D9CD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220" u="none" strike="noStrike">
                <a:solidFill>
                  <a:srgbClr val="1F2937"/>
                </a:solidFill>
                <a:latin typeface="Arial"/>
                <a:ea typeface="Arial"/>
                <a:cs typeface="Arial"/>
                <a:sym typeface="Arial"/>
              </a:rPr>
              <a:t>Inspector</a:t>
            </a:r>
            <a:endParaRPr b="0" sz="122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220" u="none" strike="noStrike">
                <a:solidFill>
                  <a:srgbClr val="1F2937"/>
                </a:solidFill>
                <a:latin typeface="Arial"/>
                <a:ea typeface="Arial"/>
                <a:cs typeface="Arial"/>
                <a:sym typeface="Arial"/>
              </a:rPr>
              <a:t>¿Cómo está configurado lo seleccionado?</a:t>
            </a:r>
            <a:endParaRPr b="0" sz="1220" u="none" strike="noStrike">
              <a:solidFill>
                <a:srgbClr val="000000"/>
              </a:solidFill>
              <a:latin typeface="Arial"/>
              <a:ea typeface="Arial"/>
              <a:cs typeface="Arial"/>
              <a:sym typeface="Arial"/>
            </a:endParaRPr>
          </a:p>
        </p:txBody>
      </p:sp>
      <p:sp>
        <p:nvSpPr>
          <p:cNvPr id="308" name="Google Shape;308;p5"/>
          <p:cNvSpPr/>
          <p:nvPr/>
        </p:nvSpPr>
        <p:spPr>
          <a:xfrm>
            <a:off x="534240" y="3932321"/>
            <a:ext cx="4328400" cy="655800"/>
          </a:xfrm>
          <a:prstGeom prst="rect">
            <a:avLst/>
          </a:prstGeom>
          <a:solidFill>
            <a:srgbClr val="F0F9FF"/>
          </a:solidFill>
          <a:ln cap="flat" cmpd="sng" w="12700">
            <a:solidFill>
              <a:srgbClr val="2D9CD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220" u="none" strike="noStrike">
                <a:solidFill>
                  <a:srgbClr val="1F2937"/>
                </a:solidFill>
                <a:latin typeface="Arial"/>
                <a:ea typeface="Arial"/>
                <a:cs typeface="Arial"/>
                <a:sym typeface="Arial"/>
              </a:rPr>
              <a:t>Project</a:t>
            </a:r>
            <a:endParaRPr b="0" sz="122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220" u="none" strike="noStrike">
                <a:solidFill>
                  <a:srgbClr val="1F2937"/>
                </a:solidFill>
                <a:latin typeface="Arial"/>
                <a:ea typeface="Arial"/>
                <a:cs typeface="Arial"/>
                <a:sym typeface="Arial"/>
              </a:rPr>
              <a:t>¿Qué recursos contiene el proyecto?</a:t>
            </a:r>
            <a:endParaRPr b="0" sz="1220" u="none" strike="noStrike">
              <a:solidFill>
                <a:srgbClr val="000000"/>
              </a:solidFill>
              <a:latin typeface="Arial"/>
              <a:ea typeface="Arial"/>
              <a:cs typeface="Arial"/>
              <a:sym typeface="Arial"/>
            </a:endParaRPr>
          </a:p>
        </p:txBody>
      </p:sp>
      <p:sp>
        <p:nvSpPr>
          <p:cNvPr id="309" name="Google Shape;309;p5"/>
          <p:cNvSpPr/>
          <p:nvPr/>
        </p:nvSpPr>
        <p:spPr>
          <a:xfrm>
            <a:off x="5018040" y="3932321"/>
            <a:ext cx="4521300" cy="655800"/>
          </a:xfrm>
          <a:prstGeom prst="rect">
            <a:avLst/>
          </a:prstGeom>
          <a:solidFill>
            <a:srgbClr val="FEF2F2"/>
          </a:solidFill>
          <a:ln cap="flat" cmpd="sng" w="12700">
            <a:solidFill>
              <a:srgbClr val="EF4444"/>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220" u="none" strike="noStrike">
                <a:solidFill>
                  <a:srgbClr val="1F2937"/>
                </a:solidFill>
                <a:latin typeface="Arial"/>
                <a:ea typeface="Arial"/>
                <a:cs typeface="Arial"/>
                <a:sym typeface="Arial"/>
              </a:rPr>
              <a:t>Console</a:t>
            </a:r>
            <a:endParaRPr b="0" sz="122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220" u="none" strike="noStrike">
                <a:solidFill>
                  <a:srgbClr val="1F2937"/>
                </a:solidFill>
                <a:latin typeface="Arial"/>
                <a:ea typeface="Arial"/>
                <a:cs typeface="Arial"/>
                <a:sym typeface="Arial"/>
              </a:rPr>
              <a:t>¿Qué mensajes, advertencias o errores informa Unity?</a:t>
            </a:r>
            <a:endParaRPr b="0" sz="1220" u="none" strike="noStrike">
              <a:solidFill>
                <a:srgbClr val="000000"/>
              </a:solidFill>
              <a:latin typeface="Arial"/>
              <a:ea typeface="Arial"/>
              <a:cs typeface="Arial"/>
              <a:sym typeface="Arial"/>
            </a:endParaRPr>
          </a:p>
        </p:txBody>
      </p:sp>
      <p:sp>
        <p:nvSpPr>
          <p:cNvPr id="310" name="Google Shape;310;p5"/>
          <p:cNvSpPr/>
          <p:nvPr/>
        </p:nvSpPr>
        <p:spPr>
          <a:xfrm>
            <a:off x="495720" y="5053361"/>
            <a:ext cx="1970400" cy="346800"/>
          </a:xfrm>
          <a:prstGeom prst="rect">
            <a:avLst/>
          </a:prstGeom>
          <a:solidFill>
            <a:srgbClr val="111827"/>
          </a:solidFill>
          <a:ln cap="flat" cmpd="sng" w="12700">
            <a:solidFill>
              <a:srgbClr val="111827"/>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400" u="none" strike="noStrike">
                <a:solidFill>
                  <a:srgbClr val="FFFFFF"/>
                </a:solidFill>
                <a:latin typeface="Arial"/>
                <a:ea typeface="Arial"/>
                <a:cs typeface="Arial"/>
                <a:sym typeface="Arial"/>
              </a:rPr>
              <a:t>Proyecto ≠ escena</a:t>
            </a:r>
            <a:endParaRPr b="0" sz="1400" u="none" strike="noStrike">
              <a:solidFill>
                <a:srgbClr val="FFFFFF"/>
              </a:solidFill>
              <a:latin typeface="Arial"/>
              <a:ea typeface="Arial"/>
              <a:cs typeface="Arial"/>
              <a:sym typeface="Arial"/>
            </a:endParaRPr>
          </a:p>
        </p:txBody>
      </p:sp>
      <p:sp>
        <p:nvSpPr>
          <p:cNvPr id="311" name="Google Shape;311;p5"/>
          <p:cNvSpPr/>
          <p:nvPr/>
        </p:nvSpPr>
        <p:spPr>
          <a:xfrm>
            <a:off x="2660400" y="5053361"/>
            <a:ext cx="2859000" cy="34680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400" u="none" strike="noStrike">
                <a:solidFill>
                  <a:srgbClr val="1F2937"/>
                </a:solidFill>
                <a:latin typeface="Arial"/>
                <a:ea typeface="Arial"/>
                <a:cs typeface="Arial"/>
                <a:sym typeface="Arial"/>
              </a:rPr>
              <a:t>Edit Mode → editar y guardar</a:t>
            </a:r>
            <a:endParaRPr b="0" sz="1400" u="none" strike="noStrike">
              <a:solidFill>
                <a:srgbClr val="000000"/>
              </a:solidFill>
              <a:latin typeface="Arial"/>
              <a:ea typeface="Arial"/>
              <a:cs typeface="Arial"/>
              <a:sym typeface="Arial"/>
            </a:endParaRPr>
          </a:p>
        </p:txBody>
      </p:sp>
      <p:sp>
        <p:nvSpPr>
          <p:cNvPr id="312" name="Google Shape;312;p5"/>
          <p:cNvSpPr/>
          <p:nvPr/>
        </p:nvSpPr>
        <p:spPr>
          <a:xfrm>
            <a:off x="5752440" y="5053361"/>
            <a:ext cx="3323100" cy="34680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90001"/>
              </a:lnSpc>
              <a:spcBef>
                <a:spcPts val="0"/>
              </a:spcBef>
              <a:spcAft>
                <a:spcPts val="0"/>
              </a:spcAft>
              <a:buNone/>
            </a:pPr>
            <a:r>
              <a:rPr b="1" lang="es-ES" sz="1190" u="none" strike="noStrike">
                <a:solidFill>
                  <a:srgbClr val="1F2937"/>
                </a:solidFill>
                <a:latin typeface="Arial"/>
                <a:ea typeface="Arial"/>
                <a:cs typeface="Arial"/>
                <a:sym typeface="Arial"/>
              </a:rPr>
              <a:t>Play Mode → ejecutar, observar y probar</a:t>
            </a:r>
            <a:endParaRPr b="0" sz="1190" u="none" strike="noStrike">
              <a:solidFill>
                <a:srgbClr val="000000"/>
              </a:solidFill>
              <a:latin typeface="Arial"/>
              <a:ea typeface="Arial"/>
              <a:cs typeface="Arial"/>
              <a:sym typeface="Arial"/>
            </a:endParaRPr>
          </a:p>
        </p:txBody>
      </p:sp>
      <p:sp>
        <p:nvSpPr>
          <p:cNvPr id="313" name="Google Shape;313;p5"/>
          <p:cNvSpPr txBox="1"/>
          <p:nvPr>
            <p:ph idx="12" type="sldNum"/>
          </p:nvPr>
        </p:nvSpPr>
        <p:spPr>
          <a:xfrm>
            <a:off x="6772920" y="5293437"/>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id="318" name="Google Shape;318;p6"/>
          <p:cNvPicPr preferRelativeResize="0"/>
          <p:nvPr/>
        </p:nvPicPr>
        <p:blipFill rotWithShape="1">
          <a:blip r:embed="rId3">
            <a:alphaModFix/>
          </a:blip>
          <a:srcRect b="0" l="0" r="0" t="0"/>
          <a:stretch/>
        </p:blipFill>
        <p:spPr>
          <a:xfrm>
            <a:off x="593640" y="477360"/>
            <a:ext cx="8892000" cy="4714560"/>
          </a:xfrm>
          <a:prstGeom prst="rect">
            <a:avLst/>
          </a:prstGeom>
          <a:noFill/>
          <a:ln>
            <a:noFill/>
          </a:ln>
        </p:spPr>
      </p:pic>
      <p:sp>
        <p:nvSpPr>
          <p:cNvPr id="319" name="Google Shape;319;p6"/>
          <p:cNvSpPr/>
          <p:nvPr/>
        </p:nvSpPr>
        <p:spPr>
          <a:xfrm>
            <a:off x="720000" y="945000"/>
            <a:ext cx="359280" cy="1116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20" name="Google Shape;320;p6"/>
          <p:cNvSpPr/>
          <p:nvPr/>
        </p:nvSpPr>
        <p:spPr>
          <a:xfrm>
            <a:off x="7177320" y="945000"/>
            <a:ext cx="359280" cy="1116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21" name="Google Shape;321;p6"/>
          <p:cNvSpPr/>
          <p:nvPr/>
        </p:nvSpPr>
        <p:spPr>
          <a:xfrm>
            <a:off x="697320" y="3420000"/>
            <a:ext cx="291960" cy="1116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22" name="Google Shape;322;p6"/>
          <p:cNvSpPr/>
          <p:nvPr/>
        </p:nvSpPr>
        <p:spPr>
          <a:xfrm>
            <a:off x="1170000" y="3420000"/>
            <a:ext cx="314280" cy="1116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23" name="Google Shape;323;p6"/>
          <p:cNvSpPr/>
          <p:nvPr/>
        </p:nvSpPr>
        <p:spPr>
          <a:xfrm>
            <a:off x="2317320" y="945000"/>
            <a:ext cx="246960" cy="1116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24" name="Google Shape;324;p6"/>
          <p:cNvSpPr/>
          <p:nvPr/>
        </p:nvSpPr>
        <p:spPr>
          <a:xfrm>
            <a:off x="2767320" y="945000"/>
            <a:ext cx="246960" cy="1116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25" name="Google Shape;325;p6"/>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7"/>
          <p:cNvSpPr txBox="1"/>
          <p:nvPr>
            <p:ph type="title"/>
          </p:nvPr>
        </p:nvSpPr>
        <p:spPr>
          <a:xfrm>
            <a:off x="1086786" y="910251"/>
            <a:ext cx="7743000" cy="13545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4400" u="none" strike="noStrike">
                <a:solidFill>
                  <a:srgbClr val="000000"/>
                </a:solidFill>
                <a:latin typeface="Arial"/>
                <a:ea typeface="Arial"/>
                <a:cs typeface="Arial"/>
                <a:sym typeface="Arial"/>
              </a:rPr>
              <a:t>El Editor: cada ventana/panel responde a una pregunta</a:t>
            </a:r>
            <a:endParaRPr b="0" sz="4400" u="none" strike="noStrike">
              <a:solidFill>
                <a:srgbClr val="000000"/>
              </a:solidFill>
              <a:latin typeface="Arial"/>
              <a:ea typeface="Arial"/>
              <a:cs typeface="Arial"/>
              <a:sym typeface="Arial"/>
            </a:endParaRPr>
          </a:p>
        </p:txBody>
      </p:sp>
      <p:sp>
        <p:nvSpPr>
          <p:cNvPr id="331" name="Google Shape;331;p7"/>
          <p:cNvSpPr txBox="1"/>
          <p:nvPr>
            <p:ph idx="1" type="body"/>
          </p:nvPr>
        </p:nvSpPr>
        <p:spPr>
          <a:xfrm>
            <a:off x="1102537" y="2008320"/>
            <a:ext cx="7743000" cy="2740500"/>
          </a:xfrm>
          <a:prstGeom prst="rect">
            <a:avLst/>
          </a:prstGeom>
          <a:noFill/>
          <a:ln>
            <a:noFill/>
          </a:ln>
        </p:spPr>
        <p:txBody>
          <a:bodyPr anchorCtr="0" anchor="t" bIns="0" lIns="0" spcFirstLastPara="1" rIns="0" wrap="square" tIns="0">
            <a:normAutofit fontScale="40000"/>
          </a:bodyPr>
          <a:lstStyle/>
          <a:p>
            <a:pPr indent="-303426" lvl="0" marL="432000" marR="0" rtl="0" algn="l">
              <a:lnSpc>
                <a:spcPct val="100000"/>
              </a:lnSpc>
              <a:spcBef>
                <a:spcPts val="0"/>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En Unity, una escena (Scene) es un archivo que describe un estado concreto del mundo del juego.</a:t>
            </a:r>
            <a:endParaRPr b="0" i="0" sz="3200" u="none" cap="none" strike="noStrike">
              <a:solidFill>
                <a:srgbClr val="000000"/>
              </a:solidFill>
              <a:latin typeface="Arial"/>
              <a:ea typeface="Arial"/>
              <a:cs typeface="Arial"/>
              <a:sym typeface="Arial"/>
            </a:endParaRPr>
          </a:p>
          <a:p>
            <a:pPr indent="-303426"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En Unity, una escena sirve para organizar y guardar una parte concreta del juego como un conjunto coherente de objetos y configuración.</a:t>
            </a:r>
            <a:endParaRPr b="0" i="0" sz="3200" u="none" cap="none" strike="noStrike">
              <a:solidFill>
                <a:srgbClr val="000000"/>
              </a:solidFill>
              <a:latin typeface="Arial"/>
              <a:ea typeface="Arial"/>
              <a:cs typeface="Arial"/>
              <a:sym typeface="Arial"/>
            </a:endParaRPr>
          </a:p>
          <a:p>
            <a:pPr indent="-303426"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Creamos y abrimos un proyecto Unity usando la plantilla “Universal 2D” y dándole como nombre “ArenaMinima”.</a:t>
            </a:r>
            <a:endParaRPr b="0" i="0" sz="3200" u="none" cap="none" strike="noStrike">
              <a:solidFill>
                <a:srgbClr val="000000"/>
              </a:solidFill>
              <a:latin typeface="Arial"/>
              <a:ea typeface="Arial"/>
              <a:cs typeface="Arial"/>
              <a:sym typeface="Arial"/>
            </a:endParaRPr>
          </a:p>
          <a:p>
            <a:pPr indent="-303426"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Nos descargamos “ArenaMinimaRecursos01” y lo descomprimimos fuera del proyecto.</a:t>
            </a:r>
            <a:endParaRPr b="0" i="0" sz="3200" u="none" cap="none" strike="noStrike">
              <a:solidFill>
                <a:srgbClr val="000000"/>
              </a:solidFill>
              <a:latin typeface="Arial"/>
              <a:ea typeface="Arial"/>
              <a:cs typeface="Arial"/>
              <a:sym typeface="Arial"/>
            </a:endParaRPr>
          </a:p>
          <a:p>
            <a:pPr indent="-303426"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Guardamos la escena como “Arena01” en la ruta “.../ArenaMinima/Assets/”</a:t>
            </a:r>
            <a:endParaRPr b="0" i="0" sz="3200" u="none" cap="none" strike="noStrike">
              <a:solidFill>
                <a:srgbClr val="000000"/>
              </a:solidFill>
              <a:latin typeface="Arial"/>
              <a:ea typeface="Arial"/>
              <a:cs typeface="Arial"/>
              <a:sym typeface="Arial"/>
            </a:endParaRPr>
          </a:p>
          <a:p>
            <a:pPr indent="-303426"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Probamos Play mode y luego lo paramos.</a:t>
            </a:r>
            <a:endParaRPr b="0" i="0" sz="3200" u="none" cap="none" strike="noStrike">
              <a:solidFill>
                <a:srgbClr val="000000"/>
              </a:solidFill>
              <a:latin typeface="Arial"/>
              <a:ea typeface="Arial"/>
              <a:cs typeface="Arial"/>
              <a:sym typeface="Arial"/>
            </a:endParaRPr>
          </a:p>
        </p:txBody>
      </p:sp>
      <p:sp>
        <p:nvSpPr>
          <p:cNvPr id="332" name="Google Shape;332;p7"/>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id="337" name="Google Shape;337;p8"/>
          <p:cNvPicPr preferRelativeResize="0"/>
          <p:nvPr/>
        </p:nvPicPr>
        <p:blipFill rotWithShape="1">
          <a:blip r:embed="rId3">
            <a:alphaModFix/>
          </a:blip>
          <a:srcRect b="0" l="0" r="0" t="0"/>
          <a:stretch/>
        </p:blipFill>
        <p:spPr>
          <a:xfrm>
            <a:off x="630360" y="510480"/>
            <a:ext cx="8818920" cy="4648680"/>
          </a:xfrm>
          <a:prstGeom prst="rect">
            <a:avLst/>
          </a:prstGeom>
          <a:noFill/>
          <a:ln>
            <a:noFill/>
          </a:ln>
        </p:spPr>
      </p:pic>
      <p:sp>
        <p:nvSpPr>
          <p:cNvPr id="338" name="Google Shape;338;p8"/>
          <p:cNvSpPr/>
          <p:nvPr/>
        </p:nvSpPr>
        <p:spPr>
          <a:xfrm>
            <a:off x="2025000" y="1800000"/>
            <a:ext cx="1754280" cy="12142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39" name="Google Shape;339;p8"/>
          <p:cNvSpPr/>
          <p:nvPr/>
        </p:nvSpPr>
        <p:spPr>
          <a:xfrm>
            <a:off x="7470000" y="2812320"/>
            <a:ext cx="741600" cy="20196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40" name="Google Shape;340;p8"/>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pic>
        <p:nvPicPr>
          <p:cNvPr id="345" name="Google Shape;345;p9"/>
          <p:cNvPicPr preferRelativeResize="0"/>
          <p:nvPr/>
        </p:nvPicPr>
        <p:blipFill rotWithShape="1">
          <a:blip r:embed="rId3">
            <a:alphaModFix/>
          </a:blip>
          <a:srcRect b="0" l="0" r="0" t="0"/>
          <a:stretch/>
        </p:blipFill>
        <p:spPr>
          <a:xfrm>
            <a:off x="593640" y="477360"/>
            <a:ext cx="8891999" cy="4714561"/>
          </a:xfrm>
          <a:prstGeom prst="rect">
            <a:avLst/>
          </a:prstGeom>
          <a:noFill/>
          <a:ln>
            <a:noFill/>
          </a:ln>
        </p:spPr>
      </p:pic>
      <p:sp>
        <p:nvSpPr>
          <p:cNvPr id="346" name="Google Shape;346;p9"/>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pic>
        <p:nvPicPr>
          <p:cNvPr id="351" name="Google Shape;351;p10"/>
          <p:cNvPicPr preferRelativeResize="0"/>
          <p:nvPr/>
        </p:nvPicPr>
        <p:blipFill rotWithShape="1">
          <a:blip r:embed="rId3">
            <a:alphaModFix/>
          </a:blip>
          <a:srcRect b="0" l="0" r="0" t="0"/>
          <a:stretch/>
        </p:blipFill>
        <p:spPr>
          <a:xfrm>
            <a:off x="3145320" y="806760"/>
            <a:ext cx="3790080" cy="4056840"/>
          </a:xfrm>
          <a:prstGeom prst="rect">
            <a:avLst/>
          </a:prstGeom>
          <a:noFill/>
          <a:ln>
            <a:noFill/>
          </a:ln>
        </p:spPr>
      </p:pic>
      <p:sp>
        <p:nvSpPr>
          <p:cNvPr id="352" name="Google Shape;352;p10"/>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id="357" name="Google Shape;357;p11"/>
          <p:cNvPicPr preferRelativeResize="0"/>
          <p:nvPr/>
        </p:nvPicPr>
        <p:blipFill rotWithShape="1">
          <a:blip r:embed="rId3">
            <a:alphaModFix/>
          </a:blip>
          <a:srcRect b="0" l="0" r="0" t="0"/>
          <a:stretch/>
        </p:blipFill>
        <p:spPr>
          <a:xfrm>
            <a:off x="783360" y="211680"/>
            <a:ext cx="8514000" cy="5247360"/>
          </a:xfrm>
          <a:prstGeom prst="rect">
            <a:avLst/>
          </a:prstGeom>
          <a:noFill/>
          <a:ln>
            <a:noFill/>
          </a:ln>
        </p:spPr>
      </p:pic>
      <p:sp>
        <p:nvSpPr>
          <p:cNvPr id="358" name="Google Shape;358;p11"/>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pic>
        <p:nvPicPr>
          <p:cNvPr id="363" name="Google Shape;363;p12"/>
          <p:cNvPicPr preferRelativeResize="0"/>
          <p:nvPr/>
        </p:nvPicPr>
        <p:blipFill rotWithShape="1">
          <a:blip r:embed="rId3">
            <a:alphaModFix/>
          </a:blip>
          <a:srcRect b="0" l="0" r="0" t="0"/>
          <a:stretch/>
        </p:blipFill>
        <p:spPr>
          <a:xfrm>
            <a:off x="3421440" y="1759320"/>
            <a:ext cx="3237840" cy="2151720"/>
          </a:xfrm>
          <a:prstGeom prst="rect">
            <a:avLst/>
          </a:prstGeom>
          <a:noFill/>
          <a:ln>
            <a:noFill/>
          </a:ln>
        </p:spPr>
      </p:pic>
      <p:sp>
        <p:nvSpPr>
          <p:cNvPr id="364" name="Google Shape;364;p12"/>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13"/>
          <p:cNvSpPr txBox="1"/>
          <p:nvPr>
            <p:ph type="title"/>
          </p:nvPr>
        </p:nvSpPr>
        <p:spPr>
          <a:xfrm>
            <a:off x="1086786" y="920148"/>
            <a:ext cx="7743000" cy="10467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3400" u="none" strike="noStrike">
                <a:solidFill>
                  <a:srgbClr val="000000"/>
                </a:solidFill>
                <a:latin typeface="Arial"/>
                <a:ea typeface="Arial"/>
                <a:cs typeface="Arial"/>
                <a:sym typeface="Arial"/>
              </a:rPr>
              <a:t>El modelo fundamental: GameObject + Components</a:t>
            </a:r>
            <a:endParaRPr b="0" sz="3400" u="none" strike="noStrike">
              <a:solidFill>
                <a:srgbClr val="000000"/>
              </a:solidFill>
              <a:latin typeface="Arial"/>
              <a:ea typeface="Arial"/>
              <a:cs typeface="Arial"/>
              <a:sym typeface="Arial"/>
            </a:endParaRPr>
          </a:p>
        </p:txBody>
      </p:sp>
      <p:sp>
        <p:nvSpPr>
          <p:cNvPr id="370" name="Google Shape;370;p13"/>
          <p:cNvSpPr/>
          <p:nvPr/>
        </p:nvSpPr>
        <p:spPr>
          <a:xfrm>
            <a:off x="504000" y="1769771"/>
            <a:ext cx="2551200" cy="582600"/>
          </a:xfrm>
          <a:prstGeom prst="rect">
            <a:avLst/>
          </a:prstGeom>
          <a:solidFill>
            <a:srgbClr val="FFF7ED"/>
          </a:solidFill>
          <a:ln cap="flat" cmpd="sng" w="12700">
            <a:solidFill>
              <a:srgbClr val="F59E0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80001"/>
              </a:lnSpc>
              <a:spcBef>
                <a:spcPts val="0"/>
              </a:spcBef>
              <a:spcAft>
                <a:spcPts val="0"/>
              </a:spcAft>
              <a:buNone/>
            </a:pPr>
            <a:r>
              <a:rPr b="1" lang="es-ES" sz="1015" u="none" strike="noStrike">
                <a:solidFill>
                  <a:srgbClr val="1F2937"/>
                </a:solidFill>
                <a:latin typeface="Arial"/>
                <a:ea typeface="Arial"/>
                <a:cs typeface="Arial"/>
                <a:sym typeface="Arial"/>
              </a:rPr>
              <a:t>GameObject</a:t>
            </a:r>
            <a:endParaRPr b="0" sz="1015" u="none" strike="noStrike">
              <a:solidFill>
                <a:srgbClr val="000000"/>
              </a:solidFill>
              <a:latin typeface="Arial"/>
              <a:ea typeface="Arial"/>
              <a:cs typeface="Arial"/>
              <a:sym typeface="Arial"/>
            </a:endParaRPr>
          </a:p>
          <a:p>
            <a:pPr indent="0" lvl="0" marL="0" marR="0" rtl="0" algn="ctr">
              <a:lnSpc>
                <a:spcPct val="80001"/>
              </a:lnSpc>
              <a:spcBef>
                <a:spcPts val="0"/>
              </a:spcBef>
              <a:spcAft>
                <a:spcPts val="0"/>
              </a:spcAft>
              <a:buNone/>
            </a:pPr>
            <a:r>
              <a:rPr b="1" lang="es-ES" sz="1015" u="none" strike="noStrike">
                <a:solidFill>
                  <a:srgbClr val="1F2937"/>
                </a:solidFill>
                <a:latin typeface="Arial"/>
                <a:ea typeface="Arial"/>
                <a:cs typeface="Arial"/>
                <a:sym typeface="Arial"/>
              </a:rPr>
              <a:t>Elemento fundamental que puede formar parte de una escena.</a:t>
            </a:r>
            <a:endParaRPr b="0" sz="1015" u="none" strike="noStrike">
              <a:solidFill>
                <a:srgbClr val="000000"/>
              </a:solidFill>
              <a:latin typeface="Arial"/>
              <a:ea typeface="Arial"/>
              <a:cs typeface="Arial"/>
              <a:sym typeface="Arial"/>
            </a:endParaRPr>
          </a:p>
        </p:txBody>
      </p:sp>
      <p:sp>
        <p:nvSpPr>
          <p:cNvPr id="371" name="Google Shape;371;p13"/>
          <p:cNvSpPr/>
          <p:nvPr/>
        </p:nvSpPr>
        <p:spPr>
          <a:xfrm>
            <a:off x="6593040" y="1769771"/>
            <a:ext cx="2551200" cy="582600"/>
          </a:xfrm>
          <a:prstGeom prst="rect">
            <a:avLst/>
          </a:prstGeom>
          <a:solidFill>
            <a:srgbClr val="F0FDF4"/>
          </a:solidFill>
          <a:ln cap="flat" cmpd="sng" w="12700">
            <a:solidFill>
              <a:srgbClr val="10B981"/>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80001"/>
              </a:lnSpc>
              <a:spcBef>
                <a:spcPts val="0"/>
              </a:spcBef>
              <a:spcAft>
                <a:spcPts val="0"/>
              </a:spcAft>
              <a:buNone/>
            </a:pPr>
            <a:r>
              <a:rPr b="1" lang="es-ES" sz="1124" u="none" strike="noStrike">
                <a:solidFill>
                  <a:srgbClr val="1F2937"/>
                </a:solidFill>
                <a:latin typeface="Arial"/>
                <a:ea typeface="Arial"/>
                <a:cs typeface="Arial"/>
                <a:sym typeface="Arial"/>
              </a:rPr>
              <a:t>Components</a:t>
            </a:r>
            <a:endParaRPr b="0" sz="1124" u="none" strike="noStrike">
              <a:solidFill>
                <a:srgbClr val="000000"/>
              </a:solidFill>
              <a:latin typeface="Arial"/>
              <a:ea typeface="Arial"/>
              <a:cs typeface="Arial"/>
              <a:sym typeface="Arial"/>
            </a:endParaRPr>
          </a:p>
          <a:p>
            <a:pPr indent="0" lvl="0" marL="0" marR="0" rtl="0" algn="ctr">
              <a:lnSpc>
                <a:spcPct val="80001"/>
              </a:lnSpc>
              <a:spcBef>
                <a:spcPts val="0"/>
              </a:spcBef>
              <a:spcAft>
                <a:spcPts val="0"/>
              </a:spcAft>
              <a:buNone/>
            </a:pPr>
            <a:r>
              <a:rPr b="1" lang="es-ES" sz="1124" u="none" strike="noStrike">
                <a:solidFill>
                  <a:srgbClr val="1F2937"/>
                </a:solidFill>
                <a:latin typeface="Arial"/>
                <a:ea typeface="Arial"/>
                <a:cs typeface="Arial"/>
                <a:sym typeface="Arial"/>
              </a:rPr>
              <a:t>Aportan datos y capacidades al GameObject.</a:t>
            </a:r>
            <a:endParaRPr b="0" sz="1124" u="none" strike="noStrike">
              <a:solidFill>
                <a:srgbClr val="000000"/>
              </a:solidFill>
              <a:latin typeface="Arial"/>
              <a:ea typeface="Arial"/>
              <a:cs typeface="Arial"/>
              <a:sym typeface="Arial"/>
            </a:endParaRPr>
          </a:p>
        </p:txBody>
      </p:sp>
      <p:sp>
        <p:nvSpPr>
          <p:cNvPr id="372" name="Google Shape;372;p13"/>
          <p:cNvSpPr/>
          <p:nvPr/>
        </p:nvSpPr>
        <p:spPr>
          <a:xfrm>
            <a:off x="3311640" y="2134451"/>
            <a:ext cx="3061800" cy="2369100"/>
          </a:xfrm>
          <a:prstGeom prst="rect">
            <a:avLst/>
          </a:prstGeom>
          <a:solidFill>
            <a:srgbClr val="FFF7ED"/>
          </a:solidFill>
          <a:ln cap="flat" cmpd="sng" w="12700">
            <a:solidFill>
              <a:srgbClr val="F59E0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700" u="none" strike="noStrike">
                <a:solidFill>
                  <a:srgbClr val="1F2937"/>
                </a:solidFill>
                <a:latin typeface="Arial"/>
                <a:ea typeface="Arial"/>
                <a:cs typeface="Arial"/>
                <a:sym typeface="Arial"/>
              </a:rPr>
              <a:t>Jugador</a:t>
            </a:r>
            <a:endParaRPr b="0" sz="17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700" u="none" strike="noStrike">
                <a:solidFill>
                  <a:srgbClr val="1F2937"/>
                </a:solidFill>
                <a:latin typeface="Arial"/>
                <a:ea typeface="Arial"/>
                <a:cs typeface="Arial"/>
                <a:sym typeface="Arial"/>
              </a:rPr>
              <a:t>(GameObject)</a:t>
            </a:r>
            <a:endParaRPr b="0" sz="1700" u="none" strike="noStrike">
              <a:solidFill>
                <a:srgbClr val="000000"/>
              </a:solidFill>
              <a:latin typeface="Arial"/>
              <a:ea typeface="Arial"/>
              <a:cs typeface="Arial"/>
              <a:sym typeface="Arial"/>
            </a:endParaRPr>
          </a:p>
        </p:txBody>
      </p:sp>
      <p:sp>
        <p:nvSpPr>
          <p:cNvPr id="373" name="Google Shape;373;p13"/>
          <p:cNvSpPr/>
          <p:nvPr/>
        </p:nvSpPr>
        <p:spPr>
          <a:xfrm>
            <a:off x="3676320" y="2654651"/>
            <a:ext cx="2332500" cy="399900"/>
          </a:xfrm>
          <a:prstGeom prst="rect">
            <a:avLst/>
          </a:prstGeom>
          <a:solidFill>
            <a:srgbClr val="D1FAE5"/>
          </a:solidFill>
          <a:ln cap="flat" cmpd="sng" w="12700">
            <a:solidFill>
              <a:srgbClr val="10B981"/>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500" u="none" strike="noStrike">
                <a:solidFill>
                  <a:srgbClr val="1F2937"/>
                </a:solidFill>
                <a:latin typeface="Arial"/>
                <a:ea typeface="Arial"/>
                <a:cs typeface="Arial"/>
                <a:sym typeface="Arial"/>
              </a:rPr>
              <a:t>Transform</a:t>
            </a:r>
            <a:endParaRPr b="0" sz="1500" u="none" strike="noStrike">
              <a:solidFill>
                <a:srgbClr val="000000"/>
              </a:solidFill>
              <a:latin typeface="Arial"/>
              <a:ea typeface="Arial"/>
              <a:cs typeface="Arial"/>
              <a:sym typeface="Arial"/>
            </a:endParaRPr>
          </a:p>
        </p:txBody>
      </p:sp>
      <p:sp>
        <p:nvSpPr>
          <p:cNvPr id="374" name="Google Shape;374;p13"/>
          <p:cNvSpPr/>
          <p:nvPr/>
        </p:nvSpPr>
        <p:spPr>
          <a:xfrm>
            <a:off x="3674160" y="3617651"/>
            <a:ext cx="2332500" cy="400200"/>
          </a:xfrm>
          <a:prstGeom prst="rect">
            <a:avLst/>
          </a:prstGeom>
          <a:solidFill>
            <a:srgbClr val="D1FAE5"/>
          </a:solidFill>
          <a:ln cap="flat" cmpd="sng" w="12700">
            <a:solidFill>
              <a:srgbClr val="10B981"/>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500" u="none" strike="noStrike">
                <a:solidFill>
                  <a:srgbClr val="1F2937"/>
                </a:solidFill>
                <a:latin typeface="Arial"/>
                <a:ea typeface="Arial"/>
                <a:cs typeface="Arial"/>
                <a:sym typeface="Arial"/>
              </a:rPr>
              <a:t>SpriteRenderer</a:t>
            </a:r>
            <a:endParaRPr b="0" sz="1500" u="none" strike="noStrike">
              <a:solidFill>
                <a:srgbClr val="000000"/>
              </a:solidFill>
              <a:latin typeface="Arial"/>
              <a:ea typeface="Arial"/>
              <a:cs typeface="Arial"/>
              <a:sym typeface="Arial"/>
            </a:endParaRPr>
          </a:p>
        </p:txBody>
      </p:sp>
      <p:sp>
        <p:nvSpPr>
          <p:cNvPr id="375" name="Google Shape;375;p13"/>
          <p:cNvSpPr/>
          <p:nvPr/>
        </p:nvSpPr>
        <p:spPr>
          <a:xfrm>
            <a:off x="3457440" y="4592171"/>
            <a:ext cx="2769900" cy="254100"/>
          </a:xfrm>
          <a:prstGeom prst="rect">
            <a:avLst/>
          </a:prstGeom>
          <a:noFill/>
          <a:ln>
            <a:noFill/>
          </a:ln>
        </p:spPr>
        <p:txBody>
          <a:bodyPr anchorCtr="0" anchor="ctr" bIns="350" lIns="350" spcFirstLastPara="1" rIns="350" wrap="square" tIns="350">
            <a:normAutofit/>
          </a:bodyPr>
          <a:lstStyle/>
          <a:p>
            <a:pPr indent="0" lvl="0" marL="0" marR="0" rtl="0" algn="ctr">
              <a:lnSpc>
                <a:spcPct val="80001"/>
              </a:lnSpc>
              <a:spcBef>
                <a:spcPts val="0"/>
              </a:spcBef>
              <a:spcAft>
                <a:spcPts val="0"/>
              </a:spcAft>
              <a:buNone/>
            </a:pPr>
            <a:r>
              <a:rPr b="1" lang="es-ES" sz="1015" u="none" strike="noStrike">
                <a:solidFill>
                  <a:srgbClr val="1F2937"/>
                </a:solidFill>
                <a:latin typeface="Arial"/>
                <a:ea typeface="Arial"/>
                <a:cs typeface="Arial"/>
                <a:sym typeface="Arial"/>
              </a:rPr>
              <a:t>La funcionalidad se construye por composición.</a:t>
            </a:r>
            <a:endParaRPr b="0" sz="1015" u="none" strike="noStrike">
              <a:solidFill>
                <a:srgbClr val="000000"/>
              </a:solidFill>
              <a:latin typeface="Arial"/>
              <a:ea typeface="Arial"/>
              <a:cs typeface="Arial"/>
              <a:sym typeface="Arial"/>
            </a:endParaRPr>
          </a:p>
        </p:txBody>
      </p:sp>
      <p:sp>
        <p:nvSpPr>
          <p:cNvPr id="376" name="Google Shape;376;p13"/>
          <p:cNvSpPr/>
          <p:nvPr/>
        </p:nvSpPr>
        <p:spPr>
          <a:xfrm>
            <a:off x="686160" y="2827091"/>
            <a:ext cx="1567200" cy="947100"/>
          </a:xfrm>
          <a:prstGeom prst="rect">
            <a:avLst/>
          </a:prstGeom>
          <a:solidFill>
            <a:srgbClr val="FFFFFF"/>
          </a:solidFill>
          <a:ln cap="flat" cmpd="sng" w="12700">
            <a:solidFill>
              <a:srgbClr val="F59E0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400" u="none" strike="noStrike">
                <a:solidFill>
                  <a:srgbClr val="1F2937"/>
                </a:solidFill>
                <a:latin typeface="Arial"/>
                <a:ea typeface="Arial"/>
                <a:cs typeface="Arial"/>
                <a:sym typeface="Arial"/>
              </a:rPr>
              <a:t>Hierarchy</a:t>
            </a:r>
            <a:endParaRPr b="0" sz="14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sz="14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400" u="none" strike="noStrike">
                <a:solidFill>
                  <a:srgbClr val="1F2937"/>
                </a:solidFill>
                <a:latin typeface="Arial"/>
                <a:ea typeface="Arial"/>
                <a:cs typeface="Arial"/>
                <a:sym typeface="Arial"/>
              </a:rPr>
              <a:t>Jugador</a:t>
            </a:r>
            <a:endParaRPr b="0" sz="1400" u="none" strike="noStrike">
              <a:solidFill>
                <a:srgbClr val="000000"/>
              </a:solidFill>
              <a:latin typeface="Arial"/>
              <a:ea typeface="Arial"/>
              <a:cs typeface="Arial"/>
              <a:sym typeface="Arial"/>
            </a:endParaRPr>
          </a:p>
        </p:txBody>
      </p:sp>
      <p:sp>
        <p:nvSpPr>
          <p:cNvPr id="377" name="Google Shape;377;p13"/>
          <p:cNvSpPr/>
          <p:nvPr/>
        </p:nvSpPr>
        <p:spPr>
          <a:xfrm>
            <a:off x="7358760" y="2754371"/>
            <a:ext cx="1603500" cy="1092900"/>
          </a:xfrm>
          <a:prstGeom prst="rect">
            <a:avLst/>
          </a:prstGeom>
          <a:solidFill>
            <a:srgbClr val="FFFFFF"/>
          </a:solidFill>
          <a:ln cap="flat" cmpd="sng" w="12700">
            <a:solidFill>
              <a:srgbClr val="10B981"/>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350" u="none" strike="noStrike">
                <a:solidFill>
                  <a:srgbClr val="1F2937"/>
                </a:solidFill>
                <a:latin typeface="Arial"/>
                <a:ea typeface="Arial"/>
                <a:cs typeface="Arial"/>
                <a:sym typeface="Arial"/>
              </a:rPr>
              <a:t>Inspector</a:t>
            </a:r>
            <a:endParaRPr b="0" sz="13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sz="13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350" u="none" strike="noStrike">
                <a:solidFill>
                  <a:srgbClr val="1F2937"/>
                </a:solidFill>
                <a:latin typeface="Arial"/>
                <a:ea typeface="Arial"/>
                <a:cs typeface="Arial"/>
                <a:sym typeface="Arial"/>
              </a:rPr>
              <a:t>Transform</a:t>
            </a:r>
            <a:endParaRPr b="0" sz="13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350" u="none" strike="noStrike">
                <a:solidFill>
                  <a:srgbClr val="1F2937"/>
                </a:solidFill>
                <a:latin typeface="Arial"/>
                <a:ea typeface="Arial"/>
                <a:cs typeface="Arial"/>
                <a:sym typeface="Arial"/>
              </a:rPr>
              <a:t>Sprite Renderer</a:t>
            </a:r>
            <a:endParaRPr b="0" sz="1350" u="none" strike="noStrike">
              <a:solidFill>
                <a:srgbClr val="000000"/>
              </a:solidFill>
              <a:latin typeface="Arial"/>
              <a:ea typeface="Arial"/>
              <a:cs typeface="Arial"/>
              <a:sym typeface="Arial"/>
            </a:endParaRPr>
          </a:p>
        </p:txBody>
      </p:sp>
      <p:sp>
        <p:nvSpPr>
          <p:cNvPr id="378" name="Google Shape;378;p13"/>
          <p:cNvSpPr/>
          <p:nvPr/>
        </p:nvSpPr>
        <p:spPr>
          <a:xfrm>
            <a:off x="649800" y="4832651"/>
            <a:ext cx="2405400" cy="764700"/>
          </a:xfrm>
          <a:prstGeom prst="rect">
            <a:avLst/>
          </a:prstGeom>
          <a:solidFill>
            <a:srgbClr val="FEF2F2"/>
          </a:solidFill>
          <a:ln cap="flat" cmpd="sng" w="12700">
            <a:solidFill>
              <a:srgbClr val="EF4444"/>
            </a:solidFill>
            <a:prstDash val="solid"/>
            <a:round/>
            <a:headEnd len="sm" w="sm" type="none"/>
            <a:tailEnd len="sm" w="sm" type="none"/>
          </a:ln>
        </p:spPr>
        <p:txBody>
          <a:bodyPr anchorCtr="0" anchor="ctr" bIns="1075" lIns="1075" spcFirstLastPara="1" rIns="1075" wrap="square" tIns="1075">
            <a:normAutofit/>
          </a:bodyPr>
          <a:lstStyle/>
          <a:p>
            <a:pPr indent="0" lvl="0" marL="0" marR="0" rtl="0" algn="l">
              <a:lnSpc>
                <a:spcPct val="100000"/>
              </a:lnSpc>
              <a:spcBef>
                <a:spcPts val="0"/>
              </a:spcBef>
              <a:spcAft>
                <a:spcPts val="0"/>
              </a:spcAft>
              <a:buNone/>
            </a:pPr>
            <a:r>
              <a:rPr b="1" lang="es-ES" sz="1200" u="none" strike="noStrike">
                <a:solidFill>
                  <a:srgbClr val="1F2937"/>
                </a:solidFill>
                <a:latin typeface="Arial"/>
                <a:ea typeface="Arial"/>
                <a:cs typeface="Arial"/>
                <a:sym typeface="Arial"/>
              </a:rPr>
              <a:t>Incorrecto en Hierarchy:</a:t>
            </a:r>
            <a:endParaRPr b="0" sz="12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lang="es-ES" sz="1200" u="none" strike="noStrike">
                <a:solidFill>
                  <a:srgbClr val="1F2937"/>
                </a:solidFill>
                <a:latin typeface="Arial"/>
                <a:ea typeface="Arial"/>
                <a:cs typeface="Arial"/>
                <a:sym typeface="Arial"/>
              </a:rPr>
              <a:t>Jugador</a:t>
            </a:r>
            <a:endParaRPr b="0" sz="12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lang="es-ES" sz="1200" u="none" strike="noStrike">
                <a:solidFill>
                  <a:srgbClr val="1F2937"/>
                </a:solidFill>
                <a:latin typeface="Arial"/>
                <a:ea typeface="Arial"/>
                <a:cs typeface="Arial"/>
                <a:sym typeface="Arial"/>
              </a:rPr>
              <a:t>├─ Transform</a:t>
            </a:r>
            <a:endParaRPr b="0" sz="12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lang="es-ES" sz="1200" u="none" strike="noStrike">
                <a:solidFill>
                  <a:srgbClr val="1F2937"/>
                </a:solidFill>
                <a:latin typeface="Arial"/>
                <a:ea typeface="Arial"/>
                <a:cs typeface="Arial"/>
                <a:sym typeface="Arial"/>
              </a:rPr>
              <a:t>└─ SpriteRenderer</a:t>
            </a:r>
            <a:endParaRPr b="0" sz="1200" u="none" strike="noStrike">
              <a:solidFill>
                <a:srgbClr val="000000"/>
              </a:solidFill>
              <a:latin typeface="Arial"/>
              <a:ea typeface="Arial"/>
              <a:cs typeface="Arial"/>
              <a:sym typeface="Arial"/>
            </a:endParaRPr>
          </a:p>
        </p:txBody>
      </p:sp>
      <p:cxnSp>
        <p:nvCxnSpPr>
          <p:cNvPr id="379" name="Google Shape;379;p13"/>
          <p:cNvCxnSpPr/>
          <p:nvPr/>
        </p:nvCxnSpPr>
        <p:spPr>
          <a:xfrm flipH="1" rot="10800000">
            <a:off x="737280" y="5014691"/>
            <a:ext cx="2224200" cy="364800"/>
          </a:xfrm>
          <a:prstGeom prst="straightConnector1">
            <a:avLst/>
          </a:prstGeom>
          <a:noFill/>
          <a:ln cap="flat" cmpd="sng" w="27925">
            <a:solidFill>
              <a:srgbClr val="EF4444"/>
            </a:solidFill>
            <a:prstDash val="solid"/>
            <a:round/>
            <a:headEnd len="sm" w="sm" type="none"/>
            <a:tailEnd len="sm" w="sm" type="none"/>
          </a:ln>
        </p:spPr>
      </p:cxnSp>
      <p:sp>
        <p:nvSpPr>
          <p:cNvPr id="380" name="Google Shape;380;p13"/>
          <p:cNvSpPr/>
          <p:nvPr/>
        </p:nvSpPr>
        <p:spPr>
          <a:xfrm>
            <a:off x="6556680" y="4978451"/>
            <a:ext cx="2587800" cy="66990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90001"/>
              </a:lnSpc>
              <a:spcBef>
                <a:spcPts val="0"/>
              </a:spcBef>
              <a:spcAft>
                <a:spcPts val="0"/>
              </a:spcAft>
              <a:buNone/>
            </a:pPr>
            <a:r>
              <a:rPr b="1" lang="es-ES" sz="1165" u="none" strike="noStrike">
                <a:solidFill>
                  <a:srgbClr val="1F2937"/>
                </a:solidFill>
                <a:latin typeface="Arial"/>
                <a:ea typeface="Arial"/>
                <a:cs typeface="Arial"/>
                <a:sym typeface="Arial"/>
              </a:rPr>
              <a:t>GameObject ≠ visible necesariamente</a:t>
            </a:r>
            <a:endParaRPr b="0" sz="1165" u="none" strike="noStrike">
              <a:solidFill>
                <a:srgbClr val="000000"/>
              </a:solidFill>
              <a:latin typeface="Arial"/>
              <a:ea typeface="Arial"/>
              <a:cs typeface="Arial"/>
              <a:sym typeface="Arial"/>
            </a:endParaRPr>
          </a:p>
          <a:p>
            <a:pPr indent="0" lvl="0" marL="0" marR="0" rtl="0" algn="ctr">
              <a:lnSpc>
                <a:spcPct val="90001"/>
              </a:lnSpc>
              <a:spcBef>
                <a:spcPts val="0"/>
              </a:spcBef>
              <a:spcAft>
                <a:spcPts val="0"/>
              </a:spcAft>
              <a:buNone/>
            </a:pPr>
            <a:r>
              <a:rPr b="1" lang="es-ES" sz="1165" u="none" strike="noStrike">
                <a:solidFill>
                  <a:srgbClr val="1F2937"/>
                </a:solidFill>
                <a:latin typeface="Arial"/>
                <a:ea typeface="Arial"/>
                <a:cs typeface="Arial"/>
                <a:sym typeface="Arial"/>
              </a:rPr>
              <a:t>Component ≠ hijo en Hierarchy</a:t>
            </a:r>
            <a:endParaRPr b="0" sz="1165" u="none" strike="noStrike">
              <a:solidFill>
                <a:srgbClr val="000000"/>
              </a:solidFill>
              <a:latin typeface="Arial"/>
              <a:ea typeface="Arial"/>
              <a:cs typeface="Arial"/>
              <a:sym typeface="Arial"/>
            </a:endParaRPr>
          </a:p>
          <a:p>
            <a:pPr indent="0" lvl="0" marL="0" marR="0" rtl="0" algn="ctr">
              <a:lnSpc>
                <a:spcPct val="90001"/>
              </a:lnSpc>
              <a:spcBef>
                <a:spcPts val="0"/>
              </a:spcBef>
              <a:spcAft>
                <a:spcPts val="0"/>
              </a:spcAft>
              <a:buNone/>
            </a:pPr>
            <a:r>
              <a:rPr b="1" lang="es-ES" sz="1165" u="none" strike="noStrike">
                <a:solidFill>
                  <a:srgbClr val="1F2937"/>
                </a:solidFill>
                <a:latin typeface="Arial"/>
                <a:ea typeface="Arial"/>
                <a:cs typeface="Arial"/>
                <a:sym typeface="Arial"/>
              </a:rPr>
              <a:t>Composición ≠ herencia</a:t>
            </a:r>
            <a:endParaRPr b="0" sz="1165" u="none" strike="noStrike">
              <a:solidFill>
                <a:srgbClr val="000000"/>
              </a:solidFill>
              <a:latin typeface="Arial"/>
              <a:ea typeface="Arial"/>
              <a:cs typeface="Arial"/>
              <a:sym typeface="Arial"/>
            </a:endParaRPr>
          </a:p>
        </p:txBody>
      </p:sp>
      <p:sp>
        <p:nvSpPr>
          <p:cNvPr id="381" name="Google Shape;381;p13"/>
          <p:cNvSpPr txBox="1"/>
          <p:nvPr>
            <p:ph idx="12" type="sldNum"/>
          </p:nvPr>
        </p:nvSpPr>
        <p:spPr>
          <a:xfrm>
            <a:off x="6772920" y="5372607"/>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14"/>
          <p:cNvSpPr txBox="1"/>
          <p:nvPr>
            <p:ph type="title"/>
          </p:nvPr>
        </p:nvSpPr>
        <p:spPr>
          <a:xfrm>
            <a:off x="1086786" y="761808"/>
            <a:ext cx="7743000" cy="13545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4400" u="none" strike="noStrike">
                <a:solidFill>
                  <a:srgbClr val="000000"/>
                </a:solidFill>
                <a:latin typeface="Arial"/>
                <a:ea typeface="Arial"/>
                <a:cs typeface="Arial"/>
                <a:sym typeface="Arial"/>
              </a:rPr>
              <a:t>El modelo fundamental: GameObject + Components</a:t>
            </a:r>
            <a:endParaRPr b="0" sz="4400" u="none" strike="noStrike">
              <a:solidFill>
                <a:srgbClr val="000000"/>
              </a:solidFill>
              <a:latin typeface="Arial"/>
              <a:ea typeface="Arial"/>
              <a:cs typeface="Arial"/>
              <a:sym typeface="Arial"/>
            </a:endParaRPr>
          </a:p>
        </p:txBody>
      </p:sp>
      <p:sp>
        <p:nvSpPr>
          <p:cNvPr id="387" name="Google Shape;387;p14"/>
          <p:cNvSpPr txBox="1"/>
          <p:nvPr>
            <p:ph idx="1" type="body"/>
          </p:nvPr>
        </p:nvSpPr>
        <p:spPr>
          <a:xfrm>
            <a:off x="1102537" y="2364585"/>
            <a:ext cx="7743000" cy="2740500"/>
          </a:xfrm>
          <a:prstGeom prst="rect">
            <a:avLst/>
          </a:prstGeom>
          <a:noFill/>
          <a:ln>
            <a:noFill/>
          </a:ln>
        </p:spPr>
        <p:txBody>
          <a:bodyPr anchorCtr="0" anchor="t" bIns="0" lIns="0" spcFirstLastPara="1" rIns="0" wrap="square" tIns="0">
            <a:normAutofit fontScale="85000" lnSpcReduction="20000"/>
          </a:bodyPr>
          <a:lstStyle/>
          <a:p>
            <a:pPr indent="-310284" lvl="0" marL="432000" marR="0" rtl="0" algn="l">
              <a:lnSpc>
                <a:spcPct val="100000"/>
              </a:lnSpc>
              <a:spcBef>
                <a:spcPts val="0"/>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Creamos un GameObject vacío y lo renombramos a “Jugador”.</a:t>
            </a:r>
            <a:endParaRPr b="0" i="0" sz="3200" u="none" cap="none" strike="noStrike">
              <a:solidFill>
                <a:srgbClr val="000000"/>
              </a:solidFill>
              <a:latin typeface="Arial"/>
              <a:ea typeface="Arial"/>
              <a:cs typeface="Arial"/>
              <a:sym typeface="Arial"/>
            </a:endParaRPr>
          </a:p>
          <a:p>
            <a:pPr indent="-310284"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Comprobamos que aparece en Hierarchy, lo seleccionamos y observamos su Transform en Inspector.</a:t>
            </a:r>
            <a:endParaRPr b="0" i="0" sz="3200" u="none" cap="none" strike="noStrike">
              <a:solidFill>
                <a:srgbClr val="000000"/>
              </a:solidFill>
              <a:latin typeface="Arial"/>
              <a:ea typeface="Arial"/>
              <a:cs typeface="Arial"/>
              <a:sym typeface="Arial"/>
            </a:endParaRPr>
          </a:p>
          <a:p>
            <a:pPr indent="-310284"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Añadir un componente SpriteRenderer, quitárselo y volvérselo a añadir.</a:t>
            </a:r>
            <a:endParaRPr b="0" i="0" sz="3200" u="none" cap="none" strike="noStrike">
              <a:solidFill>
                <a:srgbClr val="000000"/>
              </a:solidFill>
              <a:latin typeface="Arial"/>
              <a:ea typeface="Arial"/>
              <a:cs typeface="Arial"/>
              <a:sym typeface="Arial"/>
            </a:endParaRPr>
          </a:p>
        </p:txBody>
      </p:sp>
      <p:sp>
        <p:nvSpPr>
          <p:cNvPr id="388" name="Google Shape;388;p14"/>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pic>
        <p:nvPicPr>
          <p:cNvPr id="393" name="Google Shape;393;p15"/>
          <p:cNvPicPr preferRelativeResize="0"/>
          <p:nvPr/>
        </p:nvPicPr>
        <p:blipFill rotWithShape="1">
          <a:blip r:embed="rId3">
            <a:alphaModFix/>
          </a:blip>
          <a:srcRect b="0" l="0" r="0" t="0"/>
          <a:stretch/>
        </p:blipFill>
        <p:spPr>
          <a:xfrm>
            <a:off x="2971440" y="720"/>
            <a:ext cx="4137840" cy="5668920"/>
          </a:xfrm>
          <a:prstGeom prst="rect">
            <a:avLst/>
          </a:prstGeom>
          <a:noFill/>
          <a:ln>
            <a:noFill/>
          </a:ln>
        </p:spPr>
      </p:pic>
      <p:sp>
        <p:nvSpPr>
          <p:cNvPr id="394" name="Google Shape;394;p15"/>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pic>
        <p:nvPicPr>
          <p:cNvPr id="399" name="Google Shape;399;p16"/>
          <p:cNvPicPr preferRelativeResize="0"/>
          <p:nvPr/>
        </p:nvPicPr>
        <p:blipFill rotWithShape="1">
          <a:blip r:embed="rId3">
            <a:alphaModFix/>
          </a:blip>
          <a:srcRect b="0" l="0" r="0" t="0"/>
          <a:stretch/>
        </p:blipFill>
        <p:spPr>
          <a:xfrm>
            <a:off x="720" y="1796400"/>
            <a:ext cx="10078920" cy="2077920"/>
          </a:xfrm>
          <a:prstGeom prst="rect">
            <a:avLst/>
          </a:prstGeom>
          <a:noFill/>
          <a:ln>
            <a:noFill/>
          </a:ln>
        </p:spPr>
      </p:pic>
      <p:sp>
        <p:nvSpPr>
          <p:cNvPr id="400" name="Google Shape;400;p16"/>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pic>
        <p:nvPicPr>
          <p:cNvPr id="405" name="Google Shape;405;p17"/>
          <p:cNvPicPr preferRelativeResize="0"/>
          <p:nvPr/>
        </p:nvPicPr>
        <p:blipFill rotWithShape="1">
          <a:blip r:embed="rId3">
            <a:alphaModFix/>
          </a:blip>
          <a:srcRect b="0" l="0" r="0" t="0"/>
          <a:stretch/>
        </p:blipFill>
        <p:spPr>
          <a:xfrm>
            <a:off x="2168640" y="1311840"/>
            <a:ext cx="5743080" cy="3047040"/>
          </a:xfrm>
          <a:prstGeom prst="rect">
            <a:avLst/>
          </a:prstGeom>
          <a:noFill/>
          <a:ln>
            <a:noFill/>
          </a:ln>
        </p:spPr>
      </p:pic>
      <p:sp>
        <p:nvSpPr>
          <p:cNvPr id="406" name="Google Shape;406;p17"/>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pic>
        <p:nvPicPr>
          <p:cNvPr id="411" name="Google Shape;411;p18"/>
          <p:cNvPicPr preferRelativeResize="0"/>
          <p:nvPr/>
        </p:nvPicPr>
        <p:blipFill rotWithShape="1">
          <a:blip r:embed="rId3">
            <a:alphaModFix/>
          </a:blip>
          <a:srcRect b="0" l="0" r="0" t="0"/>
          <a:stretch/>
        </p:blipFill>
        <p:spPr>
          <a:xfrm>
            <a:off x="720" y="2160562"/>
            <a:ext cx="10078920" cy="2180880"/>
          </a:xfrm>
          <a:prstGeom prst="rect">
            <a:avLst/>
          </a:prstGeom>
          <a:noFill/>
          <a:ln>
            <a:noFill/>
          </a:ln>
        </p:spPr>
      </p:pic>
      <p:sp>
        <p:nvSpPr>
          <p:cNvPr id="412" name="Google Shape;412;p18"/>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
        <p:nvSpPr>
          <p:cNvPr id="413" name="Google Shape;413;p18"/>
          <p:cNvSpPr txBox="1"/>
          <p:nvPr>
            <p:ph type="title"/>
          </p:nvPr>
        </p:nvSpPr>
        <p:spPr>
          <a:xfrm>
            <a:off x="1086786" y="910251"/>
            <a:ext cx="7743000" cy="979800"/>
          </a:xfrm>
          <a:prstGeom prst="rect">
            <a:avLst/>
          </a:prstGeom>
        </p:spPr>
        <p:txBody>
          <a:bodyPr anchorCtr="0" anchor="ctr" bIns="35425" lIns="70875" spcFirstLastPara="1" rIns="70875" wrap="square" tIns="35425">
            <a:norm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pic>
        <p:nvPicPr>
          <p:cNvPr id="418" name="Google Shape;418;p19"/>
          <p:cNvPicPr preferRelativeResize="0"/>
          <p:nvPr/>
        </p:nvPicPr>
        <p:blipFill rotWithShape="1">
          <a:blip r:embed="rId3">
            <a:alphaModFix/>
          </a:blip>
          <a:srcRect b="0" l="0" r="0" t="0"/>
          <a:stretch/>
        </p:blipFill>
        <p:spPr>
          <a:xfrm>
            <a:off x="720" y="1814456"/>
            <a:ext cx="10078922" cy="2694960"/>
          </a:xfrm>
          <a:prstGeom prst="rect">
            <a:avLst/>
          </a:prstGeom>
          <a:noFill/>
          <a:ln>
            <a:noFill/>
          </a:ln>
        </p:spPr>
      </p:pic>
      <p:sp>
        <p:nvSpPr>
          <p:cNvPr id="419" name="Google Shape;419;p19"/>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
        <p:nvSpPr>
          <p:cNvPr id="420" name="Google Shape;420;p19"/>
          <p:cNvSpPr txBox="1"/>
          <p:nvPr>
            <p:ph type="title"/>
          </p:nvPr>
        </p:nvSpPr>
        <p:spPr>
          <a:xfrm>
            <a:off x="1086786" y="910251"/>
            <a:ext cx="7743000" cy="979800"/>
          </a:xfrm>
          <a:prstGeom prst="rect">
            <a:avLst/>
          </a:prstGeom>
        </p:spPr>
        <p:txBody>
          <a:bodyPr anchorCtr="0" anchor="ctr" bIns="35425" lIns="70875" spcFirstLastPara="1" rIns="70875" wrap="square" tIns="35425">
            <a:norm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pic>
        <p:nvPicPr>
          <p:cNvPr id="425" name="Google Shape;425;p20"/>
          <p:cNvPicPr preferRelativeResize="0"/>
          <p:nvPr/>
        </p:nvPicPr>
        <p:blipFill rotWithShape="1">
          <a:blip r:embed="rId3">
            <a:alphaModFix/>
          </a:blip>
          <a:srcRect b="0" l="0" r="0" t="0"/>
          <a:stretch/>
        </p:blipFill>
        <p:spPr>
          <a:xfrm>
            <a:off x="720" y="723600"/>
            <a:ext cx="10078920" cy="4223160"/>
          </a:xfrm>
          <a:prstGeom prst="rect">
            <a:avLst/>
          </a:prstGeom>
          <a:noFill/>
          <a:ln>
            <a:noFill/>
          </a:ln>
        </p:spPr>
      </p:pic>
      <p:sp>
        <p:nvSpPr>
          <p:cNvPr id="426" name="Google Shape;426;p20"/>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pic>
        <p:nvPicPr>
          <p:cNvPr id="431" name="Google Shape;431;p21"/>
          <p:cNvPicPr preferRelativeResize="0"/>
          <p:nvPr/>
        </p:nvPicPr>
        <p:blipFill rotWithShape="1">
          <a:blip r:embed="rId3">
            <a:alphaModFix/>
          </a:blip>
          <a:srcRect b="0" l="0" r="0" t="0"/>
          <a:stretch/>
        </p:blipFill>
        <p:spPr>
          <a:xfrm>
            <a:off x="720" y="731880"/>
            <a:ext cx="10078920" cy="4206600"/>
          </a:xfrm>
          <a:prstGeom prst="rect">
            <a:avLst/>
          </a:prstGeom>
          <a:noFill/>
          <a:ln>
            <a:noFill/>
          </a:ln>
        </p:spPr>
      </p:pic>
      <p:sp>
        <p:nvSpPr>
          <p:cNvPr id="432" name="Google Shape;432;p21"/>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pic>
        <p:nvPicPr>
          <p:cNvPr id="437" name="Google Shape;437;p22"/>
          <p:cNvPicPr preferRelativeResize="0"/>
          <p:nvPr/>
        </p:nvPicPr>
        <p:blipFill rotWithShape="1">
          <a:blip r:embed="rId3">
            <a:alphaModFix/>
          </a:blip>
          <a:srcRect b="0" l="0" r="0" t="0"/>
          <a:stretch/>
        </p:blipFill>
        <p:spPr>
          <a:xfrm>
            <a:off x="720" y="2081392"/>
            <a:ext cx="10078920" cy="2180880"/>
          </a:xfrm>
          <a:prstGeom prst="rect">
            <a:avLst/>
          </a:prstGeom>
          <a:noFill/>
          <a:ln>
            <a:noFill/>
          </a:ln>
        </p:spPr>
      </p:pic>
      <p:sp>
        <p:nvSpPr>
          <p:cNvPr id="438" name="Google Shape;438;p22"/>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
        <p:nvSpPr>
          <p:cNvPr id="439" name="Google Shape;439;p22"/>
          <p:cNvSpPr txBox="1"/>
          <p:nvPr>
            <p:ph type="title"/>
          </p:nvPr>
        </p:nvSpPr>
        <p:spPr>
          <a:xfrm>
            <a:off x="1086786" y="910251"/>
            <a:ext cx="7743000" cy="979800"/>
          </a:xfrm>
          <a:prstGeom prst="rect">
            <a:avLst/>
          </a:prstGeom>
        </p:spPr>
        <p:txBody>
          <a:bodyPr anchorCtr="0" anchor="ctr" bIns="35425" lIns="70875" spcFirstLastPara="1" rIns="70875" wrap="square" tIns="35425">
            <a:normAutofit/>
          </a:bodyPr>
          <a:lstStyle/>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pic>
        <p:nvPicPr>
          <p:cNvPr id="444" name="Google Shape;444;p23"/>
          <p:cNvPicPr preferRelativeResize="0"/>
          <p:nvPr/>
        </p:nvPicPr>
        <p:blipFill rotWithShape="1">
          <a:blip r:embed="rId3">
            <a:alphaModFix/>
          </a:blip>
          <a:srcRect b="0" l="0" r="0" t="0"/>
          <a:stretch/>
        </p:blipFill>
        <p:spPr>
          <a:xfrm>
            <a:off x="720" y="2061862"/>
            <a:ext cx="10078922" cy="2694960"/>
          </a:xfrm>
          <a:prstGeom prst="rect">
            <a:avLst/>
          </a:prstGeom>
          <a:noFill/>
          <a:ln>
            <a:noFill/>
          </a:ln>
        </p:spPr>
      </p:pic>
      <p:sp>
        <p:nvSpPr>
          <p:cNvPr id="445" name="Google Shape;445;p23"/>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
        <p:nvSpPr>
          <p:cNvPr id="446" name="Google Shape;446;p23"/>
          <p:cNvSpPr txBox="1"/>
          <p:nvPr>
            <p:ph type="title"/>
          </p:nvPr>
        </p:nvSpPr>
        <p:spPr>
          <a:xfrm>
            <a:off x="1086786" y="910251"/>
            <a:ext cx="7743000" cy="979800"/>
          </a:xfrm>
          <a:prstGeom prst="rect">
            <a:avLst/>
          </a:prstGeom>
        </p:spPr>
        <p:txBody>
          <a:bodyPr anchorCtr="0" anchor="ctr" bIns="35425" lIns="70875" spcFirstLastPara="1" rIns="70875" wrap="square" tIns="35425">
            <a:normAutofit/>
          </a:bodyPr>
          <a:lstStyle/>
          <a:p>
            <a:pPr indent="0" lvl="0" marL="0" rtl="0" algn="l">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pic>
        <p:nvPicPr>
          <p:cNvPr id="451" name="Google Shape;451;p24"/>
          <p:cNvPicPr preferRelativeResize="0"/>
          <p:nvPr/>
        </p:nvPicPr>
        <p:blipFill rotWithShape="1">
          <a:blip r:embed="rId3">
            <a:alphaModFix/>
          </a:blip>
          <a:srcRect b="0" l="0" r="0" t="0"/>
          <a:stretch/>
        </p:blipFill>
        <p:spPr>
          <a:xfrm>
            <a:off x="720" y="723600"/>
            <a:ext cx="10078920" cy="4223160"/>
          </a:xfrm>
          <a:prstGeom prst="rect">
            <a:avLst/>
          </a:prstGeom>
          <a:noFill/>
          <a:ln>
            <a:noFill/>
          </a:ln>
        </p:spPr>
      </p:pic>
      <p:sp>
        <p:nvSpPr>
          <p:cNvPr id="452" name="Google Shape;452;p24"/>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25"/>
          <p:cNvSpPr txBox="1"/>
          <p:nvPr>
            <p:ph type="title"/>
          </p:nvPr>
        </p:nvSpPr>
        <p:spPr>
          <a:xfrm>
            <a:off x="1086786" y="910251"/>
            <a:ext cx="7743000" cy="4311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2800" u="none" strike="noStrike">
                <a:solidFill>
                  <a:srgbClr val="000000"/>
                </a:solidFill>
                <a:latin typeface="Arial"/>
                <a:ea typeface="Arial"/>
                <a:cs typeface="Arial"/>
                <a:sym typeface="Arial"/>
              </a:rPr>
              <a:t>Transform: dónde está y cómo se transforma</a:t>
            </a:r>
            <a:endParaRPr b="0" sz="2800" u="none" strike="noStrike">
              <a:solidFill>
                <a:srgbClr val="000000"/>
              </a:solidFill>
              <a:latin typeface="Arial"/>
              <a:ea typeface="Arial"/>
              <a:cs typeface="Arial"/>
              <a:sym typeface="Arial"/>
            </a:endParaRPr>
          </a:p>
        </p:txBody>
      </p:sp>
      <p:sp>
        <p:nvSpPr>
          <p:cNvPr id="458" name="Google Shape;458;p25"/>
          <p:cNvSpPr/>
          <p:nvPr/>
        </p:nvSpPr>
        <p:spPr>
          <a:xfrm>
            <a:off x="504000" y="1326600"/>
            <a:ext cx="3583440" cy="437400"/>
          </a:xfrm>
          <a:prstGeom prst="rect">
            <a:avLst/>
          </a:prstGeom>
          <a:solidFill>
            <a:srgbClr val="111827"/>
          </a:solidFill>
          <a:ln cap="flat" cmpd="sng" w="12700">
            <a:solidFill>
              <a:srgbClr val="111827"/>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90001"/>
              </a:lnSpc>
              <a:spcBef>
                <a:spcPts val="0"/>
              </a:spcBef>
              <a:spcAft>
                <a:spcPts val="0"/>
              </a:spcAft>
              <a:buNone/>
            </a:pPr>
            <a:r>
              <a:rPr b="1" lang="es-ES" sz="1445" u="none" strike="noStrike">
                <a:solidFill>
                  <a:srgbClr val="FFFFFF"/>
                </a:solidFill>
                <a:latin typeface="Arial"/>
                <a:ea typeface="Arial"/>
                <a:cs typeface="Arial"/>
                <a:sym typeface="Arial"/>
              </a:rPr>
              <a:t>Todo GameObject dispone de Transform</a:t>
            </a:r>
            <a:endParaRPr b="0" sz="1445" u="none" strike="noStrike">
              <a:solidFill>
                <a:srgbClr val="FFFFFF"/>
              </a:solidFill>
              <a:latin typeface="Arial"/>
              <a:ea typeface="Arial"/>
              <a:cs typeface="Arial"/>
              <a:sym typeface="Arial"/>
            </a:endParaRPr>
          </a:p>
        </p:txBody>
      </p:sp>
      <p:sp>
        <p:nvSpPr>
          <p:cNvPr id="459" name="Google Shape;459;p25"/>
          <p:cNvSpPr/>
          <p:nvPr/>
        </p:nvSpPr>
        <p:spPr>
          <a:xfrm>
            <a:off x="623520" y="2043360"/>
            <a:ext cx="3623400" cy="302040"/>
          </a:xfrm>
          <a:prstGeom prst="rect">
            <a:avLst/>
          </a:prstGeom>
          <a:solidFill>
            <a:srgbClr val="10B981"/>
          </a:solidFill>
          <a:ln cap="flat" cmpd="sng" w="12700">
            <a:solidFill>
              <a:srgbClr val="10B981"/>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300" u="none" strike="noStrike">
                <a:solidFill>
                  <a:srgbClr val="FFFFFF"/>
                </a:solidFill>
                <a:latin typeface="Arial"/>
                <a:ea typeface="Arial"/>
                <a:cs typeface="Arial"/>
                <a:sym typeface="Arial"/>
              </a:rPr>
              <a:t>Inspector · Transform</a:t>
            </a:r>
            <a:endParaRPr b="0" sz="1300" u="none" strike="noStrike">
              <a:solidFill>
                <a:srgbClr val="000000"/>
              </a:solidFill>
              <a:latin typeface="Arial"/>
              <a:ea typeface="Arial"/>
              <a:cs typeface="Arial"/>
              <a:sym typeface="Arial"/>
            </a:endParaRPr>
          </a:p>
        </p:txBody>
      </p:sp>
      <p:sp>
        <p:nvSpPr>
          <p:cNvPr id="460" name="Google Shape;460;p25"/>
          <p:cNvSpPr/>
          <p:nvPr/>
        </p:nvSpPr>
        <p:spPr>
          <a:xfrm>
            <a:off x="623520" y="2441880"/>
            <a:ext cx="1273320" cy="413280"/>
          </a:xfrm>
          <a:prstGeom prst="rect">
            <a:avLst/>
          </a:prstGeom>
          <a:solidFill>
            <a:srgbClr val="F0FDF4"/>
          </a:solidFill>
          <a:ln cap="flat" cmpd="sng" w="12700">
            <a:solidFill>
              <a:srgbClr val="10B981"/>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350" u="none" strike="noStrike">
                <a:solidFill>
                  <a:srgbClr val="1F2937"/>
                </a:solidFill>
                <a:latin typeface="Arial"/>
                <a:ea typeface="Arial"/>
                <a:cs typeface="Arial"/>
                <a:sym typeface="Arial"/>
              </a:rPr>
              <a:t>Position</a:t>
            </a:r>
            <a:endParaRPr b="0" sz="1350" u="none" strike="noStrike">
              <a:solidFill>
                <a:srgbClr val="000000"/>
              </a:solidFill>
              <a:latin typeface="Arial"/>
              <a:ea typeface="Arial"/>
              <a:cs typeface="Arial"/>
              <a:sym typeface="Arial"/>
            </a:endParaRPr>
          </a:p>
        </p:txBody>
      </p:sp>
      <p:sp>
        <p:nvSpPr>
          <p:cNvPr id="461" name="Google Shape;461;p25"/>
          <p:cNvSpPr/>
          <p:nvPr/>
        </p:nvSpPr>
        <p:spPr>
          <a:xfrm>
            <a:off x="1977480" y="2441880"/>
            <a:ext cx="2269440" cy="41328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l">
              <a:lnSpc>
                <a:spcPct val="100000"/>
              </a:lnSpc>
              <a:spcBef>
                <a:spcPts val="0"/>
              </a:spcBef>
              <a:spcAft>
                <a:spcPts val="0"/>
              </a:spcAft>
              <a:buNone/>
            </a:pPr>
            <a:r>
              <a:rPr b="0" lang="es-ES" sz="1350" u="none" strike="noStrike">
                <a:solidFill>
                  <a:srgbClr val="1F2937"/>
                </a:solidFill>
                <a:latin typeface="Arial"/>
                <a:ea typeface="Arial"/>
                <a:cs typeface="Arial"/>
                <a:sym typeface="Arial"/>
              </a:rPr>
              <a:t>Dónde está.</a:t>
            </a:r>
            <a:endParaRPr b="0" sz="1350" u="none" strike="noStrike">
              <a:solidFill>
                <a:srgbClr val="000000"/>
              </a:solidFill>
              <a:latin typeface="Arial"/>
              <a:ea typeface="Arial"/>
              <a:cs typeface="Arial"/>
              <a:sym typeface="Arial"/>
            </a:endParaRPr>
          </a:p>
        </p:txBody>
      </p:sp>
      <p:sp>
        <p:nvSpPr>
          <p:cNvPr id="462" name="Google Shape;462;p25"/>
          <p:cNvSpPr/>
          <p:nvPr/>
        </p:nvSpPr>
        <p:spPr>
          <a:xfrm>
            <a:off x="623520" y="3031560"/>
            <a:ext cx="1273320" cy="412920"/>
          </a:xfrm>
          <a:prstGeom prst="rect">
            <a:avLst/>
          </a:prstGeom>
          <a:solidFill>
            <a:srgbClr val="F0FDF4"/>
          </a:solidFill>
          <a:ln cap="flat" cmpd="sng" w="12700">
            <a:solidFill>
              <a:srgbClr val="10B981"/>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350" u="none" strike="noStrike">
                <a:solidFill>
                  <a:srgbClr val="1F2937"/>
                </a:solidFill>
                <a:latin typeface="Arial"/>
                <a:ea typeface="Arial"/>
                <a:cs typeface="Arial"/>
                <a:sym typeface="Arial"/>
              </a:rPr>
              <a:t>Rotation</a:t>
            </a:r>
            <a:endParaRPr b="0" sz="1350" u="none" strike="noStrike">
              <a:solidFill>
                <a:srgbClr val="000000"/>
              </a:solidFill>
              <a:latin typeface="Arial"/>
              <a:ea typeface="Arial"/>
              <a:cs typeface="Arial"/>
              <a:sym typeface="Arial"/>
            </a:endParaRPr>
          </a:p>
        </p:txBody>
      </p:sp>
      <p:sp>
        <p:nvSpPr>
          <p:cNvPr id="463" name="Google Shape;463;p25"/>
          <p:cNvSpPr/>
          <p:nvPr/>
        </p:nvSpPr>
        <p:spPr>
          <a:xfrm>
            <a:off x="1977480" y="3031560"/>
            <a:ext cx="2269440" cy="41292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l">
              <a:lnSpc>
                <a:spcPct val="100000"/>
              </a:lnSpc>
              <a:spcBef>
                <a:spcPts val="0"/>
              </a:spcBef>
              <a:spcAft>
                <a:spcPts val="0"/>
              </a:spcAft>
              <a:buNone/>
            </a:pPr>
            <a:r>
              <a:rPr b="0" lang="es-ES" sz="1350" u="none" strike="noStrike">
                <a:solidFill>
                  <a:srgbClr val="1F2937"/>
                </a:solidFill>
                <a:latin typeface="Arial"/>
                <a:ea typeface="Arial"/>
                <a:cs typeface="Arial"/>
                <a:sym typeface="Arial"/>
              </a:rPr>
              <a:t>Cómo está orientado.</a:t>
            </a:r>
            <a:endParaRPr b="0" sz="1350" u="none" strike="noStrike">
              <a:solidFill>
                <a:srgbClr val="000000"/>
              </a:solidFill>
              <a:latin typeface="Arial"/>
              <a:ea typeface="Arial"/>
              <a:cs typeface="Arial"/>
              <a:sym typeface="Arial"/>
            </a:endParaRPr>
          </a:p>
        </p:txBody>
      </p:sp>
      <p:sp>
        <p:nvSpPr>
          <p:cNvPr id="464" name="Google Shape;464;p25"/>
          <p:cNvSpPr/>
          <p:nvPr/>
        </p:nvSpPr>
        <p:spPr>
          <a:xfrm>
            <a:off x="623520" y="3620880"/>
            <a:ext cx="1273320" cy="413280"/>
          </a:xfrm>
          <a:prstGeom prst="rect">
            <a:avLst/>
          </a:prstGeom>
          <a:solidFill>
            <a:srgbClr val="F0FDF4"/>
          </a:solidFill>
          <a:ln cap="flat" cmpd="sng" w="12700">
            <a:solidFill>
              <a:srgbClr val="10B981"/>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350" u="none" strike="noStrike">
                <a:solidFill>
                  <a:srgbClr val="1F2937"/>
                </a:solidFill>
                <a:latin typeface="Arial"/>
                <a:ea typeface="Arial"/>
                <a:cs typeface="Arial"/>
                <a:sym typeface="Arial"/>
              </a:rPr>
              <a:t>Scale</a:t>
            </a:r>
            <a:endParaRPr b="0" sz="1350" u="none" strike="noStrike">
              <a:solidFill>
                <a:srgbClr val="000000"/>
              </a:solidFill>
              <a:latin typeface="Arial"/>
              <a:ea typeface="Arial"/>
              <a:cs typeface="Arial"/>
              <a:sym typeface="Arial"/>
            </a:endParaRPr>
          </a:p>
        </p:txBody>
      </p:sp>
      <p:sp>
        <p:nvSpPr>
          <p:cNvPr id="465" name="Google Shape;465;p25"/>
          <p:cNvSpPr/>
          <p:nvPr/>
        </p:nvSpPr>
        <p:spPr>
          <a:xfrm>
            <a:off x="1977480" y="3620880"/>
            <a:ext cx="2269440" cy="41328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l">
              <a:lnSpc>
                <a:spcPct val="100000"/>
              </a:lnSpc>
              <a:spcBef>
                <a:spcPts val="0"/>
              </a:spcBef>
              <a:spcAft>
                <a:spcPts val="0"/>
              </a:spcAft>
              <a:buNone/>
            </a:pPr>
            <a:r>
              <a:rPr b="0" lang="es-ES" sz="1350" u="none" strike="noStrike">
                <a:solidFill>
                  <a:srgbClr val="1F2937"/>
                </a:solidFill>
                <a:latin typeface="Arial"/>
                <a:ea typeface="Arial"/>
                <a:cs typeface="Arial"/>
                <a:sym typeface="Arial"/>
              </a:rPr>
              <a:t>Qué escala tiene.</a:t>
            </a:r>
            <a:endParaRPr b="0" sz="1350" u="none" strike="noStrike">
              <a:solidFill>
                <a:srgbClr val="000000"/>
              </a:solidFill>
              <a:latin typeface="Arial"/>
              <a:ea typeface="Arial"/>
              <a:cs typeface="Arial"/>
              <a:sym typeface="Arial"/>
            </a:endParaRPr>
          </a:p>
        </p:txBody>
      </p:sp>
      <p:sp>
        <p:nvSpPr>
          <p:cNvPr id="466" name="Google Shape;466;p25"/>
          <p:cNvSpPr/>
          <p:nvPr/>
        </p:nvSpPr>
        <p:spPr>
          <a:xfrm>
            <a:off x="5562360" y="1685160"/>
            <a:ext cx="3782520" cy="3065400"/>
          </a:xfrm>
          <a:prstGeom prst="rect">
            <a:avLst/>
          </a:prstGeom>
          <a:solidFill>
            <a:srgbClr val="FFFFFF"/>
          </a:solidFill>
          <a:ln cap="flat" cmpd="sng" w="12700">
            <a:solidFill>
              <a:srgbClr val="E5E7EB"/>
            </a:solidFill>
            <a:prstDash val="solid"/>
            <a:round/>
            <a:headEnd len="sm" w="sm" type="none"/>
            <a:tailEnd len="sm" w="sm" type="none"/>
          </a:ln>
        </p:spPr>
        <p:txBody>
          <a:bodyPr anchorCtr="0" anchor="t" bIns="1075" lIns="1075" spcFirstLastPara="1" rIns="1075" wrap="square" tIns="1075">
            <a:normAutofit/>
          </a:bodyPr>
          <a:lstStyle/>
          <a:p>
            <a:pPr indent="0" lvl="0" marL="0" marR="0" rtl="0" algn="l">
              <a:lnSpc>
                <a:spcPct val="100000"/>
              </a:lnSpc>
              <a:spcBef>
                <a:spcPts val="0"/>
              </a:spcBef>
              <a:spcAft>
                <a:spcPts val="0"/>
              </a:spcAft>
              <a:buNone/>
            </a:pPr>
            <a:r>
              <a:rPr b="1" lang="es-ES" sz="1200" u="none" strike="noStrike">
                <a:solidFill>
                  <a:srgbClr val="1F2937"/>
                </a:solidFill>
                <a:latin typeface="Arial"/>
                <a:ea typeface="Arial"/>
                <a:cs typeface="Arial"/>
                <a:sym typeface="Arial"/>
              </a:rPr>
              <a:t>Scene</a:t>
            </a:r>
            <a:endParaRPr b="0" sz="1200" u="none" strike="noStrike">
              <a:solidFill>
                <a:srgbClr val="000000"/>
              </a:solidFill>
              <a:latin typeface="Arial"/>
              <a:ea typeface="Arial"/>
              <a:cs typeface="Arial"/>
              <a:sym typeface="Arial"/>
            </a:endParaRPr>
          </a:p>
        </p:txBody>
      </p:sp>
      <p:sp>
        <p:nvSpPr>
          <p:cNvPr id="467" name="Google Shape;467;p25"/>
          <p:cNvSpPr/>
          <p:nvPr/>
        </p:nvSpPr>
        <p:spPr>
          <a:xfrm>
            <a:off x="7155360" y="2919600"/>
            <a:ext cx="596520" cy="596520"/>
          </a:xfrm>
          <a:prstGeom prst="ellipse">
            <a:avLst/>
          </a:prstGeom>
          <a:solidFill>
            <a:srgbClr val="F59E0B"/>
          </a:solidFill>
          <a:ln cap="flat" cmpd="sng" w="15225">
            <a:solidFill>
              <a:srgbClr val="B45309"/>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cxnSp>
        <p:nvCxnSpPr>
          <p:cNvPr id="468" name="Google Shape;468;p25"/>
          <p:cNvCxnSpPr/>
          <p:nvPr/>
        </p:nvCxnSpPr>
        <p:spPr>
          <a:xfrm>
            <a:off x="7449840" y="3222360"/>
            <a:ext cx="1059840" cy="360"/>
          </a:xfrm>
          <a:prstGeom prst="straightConnector1">
            <a:avLst/>
          </a:prstGeom>
          <a:noFill/>
          <a:ln cap="flat" cmpd="sng" w="25400">
            <a:solidFill>
              <a:srgbClr val="2D9CDB"/>
            </a:solidFill>
            <a:prstDash val="solid"/>
            <a:round/>
            <a:headEnd len="sm" w="sm" type="none"/>
            <a:tailEnd len="med" w="med" type="triangle"/>
          </a:ln>
        </p:spPr>
      </p:cxnSp>
      <p:cxnSp>
        <p:nvCxnSpPr>
          <p:cNvPr id="469" name="Google Shape;469;p25"/>
          <p:cNvCxnSpPr/>
          <p:nvPr/>
        </p:nvCxnSpPr>
        <p:spPr>
          <a:xfrm flipH="1" rot="10800000">
            <a:off x="7449840" y="2202840"/>
            <a:ext cx="360" cy="1019520"/>
          </a:xfrm>
          <a:prstGeom prst="straightConnector1">
            <a:avLst/>
          </a:prstGeom>
          <a:noFill/>
          <a:ln cap="flat" cmpd="sng" w="25400">
            <a:solidFill>
              <a:srgbClr val="10B981"/>
            </a:solidFill>
            <a:prstDash val="solid"/>
            <a:round/>
            <a:headEnd len="sm" w="sm" type="none"/>
            <a:tailEnd len="med" w="med" type="triangle"/>
          </a:ln>
        </p:spPr>
      </p:cxnSp>
      <p:cxnSp>
        <p:nvCxnSpPr>
          <p:cNvPr id="470" name="Google Shape;470;p25"/>
          <p:cNvCxnSpPr/>
          <p:nvPr/>
        </p:nvCxnSpPr>
        <p:spPr>
          <a:xfrm flipH="1">
            <a:off x="6597720" y="3222360"/>
            <a:ext cx="852120" cy="772920"/>
          </a:xfrm>
          <a:prstGeom prst="straightConnector1">
            <a:avLst/>
          </a:prstGeom>
          <a:noFill/>
          <a:ln cap="flat" cmpd="sng" w="15225">
            <a:solidFill>
              <a:srgbClr val="6B7280"/>
            </a:solidFill>
            <a:prstDash val="solid"/>
            <a:round/>
            <a:headEnd len="sm" w="sm" type="none"/>
            <a:tailEnd len="med" w="med" type="triangle"/>
          </a:ln>
        </p:spPr>
      </p:cxnSp>
      <p:sp>
        <p:nvSpPr>
          <p:cNvPr id="471" name="Google Shape;471;p25"/>
          <p:cNvSpPr/>
          <p:nvPr/>
        </p:nvSpPr>
        <p:spPr>
          <a:xfrm>
            <a:off x="8589240" y="3094920"/>
            <a:ext cx="198000" cy="198360"/>
          </a:xfrm>
          <a:prstGeom prst="rect">
            <a:avLst/>
          </a:prstGeom>
          <a:noFill/>
          <a:ln>
            <a:noFill/>
          </a:ln>
        </p:spPr>
        <p:txBody>
          <a:bodyPr anchorCtr="0" anchor="ctr" bIns="350" lIns="350" spcFirstLastPara="1" rIns="350" wrap="square" tIns="350">
            <a:normAutofit/>
          </a:bodyPr>
          <a:lstStyle/>
          <a:p>
            <a:pPr indent="0" lvl="0" marL="0" marR="0" rtl="0" algn="l">
              <a:lnSpc>
                <a:spcPct val="90001"/>
              </a:lnSpc>
              <a:spcBef>
                <a:spcPts val="0"/>
              </a:spcBef>
              <a:spcAft>
                <a:spcPts val="0"/>
              </a:spcAft>
              <a:buNone/>
            </a:pPr>
            <a:r>
              <a:rPr b="1" lang="es-ES" sz="1360" u="none" strike="noStrike">
                <a:solidFill>
                  <a:srgbClr val="2D9CDB"/>
                </a:solidFill>
                <a:latin typeface="Arial"/>
                <a:ea typeface="Arial"/>
                <a:cs typeface="Arial"/>
                <a:sym typeface="Arial"/>
              </a:rPr>
              <a:t>X</a:t>
            </a:r>
            <a:endParaRPr b="0" sz="1360" u="none" strike="noStrike">
              <a:solidFill>
                <a:srgbClr val="000000"/>
              </a:solidFill>
              <a:latin typeface="Arial"/>
              <a:ea typeface="Arial"/>
              <a:cs typeface="Arial"/>
              <a:sym typeface="Arial"/>
            </a:endParaRPr>
          </a:p>
        </p:txBody>
      </p:sp>
      <p:sp>
        <p:nvSpPr>
          <p:cNvPr id="472" name="Google Shape;472;p25"/>
          <p:cNvSpPr/>
          <p:nvPr/>
        </p:nvSpPr>
        <p:spPr>
          <a:xfrm>
            <a:off x="7529760" y="2139120"/>
            <a:ext cx="198360" cy="198000"/>
          </a:xfrm>
          <a:prstGeom prst="rect">
            <a:avLst/>
          </a:prstGeom>
          <a:noFill/>
          <a:ln>
            <a:noFill/>
          </a:ln>
        </p:spPr>
        <p:txBody>
          <a:bodyPr anchorCtr="0" anchor="ctr" bIns="350" lIns="350" spcFirstLastPara="1" rIns="350" wrap="square" tIns="350">
            <a:normAutofit/>
          </a:bodyPr>
          <a:lstStyle/>
          <a:p>
            <a:pPr indent="0" lvl="0" marL="0" marR="0" rtl="0" algn="l">
              <a:lnSpc>
                <a:spcPct val="90001"/>
              </a:lnSpc>
              <a:spcBef>
                <a:spcPts val="0"/>
              </a:spcBef>
              <a:spcAft>
                <a:spcPts val="0"/>
              </a:spcAft>
              <a:buNone/>
            </a:pPr>
            <a:r>
              <a:rPr b="1" lang="es-ES" sz="1360" u="none" strike="noStrike">
                <a:solidFill>
                  <a:srgbClr val="10B981"/>
                </a:solidFill>
                <a:latin typeface="Arial"/>
                <a:ea typeface="Arial"/>
                <a:cs typeface="Arial"/>
                <a:sym typeface="Arial"/>
              </a:rPr>
              <a:t>Y</a:t>
            </a:r>
            <a:endParaRPr b="0" sz="1360" u="none" strike="noStrike">
              <a:solidFill>
                <a:srgbClr val="000000"/>
              </a:solidFill>
              <a:latin typeface="Arial"/>
              <a:ea typeface="Arial"/>
              <a:cs typeface="Arial"/>
              <a:sym typeface="Arial"/>
            </a:endParaRPr>
          </a:p>
        </p:txBody>
      </p:sp>
      <p:sp>
        <p:nvSpPr>
          <p:cNvPr id="473" name="Google Shape;473;p25"/>
          <p:cNvSpPr/>
          <p:nvPr/>
        </p:nvSpPr>
        <p:spPr>
          <a:xfrm>
            <a:off x="6398640" y="3995280"/>
            <a:ext cx="198000" cy="198000"/>
          </a:xfrm>
          <a:prstGeom prst="rect">
            <a:avLst/>
          </a:prstGeom>
          <a:noFill/>
          <a:ln>
            <a:noFill/>
          </a:ln>
        </p:spPr>
        <p:txBody>
          <a:bodyPr anchorCtr="0" anchor="ctr" bIns="350" lIns="350" spcFirstLastPara="1" rIns="350" wrap="square" tIns="350">
            <a:normAutofit/>
          </a:bodyPr>
          <a:lstStyle/>
          <a:p>
            <a:pPr indent="0" lvl="0" marL="0" marR="0" rtl="0" algn="l">
              <a:lnSpc>
                <a:spcPct val="100000"/>
              </a:lnSpc>
              <a:spcBef>
                <a:spcPts val="0"/>
              </a:spcBef>
              <a:spcAft>
                <a:spcPts val="0"/>
              </a:spcAft>
              <a:buNone/>
            </a:pPr>
            <a:r>
              <a:rPr b="1" lang="es-ES" sz="1300" u="none" strike="noStrike">
                <a:solidFill>
                  <a:srgbClr val="6B7280"/>
                </a:solidFill>
                <a:latin typeface="Arial"/>
                <a:ea typeface="Arial"/>
                <a:cs typeface="Arial"/>
                <a:sym typeface="Arial"/>
              </a:rPr>
              <a:t>Z</a:t>
            </a:r>
            <a:endParaRPr b="0" sz="1300" u="none" strike="noStrike">
              <a:solidFill>
                <a:srgbClr val="000000"/>
              </a:solidFill>
              <a:latin typeface="Arial"/>
              <a:ea typeface="Arial"/>
              <a:cs typeface="Arial"/>
              <a:sym typeface="Arial"/>
            </a:endParaRPr>
          </a:p>
        </p:txBody>
      </p:sp>
      <p:sp>
        <p:nvSpPr>
          <p:cNvPr id="474" name="Google Shape;474;p25"/>
          <p:cNvSpPr/>
          <p:nvPr/>
        </p:nvSpPr>
        <p:spPr>
          <a:xfrm>
            <a:off x="5641920" y="5030640"/>
            <a:ext cx="3543840" cy="62028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90001"/>
              </a:lnSpc>
              <a:spcBef>
                <a:spcPts val="0"/>
              </a:spcBef>
              <a:spcAft>
                <a:spcPts val="0"/>
              </a:spcAft>
              <a:buNone/>
            </a:pPr>
            <a:r>
              <a:rPr b="1" lang="es-ES" sz="1400" u="none" strike="noStrike">
                <a:solidFill>
                  <a:srgbClr val="1F2937"/>
                </a:solidFill>
                <a:latin typeface="Arial"/>
                <a:ea typeface="Arial"/>
                <a:cs typeface="Arial"/>
                <a:sym typeface="Arial"/>
              </a:rPr>
              <a:t>X / Y → plano de trabajo</a:t>
            </a:r>
            <a:endParaRPr b="0" sz="1400" u="none" strike="noStrike">
              <a:solidFill>
                <a:srgbClr val="000000"/>
              </a:solidFill>
              <a:latin typeface="Arial"/>
              <a:ea typeface="Arial"/>
              <a:cs typeface="Arial"/>
              <a:sym typeface="Arial"/>
            </a:endParaRPr>
          </a:p>
          <a:p>
            <a:pPr indent="0" lvl="0" marL="0" marR="0" rtl="0" algn="ctr">
              <a:lnSpc>
                <a:spcPct val="90001"/>
              </a:lnSpc>
              <a:spcBef>
                <a:spcPts val="0"/>
              </a:spcBef>
              <a:spcAft>
                <a:spcPts val="0"/>
              </a:spcAft>
              <a:buNone/>
            </a:pPr>
            <a:r>
              <a:rPr b="1" lang="es-ES" sz="1400" u="none" strike="noStrike">
                <a:solidFill>
                  <a:srgbClr val="1F2937"/>
                </a:solidFill>
                <a:latin typeface="Arial"/>
                <a:ea typeface="Arial"/>
                <a:cs typeface="Arial"/>
                <a:sym typeface="Arial"/>
              </a:rPr>
              <a:t>Z existe, pero no para ordenar sprites</a:t>
            </a:r>
            <a:endParaRPr b="0" sz="1400" u="none" strike="noStrike">
              <a:solidFill>
                <a:srgbClr val="000000"/>
              </a:solidFill>
              <a:latin typeface="Arial"/>
              <a:ea typeface="Arial"/>
              <a:cs typeface="Arial"/>
              <a:sym typeface="Arial"/>
            </a:endParaRPr>
          </a:p>
        </p:txBody>
      </p:sp>
      <p:sp>
        <p:nvSpPr>
          <p:cNvPr id="475" name="Google Shape;475;p25"/>
          <p:cNvSpPr/>
          <p:nvPr/>
        </p:nvSpPr>
        <p:spPr>
          <a:xfrm>
            <a:off x="783000" y="5030640"/>
            <a:ext cx="3623040" cy="620280"/>
          </a:xfrm>
          <a:prstGeom prst="rect">
            <a:avLst/>
          </a:prstGeom>
          <a:solidFill>
            <a:srgbClr val="FFF7ED"/>
          </a:solidFill>
          <a:ln cap="flat" cmpd="sng" w="12700">
            <a:solidFill>
              <a:srgbClr val="FDBA74"/>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90001"/>
              </a:lnSpc>
              <a:spcBef>
                <a:spcPts val="0"/>
              </a:spcBef>
              <a:spcAft>
                <a:spcPts val="0"/>
              </a:spcAft>
              <a:buNone/>
            </a:pPr>
            <a:r>
              <a:rPr b="1" lang="es-ES" sz="1400" u="none" strike="noStrike">
                <a:solidFill>
                  <a:srgbClr val="1F2937"/>
                </a:solidFill>
                <a:latin typeface="Arial"/>
                <a:ea typeface="Arial"/>
                <a:cs typeface="Arial"/>
                <a:sym typeface="Arial"/>
              </a:rPr>
              <a:t>Inspector ↔ Scene</a:t>
            </a:r>
            <a:endParaRPr b="0" sz="1400" u="none" strike="noStrike">
              <a:solidFill>
                <a:srgbClr val="000000"/>
              </a:solidFill>
              <a:latin typeface="Arial"/>
              <a:ea typeface="Arial"/>
              <a:cs typeface="Arial"/>
              <a:sym typeface="Arial"/>
            </a:endParaRPr>
          </a:p>
          <a:p>
            <a:pPr indent="0" lvl="0" marL="0" marR="0" rtl="0" algn="ctr">
              <a:lnSpc>
                <a:spcPct val="90001"/>
              </a:lnSpc>
              <a:spcBef>
                <a:spcPts val="0"/>
              </a:spcBef>
              <a:spcAft>
                <a:spcPts val="0"/>
              </a:spcAft>
              <a:buNone/>
            </a:pPr>
            <a:r>
              <a:rPr b="1" lang="es-ES" sz="1400" u="none" strike="noStrike">
                <a:solidFill>
                  <a:srgbClr val="1F2937"/>
                </a:solidFill>
                <a:latin typeface="Arial"/>
                <a:ea typeface="Arial"/>
                <a:cs typeface="Arial"/>
                <a:sym typeface="Arial"/>
              </a:rPr>
              <a:t>Dos formas de editar la misma transformación.</a:t>
            </a:r>
            <a:endParaRPr b="0" sz="1400" u="none" strike="noStrike">
              <a:solidFill>
                <a:srgbClr val="000000"/>
              </a:solidFill>
              <a:latin typeface="Arial"/>
              <a:ea typeface="Arial"/>
              <a:cs typeface="Arial"/>
              <a:sym typeface="Arial"/>
            </a:endParaRPr>
          </a:p>
        </p:txBody>
      </p:sp>
      <p:sp>
        <p:nvSpPr>
          <p:cNvPr id="476" name="Google Shape;476;p25"/>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26"/>
          <p:cNvSpPr txBox="1"/>
          <p:nvPr>
            <p:ph type="title"/>
          </p:nvPr>
        </p:nvSpPr>
        <p:spPr>
          <a:xfrm>
            <a:off x="1086786" y="910251"/>
            <a:ext cx="7743000" cy="12621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4100" u="none" strike="noStrike">
                <a:solidFill>
                  <a:srgbClr val="000000"/>
                </a:solidFill>
                <a:latin typeface="Arial"/>
                <a:ea typeface="Arial"/>
                <a:cs typeface="Arial"/>
                <a:sym typeface="Arial"/>
              </a:rPr>
              <a:t>Transform: dónde está y cómo se transforma</a:t>
            </a:r>
            <a:endParaRPr b="0" sz="4100" u="none" strike="noStrike">
              <a:solidFill>
                <a:srgbClr val="000000"/>
              </a:solidFill>
              <a:latin typeface="Arial"/>
              <a:ea typeface="Arial"/>
              <a:cs typeface="Arial"/>
              <a:sym typeface="Arial"/>
            </a:endParaRPr>
          </a:p>
        </p:txBody>
      </p:sp>
      <p:sp>
        <p:nvSpPr>
          <p:cNvPr id="482" name="Google Shape;482;p26"/>
          <p:cNvSpPr txBox="1"/>
          <p:nvPr>
            <p:ph idx="1" type="body"/>
          </p:nvPr>
        </p:nvSpPr>
        <p:spPr>
          <a:xfrm>
            <a:off x="1102537" y="2334896"/>
            <a:ext cx="7743000" cy="2740500"/>
          </a:xfrm>
          <a:prstGeom prst="rect">
            <a:avLst/>
          </a:prstGeom>
          <a:noFill/>
          <a:ln>
            <a:noFill/>
          </a:ln>
        </p:spPr>
        <p:txBody>
          <a:bodyPr anchorCtr="0" anchor="t" bIns="0" lIns="0" spcFirstLastPara="1" rIns="0" wrap="square" tIns="0">
            <a:normAutofit fontScale="77500" lnSpcReduction="10000"/>
          </a:bodyPr>
          <a:lstStyle/>
          <a:p>
            <a:pPr indent="-303426" lvl="0" marL="432000" marR="0" rtl="0" algn="l">
              <a:lnSpc>
                <a:spcPct val="100000"/>
              </a:lnSpc>
              <a:spcBef>
                <a:spcPts val="0"/>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Seleccionamos el Jugador.</a:t>
            </a:r>
            <a:endParaRPr b="0" i="0" sz="3200" u="none" cap="none" strike="noStrike">
              <a:solidFill>
                <a:srgbClr val="000000"/>
              </a:solidFill>
              <a:latin typeface="Arial"/>
              <a:ea typeface="Arial"/>
              <a:cs typeface="Arial"/>
              <a:sym typeface="Arial"/>
            </a:endParaRPr>
          </a:p>
          <a:p>
            <a:pPr indent="-303426"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En Scene, seleccionamos Move Tool.</a:t>
            </a:r>
            <a:endParaRPr b="0" i="0" sz="3200" u="none" cap="none" strike="noStrike">
              <a:solidFill>
                <a:srgbClr val="000000"/>
              </a:solidFill>
              <a:latin typeface="Arial"/>
              <a:ea typeface="Arial"/>
              <a:cs typeface="Arial"/>
              <a:sym typeface="Arial"/>
            </a:endParaRPr>
          </a:p>
          <a:p>
            <a:pPr indent="-303426"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Usamos las flechas asociadas a los ejes X e Y para desplazar el Jugador y verificamos cómo cambian sus valores de posición en el Inspector.</a:t>
            </a:r>
            <a:endParaRPr b="0" i="0" sz="3200" u="none" cap="none" strike="noStrike">
              <a:solidFill>
                <a:srgbClr val="000000"/>
              </a:solidFill>
              <a:latin typeface="Arial"/>
              <a:ea typeface="Arial"/>
              <a:cs typeface="Arial"/>
              <a:sym typeface="Arial"/>
            </a:endParaRPr>
          </a:p>
          <a:p>
            <a:pPr indent="-303426"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Deshacemos los cambios de desplazamiento.</a:t>
            </a:r>
            <a:endParaRPr b="0" i="0" sz="3200" u="none" cap="none" strike="noStrike">
              <a:solidFill>
                <a:srgbClr val="000000"/>
              </a:solidFill>
              <a:latin typeface="Arial"/>
              <a:ea typeface="Arial"/>
              <a:cs typeface="Arial"/>
              <a:sym typeface="Arial"/>
            </a:endParaRPr>
          </a:p>
        </p:txBody>
      </p:sp>
      <p:sp>
        <p:nvSpPr>
          <p:cNvPr id="483" name="Google Shape;483;p26"/>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pic>
        <p:nvPicPr>
          <p:cNvPr id="488" name="Google Shape;488;p27"/>
          <p:cNvPicPr preferRelativeResize="0"/>
          <p:nvPr/>
        </p:nvPicPr>
        <p:blipFill rotWithShape="1">
          <a:blip r:embed="rId3">
            <a:alphaModFix/>
          </a:blip>
          <a:srcRect b="0" l="0" r="0" t="0"/>
          <a:stretch/>
        </p:blipFill>
        <p:spPr>
          <a:xfrm>
            <a:off x="2135520" y="964080"/>
            <a:ext cx="5809680" cy="3742560"/>
          </a:xfrm>
          <a:prstGeom prst="rect">
            <a:avLst/>
          </a:prstGeom>
          <a:noFill/>
          <a:ln>
            <a:noFill/>
          </a:ln>
        </p:spPr>
      </p:pic>
      <p:sp>
        <p:nvSpPr>
          <p:cNvPr id="489" name="Google Shape;489;p27"/>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pic>
        <p:nvPicPr>
          <p:cNvPr id="494" name="Google Shape;494;p28"/>
          <p:cNvPicPr preferRelativeResize="0"/>
          <p:nvPr/>
        </p:nvPicPr>
        <p:blipFill rotWithShape="1">
          <a:blip r:embed="rId3">
            <a:alphaModFix/>
          </a:blip>
          <a:srcRect b="0" l="0" r="0" t="0"/>
          <a:stretch/>
        </p:blipFill>
        <p:spPr>
          <a:xfrm>
            <a:off x="720" y="533520"/>
            <a:ext cx="10078920" cy="4603320"/>
          </a:xfrm>
          <a:prstGeom prst="rect">
            <a:avLst/>
          </a:prstGeom>
          <a:noFill/>
          <a:ln>
            <a:noFill/>
          </a:ln>
        </p:spPr>
      </p:pic>
      <p:sp>
        <p:nvSpPr>
          <p:cNvPr id="495" name="Google Shape;495;p28"/>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pic>
        <p:nvPicPr>
          <p:cNvPr id="500" name="Google Shape;500;p29"/>
          <p:cNvPicPr preferRelativeResize="0"/>
          <p:nvPr/>
        </p:nvPicPr>
        <p:blipFill rotWithShape="1">
          <a:blip r:embed="rId3">
            <a:alphaModFix/>
          </a:blip>
          <a:srcRect b="0" l="0" r="0" t="0"/>
          <a:stretch/>
        </p:blipFill>
        <p:spPr>
          <a:xfrm>
            <a:off x="720" y="1637640"/>
            <a:ext cx="10078920" cy="2395080"/>
          </a:xfrm>
          <a:prstGeom prst="rect">
            <a:avLst/>
          </a:prstGeom>
          <a:noFill/>
          <a:ln>
            <a:noFill/>
          </a:ln>
        </p:spPr>
      </p:pic>
      <p:sp>
        <p:nvSpPr>
          <p:cNvPr id="501" name="Google Shape;501;p29"/>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pic>
        <p:nvPicPr>
          <p:cNvPr id="506" name="Google Shape;506;p30"/>
          <p:cNvPicPr preferRelativeResize="0"/>
          <p:nvPr/>
        </p:nvPicPr>
        <p:blipFill rotWithShape="1">
          <a:blip r:embed="rId3">
            <a:alphaModFix/>
          </a:blip>
          <a:srcRect b="0" l="0" r="0" t="0"/>
          <a:stretch/>
        </p:blipFill>
        <p:spPr>
          <a:xfrm>
            <a:off x="720" y="1639080"/>
            <a:ext cx="10078920" cy="2392560"/>
          </a:xfrm>
          <a:prstGeom prst="rect">
            <a:avLst/>
          </a:prstGeom>
          <a:noFill/>
          <a:ln>
            <a:noFill/>
          </a:ln>
        </p:spPr>
      </p:pic>
      <p:sp>
        <p:nvSpPr>
          <p:cNvPr id="507" name="Google Shape;507;p30"/>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31"/>
          <p:cNvSpPr txBox="1"/>
          <p:nvPr>
            <p:ph type="title"/>
          </p:nvPr>
        </p:nvSpPr>
        <p:spPr>
          <a:xfrm>
            <a:off x="1086786" y="840978"/>
            <a:ext cx="7743000" cy="8619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2800" u="none" strike="noStrike">
                <a:solidFill>
                  <a:srgbClr val="000000"/>
                </a:solidFill>
                <a:latin typeface="Arial"/>
                <a:ea typeface="Arial"/>
                <a:cs typeface="Arial"/>
                <a:sym typeface="Arial"/>
              </a:rPr>
              <a:t>Hierarchy y Scene: organización lógica y espacio</a:t>
            </a:r>
            <a:endParaRPr b="0" sz="2800" u="none" strike="noStrike">
              <a:solidFill>
                <a:srgbClr val="000000"/>
              </a:solidFill>
              <a:latin typeface="Arial"/>
              <a:ea typeface="Arial"/>
              <a:cs typeface="Arial"/>
              <a:sym typeface="Arial"/>
            </a:endParaRPr>
          </a:p>
        </p:txBody>
      </p:sp>
      <p:sp>
        <p:nvSpPr>
          <p:cNvPr id="513" name="Google Shape;513;p31"/>
          <p:cNvSpPr/>
          <p:nvPr/>
        </p:nvSpPr>
        <p:spPr>
          <a:xfrm>
            <a:off x="504000" y="1452187"/>
            <a:ext cx="2652900" cy="653100"/>
          </a:xfrm>
          <a:prstGeom prst="rect">
            <a:avLst/>
          </a:prstGeom>
          <a:solidFill>
            <a:srgbClr val="FFF7ED"/>
          </a:solidFill>
          <a:ln cap="flat" cmpd="sng" w="12700">
            <a:solidFill>
              <a:srgbClr val="F59E0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90001"/>
              </a:lnSpc>
              <a:spcBef>
                <a:spcPts val="0"/>
              </a:spcBef>
              <a:spcAft>
                <a:spcPts val="0"/>
              </a:spcAft>
              <a:buNone/>
            </a:pPr>
            <a:r>
              <a:rPr b="1" lang="es-ES" sz="1450" u="none" strike="noStrike">
                <a:solidFill>
                  <a:srgbClr val="1F2937"/>
                </a:solidFill>
                <a:latin typeface="Arial"/>
                <a:ea typeface="Arial"/>
                <a:cs typeface="Arial"/>
                <a:sym typeface="Arial"/>
              </a:rPr>
              <a:t>Hierarchy</a:t>
            </a:r>
            <a:endParaRPr b="0" sz="1450" u="none" strike="noStrike">
              <a:solidFill>
                <a:srgbClr val="000000"/>
              </a:solidFill>
              <a:latin typeface="Arial"/>
              <a:ea typeface="Arial"/>
              <a:cs typeface="Arial"/>
              <a:sym typeface="Arial"/>
            </a:endParaRPr>
          </a:p>
          <a:p>
            <a:pPr indent="0" lvl="0" marL="0" marR="0" rtl="0" algn="ctr">
              <a:lnSpc>
                <a:spcPct val="90001"/>
              </a:lnSpc>
              <a:spcBef>
                <a:spcPts val="0"/>
              </a:spcBef>
              <a:spcAft>
                <a:spcPts val="0"/>
              </a:spcAft>
              <a:buNone/>
            </a:pPr>
            <a:r>
              <a:rPr b="1" lang="es-ES" sz="1450" u="none" strike="noStrike">
                <a:solidFill>
                  <a:srgbClr val="1F2937"/>
                </a:solidFill>
                <a:latin typeface="Arial"/>
                <a:ea typeface="Arial"/>
                <a:cs typeface="Arial"/>
                <a:sym typeface="Arial"/>
              </a:rPr>
              <a:t>Lista los GameObjects y sus relaciones padre-hijo.</a:t>
            </a:r>
            <a:endParaRPr b="0" sz="1450" u="none" strike="noStrike">
              <a:solidFill>
                <a:srgbClr val="000000"/>
              </a:solidFill>
              <a:latin typeface="Arial"/>
              <a:ea typeface="Arial"/>
              <a:cs typeface="Arial"/>
              <a:sym typeface="Arial"/>
            </a:endParaRPr>
          </a:p>
        </p:txBody>
      </p:sp>
      <p:sp>
        <p:nvSpPr>
          <p:cNvPr id="514" name="Google Shape;514;p31"/>
          <p:cNvSpPr/>
          <p:nvPr/>
        </p:nvSpPr>
        <p:spPr>
          <a:xfrm>
            <a:off x="6966000" y="1452187"/>
            <a:ext cx="2537400" cy="653100"/>
          </a:xfrm>
          <a:prstGeom prst="rect">
            <a:avLst/>
          </a:prstGeom>
          <a:solidFill>
            <a:srgbClr val="F0FDF4"/>
          </a:solidFill>
          <a:ln cap="flat" cmpd="sng" w="12700">
            <a:solidFill>
              <a:srgbClr val="10B981"/>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90001"/>
              </a:lnSpc>
              <a:spcBef>
                <a:spcPts val="0"/>
              </a:spcBef>
              <a:spcAft>
                <a:spcPts val="0"/>
              </a:spcAft>
              <a:buNone/>
            </a:pPr>
            <a:r>
              <a:rPr b="1" lang="es-ES" sz="1450" u="none" strike="noStrike">
                <a:solidFill>
                  <a:srgbClr val="1F2937"/>
                </a:solidFill>
                <a:latin typeface="Arial"/>
                <a:ea typeface="Arial"/>
                <a:cs typeface="Arial"/>
                <a:sym typeface="Arial"/>
              </a:rPr>
              <a:t>Scene</a:t>
            </a:r>
            <a:endParaRPr b="0" sz="1450" u="none" strike="noStrike">
              <a:solidFill>
                <a:srgbClr val="000000"/>
              </a:solidFill>
              <a:latin typeface="Arial"/>
              <a:ea typeface="Arial"/>
              <a:cs typeface="Arial"/>
              <a:sym typeface="Arial"/>
            </a:endParaRPr>
          </a:p>
          <a:p>
            <a:pPr indent="0" lvl="0" marL="0" marR="0" rtl="0" algn="ctr">
              <a:lnSpc>
                <a:spcPct val="90001"/>
              </a:lnSpc>
              <a:spcBef>
                <a:spcPts val="0"/>
              </a:spcBef>
              <a:spcAft>
                <a:spcPts val="0"/>
              </a:spcAft>
              <a:buNone/>
            </a:pPr>
            <a:r>
              <a:rPr b="1" lang="es-ES" sz="1450" u="none" strike="noStrike">
                <a:solidFill>
                  <a:srgbClr val="1F2937"/>
                </a:solidFill>
                <a:latin typeface="Arial"/>
                <a:ea typeface="Arial"/>
                <a:cs typeface="Arial"/>
                <a:sym typeface="Arial"/>
              </a:rPr>
              <a:t>Representa su colocación espacial.</a:t>
            </a:r>
            <a:endParaRPr b="0" sz="1450" u="none" strike="noStrike">
              <a:solidFill>
                <a:srgbClr val="000000"/>
              </a:solidFill>
              <a:latin typeface="Arial"/>
              <a:ea typeface="Arial"/>
              <a:cs typeface="Arial"/>
              <a:sym typeface="Arial"/>
            </a:endParaRPr>
          </a:p>
        </p:txBody>
      </p:sp>
      <p:sp>
        <p:nvSpPr>
          <p:cNvPr id="515" name="Google Shape;515;p31"/>
          <p:cNvSpPr/>
          <p:nvPr/>
        </p:nvSpPr>
        <p:spPr>
          <a:xfrm>
            <a:off x="658080" y="2529307"/>
            <a:ext cx="1998600" cy="1037100"/>
          </a:xfrm>
          <a:prstGeom prst="rect">
            <a:avLst/>
          </a:prstGeom>
          <a:solidFill>
            <a:srgbClr val="FFFFFF"/>
          </a:solidFill>
          <a:ln cap="flat" cmpd="sng" w="12700">
            <a:solidFill>
              <a:srgbClr val="F59E0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l">
              <a:lnSpc>
                <a:spcPct val="100000"/>
              </a:lnSpc>
              <a:spcBef>
                <a:spcPts val="0"/>
              </a:spcBef>
              <a:spcAft>
                <a:spcPts val="0"/>
              </a:spcAft>
              <a:buNone/>
            </a:pPr>
            <a:r>
              <a:rPr b="1" lang="es-ES" sz="1500" u="none" strike="noStrike">
                <a:solidFill>
                  <a:srgbClr val="1F2937"/>
                </a:solidFill>
                <a:latin typeface="Arial"/>
                <a:ea typeface="Arial"/>
                <a:cs typeface="Arial"/>
                <a:sym typeface="Arial"/>
              </a:rPr>
              <a:t>Decorado</a:t>
            </a:r>
            <a:endParaRPr b="0" sz="15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lang="es-ES" sz="1500" u="none" strike="noStrike">
                <a:solidFill>
                  <a:srgbClr val="1F2937"/>
                </a:solidFill>
                <a:latin typeface="Arial"/>
                <a:ea typeface="Arial"/>
                <a:cs typeface="Arial"/>
                <a:sym typeface="Arial"/>
              </a:rPr>
              <a:t>├─ Fondo</a:t>
            </a:r>
            <a:endParaRPr b="0" sz="15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lang="es-ES" sz="1500" u="none" strike="noStrike">
                <a:solidFill>
                  <a:srgbClr val="1F2937"/>
                </a:solidFill>
                <a:latin typeface="Arial"/>
                <a:ea typeface="Arial"/>
                <a:cs typeface="Arial"/>
                <a:sym typeface="Arial"/>
              </a:rPr>
              <a:t>└─ Roca</a:t>
            </a:r>
            <a:endParaRPr b="0" sz="1500" u="none" strike="noStrike">
              <a:solidFill>
                <a:srgbClr val="000000"/>
              </a:solidFill>
              <a:latin typeface="Arial"/>
              <a:ea typeface="Arial"/>
              <a:cs typeface="Arial"/>
              <a:sym typeface="Arial"/>
            </a:endParaRPr>
          </a:p>
        </p:txBody>
      </p:sp>
      <p:sp>
        <p:nvSpPr>
          <p:cNvPr id="516" name="Google Shape;516;p31"/>
          <p:cNvSpPr/>
          <p:nvPr/>
        </p:nvSpPr>
        <p:spPr>
          <a:xfrm>
            <a:off x="3234600" y="1721467"/>
            <a:ext cx="1807200" cy="57600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90001"/>
              </a:lnSpc>
              <a:spcBef>
                <a:spcPts val="0"/>
              </a:spcBef>
              <a:spcAft>
                <a:spcPts val="0"/>
              </a:spcAft>
              <a:buNone/>
            </a:pPr>
            <a:r>
              <a:rPr b="1" lang="es-ES" sz="1063" u="none" strike="noStrike">
                <a:solidFill>
                  <a:srgbClr val="1F2937"/>
                </a:solidFill>
                <a:latin typeface="Arial"/>
                <a:ea typeface="Arial"/>
                <a:cs typeface="Arial"/>
                <a:sym typeface="Arial"/>
              </a:rPr>
              <a:t>Estado A</a:t>
            </a:r>
            <a:endParaRPr b="0" sz="1063" u="none" strike="noStrike">
              <a:solidFill>
                <a:srgbClr val="000000"/>
              </a:solidFill>
              <a:latin typeface="Arial"/>
              <a:ea typeface="Arial"/>
              <a:cs typeface="Arial"/>
              <a:sym typeface="Arial"/>
            </a:endParaRPr>
          </a:p>
          <a:p>
            <a:pPr indent="0" lvl="0" marL="0" marR="0" rtl="0" algn="ctr">
              <a:lnSpc>
                <a:spcPct val="90001"/>
              </a:lnSpc>
              <a:spcBef>
                <a:spcPts val="0"/>
              </a:spcBef>
              <a:spcAft>
                <a:spcPts val="0"/>
              </a:spcAft>
              <a:buNone/>
            </a:pPr>
            <a:r>
              <a:rPr b="1" lang="es-ES" sz="1063" u="none" strike="noStrike">
                <a:solidFill>
                  <a:srgbClr val="1F2937"/>
                </a:solidFill>
                <a:latin typeface="Arial"/>
                <a:ea typeface="Arial"/>
                <a:cs typeface="Arial"/>
                <a:sym typeface="Arial"/>
              </a:rPr>
              <a:t>Padre en origen</a:t>
            </a:r>
            <a:endParaRPr b="0" sz="1063" u="none" strike="noStrike">
              <a:solidFill>
                <a:srgbClr val="000000"/>
              </a:solidFill>
              <a:latin typeface="Arial"/>
              <a:ea typeface="Arial"/>
              <a:cs typeface="Arial"/>
              <a:sym typeface="Arial"/>
            </a:endParaRPr>
          </a:p>
          <a:p>
            <a:pPr indent="0" lvl="0" marL="0" marR="0" rtl="0" algn="ctr">
              <a:lnSpc>
                <a:spcPct val="90001"/>
              </a:lnSpc>
              <a:spcBef>
                <a:spcPts val="0"/>
              </a:spcBef>
              <a:spcAft>
                <a:spcPts val="0"/>
              </a:spcAft>
              <a:buNone/>
            </a:pPr>
            <a:r>
              <a:rPr b="1" lang="es-ES" sz="1063" u="none" strike="noStrike">
                <a:solidFill>
                  <a:srgbClr val="1F2937"/>
                </a:solidFill>
                <a:latin typeface="Arial"/>
                <a:ea typeface="Arial"/>
                <a:cs typeface="Arial"/>
                <a:sym typeface="Arial"/>
              </a:rPr>
              <a:t>Hijo con Transform local</a:t>
            </a:r>
            <a:endParaRPr b="0" sz="1063" u="none" strike="noStrike">
              <a:solidFill>
                <a:srgbClr val="000000"/>
              </a:solidFill>
              <a:latin typeface="Arial"/>
              <a:ea typeface="Arial"/>
              <a:cs typeface="Arial"/>
              <a:sym typeface="Arial"/>
            </a:endParaRPr>
          </a:p>
        </p:txBody>
      </p:sp>
      <p:sp>
        <p:nvSpPr>
          <p:cNvPr id="517" name="Google Shape;517;p31"/>
          <p:cNvSpPr/>
          <p:nvPr/>
        </p:nvSpPr>
        <p:spPr>
          <a:xfrm>
            <a:off x="5042880" y="1721467"/>
            <a:ext cx="1729800" cy="57600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90001"/>
              </a:lnSpc>
              <a:spcBef>
                <a:spcPts val="0"/>
              </a:spcBef>
              <a:spcAft>
                <a:spcPts val="0"/>
              </a:spcAft>
              <a:buNone/>
            </a:pPr>
            <a:r>
              <a:rPr b="1" lang="es-ES" sz="1063" u="none" strike="noStrike">
                <a:solidFill>
                  <a:srgbClr val="1F2937"/>
                </a:solidFill>
                <a:latin typeface="Arial"/>
                <a:ea typeface="Arial"/>
                <a:cs typeface="Arial"/>
                <a:sym typeface="Arial"/>
              </a:rPr>
              <a:t>Estado B</a:t>
            </a:r>
            <a:endParaRPr b="0" sz="1063" u="none" strike="noStrike">
              <a:solidFill>
                <a:srgbClr val="000000"/>
              </a:solidFill>
              <a:latin typeface="Arial"/>
              <a:ea typeface="Arial"/>
              <a:cs typeface="Arial"/>
              <a:sym typeface="Arial"/>
            </a:endParaRPr>
          </a:p>
          <a:p>
            <a:pPr indent="0" lvl="0" marL="0" marR="0" rtl="0" algn="ctr">
              <a:lnSpc>
                <a:spcPct val="90001"/>
              </a:lnSpc>
              <a:spcBef>
                <a:spcPts val="0"/>
              </a:spcBef>
              <a:spcAft>
                <a:spcPts val="0"/>
              </a:spcAft>
              <a:buNone/>
            </a:pPr>
            <a:r>
              <a:rPr b="1" lang="es-ES" sz="1063" u="none" strike="noStrike">
                <a:solidFill>
                  <a:srgbClr val="1F2937"/>
                </a:solidFill>
                <a:latin typeface="Arial"/>
                <a:ea typeface="Arial"/>
                <a:cs typeface="Arial"/>
                <a:sym typeface="Arial"/>
              </a:rPr>
              <a:t>Muevo el padre</a:t>
            </a:r>
            <a:endParaRPr b="0" sz="1063" u="none" strike="noStrike">
              <a:solidFill>
                <a:srgbClr val="000000"/>
              </a:solidFill>
              <a:latin typeface="Arial"/>
              <a:ea typeface="Arial"/>
              <a:cs typeface="Arial"/>
              <a:sym typeface="Arial"/>
            </a:endParaRPr>
          </a:p>
          <a:p>
            <a:pPr indent="0" lvl="0" marL="0" marR="0" rtl="0" algn="ctr">
              <a:lnSpc>
                <a:spcPct val="90001"/>
              </a:lnSpc>
              <a:spcBef>
                <a:spcPts val="0"/>
              </a:spcBef>
              <a:spcAft>
                <a:spcPts val="0"/>
              </a:spcAft>
              <a:buNone/>
            </a:pPr>
            <a:r>
              <a:rPr b="1" lang="es-ES" sz="1063" u="none" strike="noStrike">
                <a:solidFill>
                  <a:srgbClr val="1F2937"/>
                </a:solidFill>
                <a:latin typeface="Arial"/>
                <a:ea typeface="Arial"/>
                <a:cs typeface="Arial"/>
                <a:sym typeface="Arial"/>
              </a:rPr>
              <a:t>El hijo cambia en mundo</a:t>
            </a:r>
            <a:endParaRPr b="0" sz="1063" u="none" strike="noStrike">
              <a:solidFill>
                <a:srgbClr val="000000"/>
              </a:solidFill>
              <a:latin typeface="Arial"/>
              <a:ea typeface="Arial"/>
              <a:cs typeface="Arial"/>
              <a:sym typeface="Arial"/>
            </a:endParaRPr>
          </a:p>
        </p:txBody>
      </p:sp>
      <p:sp>
        <p:nvSpPr>
          <p:cNvPr id="518" name="Google Shape;518;p31"/>
          <p:cNvSpPr/>
          <p:nvPr/>
        </p:nvSpPr>
        <p:spPr>
          <a:xfrm>
            <a:off x="3119760" y="2490787"/>
            <a:ext cx="2037300" cy="203730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b="0" sz="1800" u="none" strike="noStrike">
              <a:solidFill>
                <a:schemeClr val="dk1"/>
              </a:solidFill>
              <a:latin typeface="Arial"/>
              <a:ea typeface="Arial"/>
              <a:cs typeface="Arial"/>
              <a:sym typeface="Arial"/>
            </a:endParaRPr>
          </a:p>
        </p:txBody>
      </p:sp>
      <p:sp>
        <p:nvSpPr>
          <p:cNvPr id="519" name="Google Shape;519;p31"/>
          <p:cNvSpPr/>
          <p:nvPr/>
        </p:nvSpPr>
        <p:spPr>
          <a:xfrm>
            <a:off x="5350320" y="2490787"/>
            <a:ext cx="2037600" cy="203730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b="0" sz="1800" u="none" strike="noStrike">
              <a:solidFill>
                <a:schemeClr val="dk1"/>
              </a:solidFill>
              <a:latin typeface="Arial"/>
              <a:ea typeface="Arial"/>
              <a:cs typeface="Arial"/>
              <a:sym typeface="Arial"/>
            </a:endParaRPr>
          </a:p>
        </p:txBody>
      </p:sp>
      <p:sp>
        <p:nvSpPr>
          <p:cNvPr id="520" name="Google Shape;520;p31"/>
          <p:cNvSpPr/>
          <p:nvPr/>
        </p:nvSpPr>
        <p:spPr>
          <a:xfrm>
            <a:off x="3888720" y="3413827"/>
            <a:ext cx="291300" cy="291300"/>
          </a:xfrm>
          <a:prstGeom prst="rect">
            <a:avLst/>
          </a:prstGeom>
          <a:solidFill>
            <a:srgbClr val="F59E0B"/>
          </a:solidFill>
          <a:ln cap="flat" cmpd="sng" w="12700">
            <a:solidFill>
              <a:srgbClr val="B45309"/>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21" name="Google Shape;521;p31"/>
          <p:cNvSpPr/>
          <p:nvPr/>
        </p:nvSpPr>
        <p:spPr>
          <a:xfrm>
            <a:off x="4350240" y="3183067"/>
            <a:ext cx="276000" cy="275700"/>
          </a:xfrm>
          <a:prstGeom prst="ellipse">
            <a:avLst/>
          </a:prstGeom>
          <a:solidFill>
            <a:srgbClr val="9CA3AF"/>
          </a:solidFill>
          <a:ln cap="flat" cmpd="sng" w="12700">
            <a:solidFill>
              <a:srgbClr val="4B556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cxnSp>
        <p:nvCxnSpPr>
          <p:cNvPr id="522" name="Google Shape;522;p31"/>
          <p:cNvCxnSpPr/>
          <p:nvPr/>
        </p:nvCxnSpPr>
        <p:spPr>
          <a:xfrm flipH="1" rot="10800000">
            <a:off x="4026960" y="3321247"/>
            <a:ext cx="361800" cy="222900"/>
          </a:xfrm>
          <a:prstGeom prst="straightConnector1">
            <a:avLst/>
          </a:prstGeom>
          <a:noFill/>
          <a:ln cap="flat" cmpd="sng" w="13950">
            <a:solidFill>
              <a:srgbClr val="6B7280"/>
            </a:solidFill>
            <a:prstDash val="solid"/>
            <a:round/>
            <a:headEnd len="sm" w="sm" type="none"/>
            <a:tailEnd len="med" w="med" type="triangle"/>
          </a:ln>
        </p:spPr>
      </p:cxnSp>
      <p:sp>
        <p:nvSpPr>
          <p:cNvPr id="523" name="Google Shape;523;p31"/>
          <p:cNvSpPr/>
          <p:nvPr/>
        </p:nvSpPr>
        <p:spPr>
          <a:xfrm>
            <a:off x="5965560" y="3029347"/>
            <a:ext cx="291300" cy="291000"/>
          </a:xfrm>
          <a:prstGeom prst="rect">
            <a:avLst/>
          </a:prstGeom>
          <a:solidFill>
            <a:srgbClr val="F59E0B"/>
          </a:solidFill>
          <a:ln cap="flat" cmpd="sng" w="12700">
            <a:solidFill>
              <a:srgbClr val="B45309"/>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24" name="Google Shape;524;p31"/>
          <p:cNvSpPr/>
          <p:nvPr/>
        </p:nvSpPr>
        <p:spPr>
          <a:xfrm>
            <a:off x="6427440" y="2798227"/>
            <a:ext cx="275400" cy="276000"/>
          </a:xfrm>
          <a:prstGeom prst="ellipse">
            <a:avLst/>
          </a:prstGeom>
          <a:solidFill>
            <a:srgbClr val="9CA3AF"/>
          </a:solidFill>
          <a:ln cap="flat" cmpd="sng" w="12700">
            <a:solidFill>
              <a:srgbClr val="4B556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cxnSp>
        <p:nvCxnSpPr>
          <p:cNvPr id="525" name="Google Shape;525;p31"/>
          <p:cNvCxnSpPr/>
          <p:nvPr/>
        </p:nvCxnSpPr>
        <p:spPr>
          <a:xfrm flipH="1" rot="10800000">
            <a:off x="6111720" y="2936947"/>
            <a:ext cx="346200" cy="238200"/>
          </a:xfrm>
          <a:prstGeom prst="straightConnector1">
            <a:avLst/>
          </a:prstGeom>
          <a:noFill/>
          <a:ln cap="flat" cmpd="sng" w="13950">
            <a:solidFill>
              <a:srgbClr val="6B7280"/>
            </a:solidFill>
            <a:prstDash val="solid"/>
            <a:round/>
            <a:headEnd len="sm" w="sm" type="none"/>
            <a:tailEnd len="med" w="med" type="triangle"/>
          </a:ln>
        </p:spPr>
      </p:cxnSp>
      <p:cxnSp>
        <p:nvCxnSpPr>
          <p:cNvPr id="526" name="Google Shape;526;p31"/>
          <p:cNvCxnSpPr/>
          <p:nvPr/>
        </p:nvCxnSpPr>
        <p:spPr>
          <a:xfrm flipH="1" rot="10800000">
            <a:off x="4735080" y="3159667"/>
            <a:ext cx="1153800" cy="392400"/>
          </a:xfrm>
          <a:prstGeom prst="straightConnector1">
            <a:avLst/>
          </a:prstGeom>
          <a:noFill/>
          <a:ln cap="flat" cmpd="sng" w="15225">
            <a:solidFill>
              <a:srgbClr val="F59E0B"/>
            </a:solidFill>
            <a:prstDash val="solid"/>
            <a:round/>
            <a:headEnd len="sm" w="sm" type="none"/>
            <a:tailEnd len="med" w="med" type="triangle"/>
          </a:ln>
        </p:spPr>
      </p:cxnSp>
      <p:sp>
        <p:nvSpPr>
          <p:cNvPr id="527" name="Google Shape;527;p31"/>
          <p:cNvSpPr/>
          <p:nvPr/>
        </p:nvSpPr>
        <p:spPr>
          <a:xfrm>
            <a:off x="5427360" y="4644667"/>
            <a:ext cx="1845000" cy="198600"/>
          </a:xfrm>
          <a:prstGeom prst="rect">
            <a:avLst/>
          </a:prstGeom>
          <a:noFill/>
          <a:ln>
            <a:noFill/>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0" lang="es-ES" sz="1100" u="none" strike="noStrike">
                <a:solidFill>
                  <a:srgbClr val="6B7280"/>
                </a:solidFill>
                <a:latin typeface="Arial"/>
                <a:ea typeface="Arial"/>
                <a:cs typeface="Arial"/>
                <a:sym typeface="Arial"/>
              </a:rPr>
              <a:t>Transform en mundo</a:t>
            </a:r>
            <a:endParaRPr b="0" sz="1100" u="none" strike="noStrike">
              <a:solidFill>
                <a:srgbClr val="000000"/>
              </a:solidFill>
              <a:latin typeface="Arial"/>
              <a:ea typeface="Arial"/>
              <a:cs typeface="Arial"/>
              <a:sym typeface="Arial"/>
            </a:endParaRPr>
          </a:p>
        </p:txBody>
      </p:sp>
      <p:sp>
        <p:nvSpPr>
          <p:cNvPr id="528" name="Google Shape;528;p31"/>
          <p:cNvSpPr/>
          <p:nvPr/>
        </p:nvSpPr>
        <p:spPr>
          <a:xfrm>
            <a:off x="658080" y="3952027"/>
            <a:ext cx="1998600" cy="47640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300" u="none" strike="noStrike">
                <a:solidFill>
                  <a:srgbClr val="1F2937"/>
                </a:solidFill>
                <a:latin typeface="Arial"/>
                <a:ea typeface="Arial"/>
                <a:cs typeface="Arial"/>
                <a:sym typeface="Arial"/>
              </a:rPr>
              <a:t>Transform local</a:t>
            </a:r>
            <a:endParaRPr b="0" sz="13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300" u="none" strike="noStrike">
                <a:solidFill>
                  <a:srgbClr val="1F2937"/>
                </a:solidFill>
                <a:latin typeface="Arial"/>
                <a:ea typeface="Arial"/>
                <a:cs typeface="Arial"/>
                <a:sym typeface="Arial"/>
              </a:rPr>
              <a:t>respecto al padre</a:t>
            </a:r>
            <a:endParaRPr b="0" sz="1300" u="none" strike="noStrike">
              <a:solidFill>
                <a:srgbClr val="000000"/>
              </a:solidFill>
              <a:latin typeface="Arial"/>
              <a:ea typeface="Arial"/>
              <a:cs typeface="Arial"/>
              <a:sym typeface="Arial"/>
            </a:endParaRPr>
          </a:p>
        </p:txBody>
      </p:sp>
      <p:sp>
        <p:nvSpPr>
          <p:cNvPr id="529" name="Google Shape;529;p31"/>
          <p:cNvSpPr/>
          <p:nvPr/>
        </p:nvSpPr>
        <p:spPr>
          <a:xfrm>
            <a:off x="658080" y="4567987"/>
            <a:ext cx="1998600" cy="47550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90001"/>
              </a:lnSpc>
              <a:spcBef>
                <a:spcPts val="0"/>
              </a:spcBef>
              <a:spcAft>
                <a:spcPts val="0"/>
              </a:spcAft>
              <a:buNone/>
            </a:pPr>
            <a:r>
              <a:rPr b="1" lang="es-ES" sz="1105" u="none" strike="noStrike">
                <a:solidFill>
                  <a:srgbClr val="1F2937"/>
                </a:solidFill>
                <a:latin typeface="Arial"/>
                <a:ea typeface="Arial"/>
                <a:cs typeface="Arial"/>
                <a:sym typeface="Arial"/>
              </a:rPr>
              <a:t>Transform en mundo</a:t>
            </a:r>
            <a:endParaRPr b="0" sz="1105" u="none" strike="noStrike">
              <a:solidFill>
                <a:srgbClr val="000000"/>
              </a:solidFill>
              <a:latin typeface="Arial"/>
              <a:ea typeface="Arial"/>
              <a:cs typeface="Arial"/>
              <a:sym typeface="Arial"/>
            </a:endParaRPr>
          </a:p>
          <a:p>
            <a:pPr indent="0" lvl="0" marL="0" marR="0" rtl="0" algn="ctr">
              <a:lnSpc>
                <a:spcPct val="90001"/>
              </a:lnSpc>
              <a:spcBef>
                <a:spcPts val="0"/>
              </a:spcBef>
              <a:spcAft>
                <a:spcPts val="0"/>
              </a:spcAft>
              <a:buNone/>
            </a:pPr>
            <a:r>
              <a:rPr b="1" lang="es-ES" sz="1105" u="none" strike="noStrike">
                <a:solidFill>
                  <a:srgbClr val="1F2937"/>
                </a:solidFill>
                <a:latin typeface="Arial"/>
                <a:ea typeface="Arial"/>
                <a:cs typeface="Arial"/>
                <a:sym typeface="Arial"/>
              </a:rPr>
              <a:t>resultado final en escena</a:t>
            </a:r>
            <a:endParaRPr b="0" sz="1105" u="none" strike="noStrike">
              <a:solidFill>
                <a:srgbClr val="000000"/>
              </a:solidFill>
              <a:latin typeface="Arial"/>
              <a:ea typeface="Arial"/>
              <a:cs typeface="Arial"/>
              <a:sym typeface="Arial"/>
            </a:endParaRPr>
          </a:p>
        </p:txBody>
      </p:sp>
      <p:sp>
        <p:nvSpPr>
          <p:cNvPr id="530" name="Google Shape;530;p31"/>
          <p:cNvSpPr/>
          <p:nvPr/>
        </p:nvSpPr>
        <p:spPr>
          <a:xfrm>
            <a:off x="3196440" y="5183227"/>
            <a:ext cx="4037400" cy="421800"/>
          </a:xfrm>
          <a:prstGeom prst="rect">
            <a:avLst/>
          </a:prstGeom>
          <a:solidFill>
            <a:srgbClr val="111827"/>
          </a:solidFill>
          <a:ln cap="flat" cmpd="sng" w="12700">
            <a:solidFill>
              <a:srgbClr val="111827"/>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80001"/>
              </a:lnSpc>
              <a:spcBef>
                <a:spcPts val="0"/>
              </a:spcBef>
              <a:spcAft>
                <a:spcPts val="0"/>
              </a:spcAft>
              <a:buNone/>
            </a:pPr>
            <a:r>
              <a:rPr b="1" lang="es-ES" sz="1015" u="none" strike="noStrike">
                <a:solidFill>
                  <a:srgbClr val="FFFFFF"/>
                </a:solidFill>
                <a:latin typeface="Arial"/>
                <a:ea typeface="Arial"/>
                <a:cs typeface="Arial"/>
                <a:sym typeface="Arial"/>
              </a:rPr>
              <a:t>La transformación del padre influye en sus hijos.</a:t>
            </a:r>
            <a:endParaRPr b="0" sz="1015" u="none" strike="noStrike">
              <a:solidFill>
                <a:srgbClr val="FFFFFF"/>
              </a:solidFill>
              <a:latin typeface="Arial"/>
              <a:ea typeface="Arial"/>
              <a:cs typeface="Arial"/>
              <a:sym typeface="Arial"/>
            </a:endParaRPr>
          </a:p>
          <a:p>
            <a:pPr indent="0" lvl="0" marL="0" marR="0" rtl="0" algn="ctr">
              <a:lnSpc>
                <a:spcPct val="80001"/>
              </a:lnSpc>
              <a:spcBef>
                <a:spcPts val="0"/>
              </a:spcBef>
              <a:spcAft>
                <a:spcPts val="0"/>
              </a:spcAft>
              <a:buNone/>
            </a:pPr>
            <a:r>
              <a:rPr b="1" lang="es-ES" sz="1015" u="none" strike="noStrike">
                <a:solidFill>
                  <a:srgbClr val="FFFFFF"/>
                </a:solidFill>
                <a:latin typeface="Arial"/>
                <a:ea typeface="Arial"/>
                <a:cs typeface="Arial"/>
                <a:sym typeface="Arial"/>
              </a:rPr>
              <a:t>Padre-hijo ≠ herencia de clases.</a:t>
            </a:r>
            <a:endParaRPr b="0" sz="1015" u="none" strike="noStrike">
              <a:solidFill>
                <a:srgbClr val="FFFFFF"/>
              </a:solidFill>
              <a:latin typeface="Arial"/>
              <a:ea typeface="Arial"/>
              <a:cs typeface="Arial"/>
              <a:sym typeface="Arial"/>
            </a:endParaRPr>
          </a:p>
        </p:txBody>
      </p:sp>
      <p:sp>
        <p:nvSpPr>
          <p:cNvPr id="531" name="Google Shape;531;p31"/>
          <p:cNvSpPr txBox="1"/>
          <p:nvPr>
            <p:ph idx="12" type="sldNum"/>
          </p:nvPr>
        </p:nvSpPr>
        <p:spPr>
          <a:xfrm>
            <a:off x="6772920" y="5065823"/>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32"/>
          <p:cNvSpPr txBox="1"/>
          <p:nvPr>
            <p:ph type="title"/>
          </p:nvPr>
        </p:nvSpPr>
        <p:spPr>
          <a:xfrm>
            <a:off x="1086786" y="880563"/>
            <a:ext cx="7743000" cy="5850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3800" u="none" strike="noStrike">
                <a:solidFill>
                  <a:srgbClr val="000000"/>
                </a:solidFill>
                <a:latin typeface="Arial"/>
                <a:ea typeface="Arial"/>
                <a:cs typeface="Arial"/>
                <a:sym typeface="Arial"/>
              </a:rPr>
              <a:t>Del archivo gráfico al objeto visible</a:t>
            </a:r>
            <a:endParaRPr b="0" sz="3800" u="none" strike="noStrike">
              <a:solidFill>
                <a:srgbClr val="000000"/>
              </a:solidFill>
              <a:latin typeface="Arial"/>
              <a:ea typeface="Arial"/>
              <a:cs typeface="Arial"/>
              <a:sym typeface="Arial"/>
            </a:endParaRPr>
          </a:p>
        </p:txBody>
      </p:sp>
      <p:sp>
        <p:nvSpPr>
          <p:cNvPr id="537" name="Google Shape;537;p32"/>
          <p:cNvSpPr txBox="1"/>
          <p:nvPr>
            <p:ph idx="1" type="body"/>
          </p:nvPr>
        </p:nvSpPr>
        <p:spPr>
          <a:xfrm>
            <a:off x="1102537" y="2433858"/>
            <a:ext cx="7743000" cy="27405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538" name="Google Shape;538;p32"/>
          <p:cNvSpPr/>
          <p:nvPr/>
        </p:nvSpPr>
        <p:spPr>
          <a:xfrm>
            <a:off x="504000" y="1761499"/>
            <a:ext cx="1474800" cy="593700"/>
          </a:xfrm>
          <a:prstGeom prst="rect">
            <a:avLst/>
          </a:prstGeom>
          <a:solidFill>
            <a:srgbClr val="6B7280"/>
          </a:solidFill>
          <a:ln cap="flat" cmpd="sng" w="12700">
            <a:solidFill>
              <a:srgbClr val="6B7280"/>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150" u="none" strike="noStrike">
                <a:solidFill>
                  <a:srgbClr val="FFFFFF"/>
                </a:solidFill>
                <a:latin typeface="Arial"/>
                <a:ea typeface="Arial"/>
                <a:cs typeface="Arial"/>
                <a:sym typeface="Arial"/>
              </a:rPr>
              <a:t>PNG</a:t>
            </a:r>
            <a:endParaRPr b="0" sz="1150" u="none" strike="noStrike">
              <a:solidFill>
                <a:srgbClr val="FFFFFF"/>
              </a:solidFill>
              <a:latin typeface="Arial"/>
              <a:ea typeface="Arial"/>
              <a:cs typeface="Arial"/>
              <a:sym typeface="Arial"/>
            </a:endParaRPr>
          </a:p>
        </p:txBody>
      </p:sp>
      <p:cxnSp>
        <p:nvCxnSpPr>
          <p:cNvPr id="539" name="Google Shape;539;p32"/>
          <p:cNvCxnSpPr/>
          <p:nvPr/>
        </p:nvCxnSpPr>
        <p:spPr>
          <a:xfrm>
            <a:off x="1995480" y="2058859"/>
            <a:ext cx="68400" cy="300"/>
          </a:xfrm>
          <a:prstGeom prst="straightConnector1">
            <a:avLst/>
          </a:prstGeom>
          <a:noFill/>
          <a:ln cap="flat" cmpd="sng" w="12700">
            <a:solidFill>
              <a:srgbClr val="6B7280"/>
            </a:solidFill>
            <a:prstDash val="solid"/>
            <a:round/>
            <a:headEnd len="sm" w="sm" type="none"/>
            <a:tailEnd len="med" w="med" type="triangle"/>
          </a:ln>
        </p:spPr>
      </p:cxnSp>
      <p:sp>
        <p:nvSpPr>
          <p:cNvPr id="540" name="Google Shape;540;p32"/>
          <p:cNvSpPr/>
          <p:nvPr/>
        </p:nvSpPr>
        <p:spPr>
          <a:xfrm>
            <a:off x="2094480" y="1761499"/>
            <a:ext cx="1474800" cy="593700"/>
          </a:xfrm>
          <a:prstGeom prst="rect">
            <a:avLst/>
          </a:prstGeom>
          <a:solidFill>
            <a:srgbClr val="2D9CDB"/>
          </a:solidFill>
          <a:ln cap="flat" cmpd="sng" w="12700">
            <a:solidFill>
              <a:srgbClr val="2D9CD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150" u="none" strike="noStrike">
                <a:solidFill>
                  <a:srgbClr val="FFFFFF"/>
                </a:solidFill>
                <a:latin typeface="Arial"/>
                <a:ea typeface="Arial"/>
                <a:cs typeface="Arial"/>
                <a:sym typeface="Arial"/>
              </a:rPr>
              <a:t>Sprite asset</a:t>
            </a:r>
            <a:endParaRPr b="0" sz="1150" u="none" strike="noStrike">
              <a:solidFill>
                <a:srgbClr val="FFFFFF"/>
              </a:solidFill>
              <a:latin typeface="Arial"/>
              <a:ea typeface="Arial"/>
              <a:cs typeface="Arial"/>
              <a:sym typeface="Arial"/>
            </a:endParaRPr>
          </a:p>
        </p:txBody>
      </p:sp>
      <p:cxnSp>
        <p:nvCxnSpPr>
          <p:cNvPr id="541" name="Google Shape;541;p32"/>
          <p:cNvCxnSpPr/>
          <p:nvPr/>
        </p:nvCxnSpPr>
        <p:spPr>
          <a:xfrm>
            <a:off x="3585600" y="2058859"/>
            <a:ext cx="68400" cy="300"/>
          </a:xfrm>
          <a:prstGeom prst="straightConnector1">
            <a:avLst/>
          </a:prstGeom>
          <a:noFill/>
          <a:ln cap="flat" cmpd="sng" w="12700">
            <a:solidFill>
              <a:srgbClr val="6B7280"/>
            </a:solidFill>
            <a:prstDash val="solid"/>
            <a:round/>
            <a:headEnd len="sm" w="sm" type="none"/>
            <a:tailEnd len="med" w="med" type="triangle"/>
          </a:ln>
        </p:spPr>
      </p:cxnSp>
      <p:sp>
        <p:nvSpPr>
          <p:cNvPr id="542" name="Google Shape;542;p32"/>
          <p:cNvSpPr/>
          <p:nvPr/>
        </p:nvSpPr>
        <p:spPr>
          <a:xfrm>
            <a:off x="3684960" y="1761499"/>
            <a:ext cx="1474800" cy="5937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150" u="none" strike="noStrike">
                <a:solidFill>
                  <a:srgbClr val="FFFFFF"/>
                </a:solidFill>
                <a:latin typeface="Arial"/>
                <a:ea typeface="Arial"/>
                <a:cs typeface="Arial"/>
                <a:sym typeface="Arial"/>
              </a:rPr>
              <a:t>GameObject</a:t>
            </a:r>
            <a:endParaRPr b="0" sz="11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150" u="none" strike="noStrike">
                <a:solidFill>
                  <a:srgbClr val="FFFFFF"/>
                </a:solidFill>
                <a:latin typeface="Arial"/>
                <a:ea typeface="Arial"/>
                <a:cs typeface="Arial"/>
                <a:sym typeface="Arial"/>
              </a:rPr>
              <a:t>+ SpriteRenderer</a:t>
            </a:r>
            <a:endParaRPr b="0" sz="1150" u="none" strike="noStrike">
              <a:solidFill>
                <a:srgbClr val="000000"/>
              </a:solidFill>
              <a:latin typeface="Arial"/>
              <a:ea typeface="Arial"/>
              <a:cs typeface="Arial"/>
              <a:sym typeface="Arial"/>
            </a:endParaRPr>
          </a:p>
        </p:txBody>
      </p:sp>
      <p:cxnSp>
        <p:nvCxnSpPr>
          <p:cNvPr id="543" name="Google Shape;543;p32"/>
          <p:cNvCxnSpPr/>
          <p:nvPr/>
        </p:nvCxnSpPr>
        <p:spPr>
          <a:xfrm>
            <a:off x="5176080" y="2058859"/>
            <a:ext cx="68700" cy="300"/>
          </a:xfrm>
          <a:prstGeom prst="straightConnector1">
            <a:avLst/>
          </a:prstGeom>
          <a:noFill/>
          <a:ln cap="flat" cmpd="sng" w="12700">
            <a:solidFill>
              <a:srgbClr val="6B7280"/>
            </a:solidFill>
            <a:prstDash val="solid"/>
            <a:round/>
            <a:headEnd len="sm" w="sm" type="none"/>
            <a:tailEnd len="med" w="med" type="triangle"/>
          </a:ln>
        </p:spPr>
      </p:cxnSp>
      <p:sp>
        <p:nvSpPr>
          <p:cNvPr id="544" name="Google Shape;544;p32"/>
          <p:cNvSpPr/>
          <p:nvPr/>
        </p:nvSpPr>
        <p:spPr>
          <a:xfrm>
            <a:off x="5275440" y="1761499"/>
            <a:ext cx="1474800" cy="593700"/>
          </a:xfrm>
          <a:prstGeom prst="rect">
            <a:avLst/>
          </a:prstGeom>
          <a:solidFill>
            <a:srgbClr val="10B981"/>
          </a:solidFill>
          <a:ln cap="flat" cmpd="sng" w="12700">
            <a:solidFill>
              <a:srgbClr val="10B981"/>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150" u="none" strike="noStrike">
                <a:solidFill>
                  <a:srgbClr val="FFFFFF"/>
                </a:solidFill>
                <a:latin typeface="Arial"/>
                <a:ea typeface="Arial"/>
                <a:cs typeface="Arial"/>
                <a:sym typeface="Arial"/>
              </a:rPr>
              <a:t>objeto visible</a:t>
            </a:r>
            <a:endParaRPr b="0" sz="11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150" u="none" strike="noStrike">
                <a:solidFill>
                  <a:srgbClr val="FFFFFF"/>
                </a:solidFill>
                <a:latin typeface="Arial"/>
                <a:ea typeface="Arial"/>
                <a:cs typeface="Arial"/>
                <a:sym typeface="Arial"/>
              </a:rPr>
              <a:t>en escena</a:t>
            </a:r>
            <a:endParaRPr b="0" sz="1150" u="none" strike="noStrike">
              <a:solidFill>
                <a:srgbClr val="000000"/>
              </a:solidFill>
              <a:latin typeface="Arial"/>
              <a:ea typeface="Arial"/>
              <a:cs typeface="Arial"/>
              <a:sym typeface="Arial"/>
            </a:endParaRPr>
          </a:p>
        </p:txBody>
      </p:sp>
      <p:sp>
        <p:nvSpPr>
          <p:cNvPr id="545" name="Google Shape;545;p32"/>
          <p:cNvSpPr/>
          <p:nvPr/>
        </p:nvSpPr>
        <p:spPr>
          <a:xfrm>
            <a:off x="580320" y="2447659"/>
            <a:ext cx="2436900" cy="227400"/>
          </a:xfrm>
          <a:prstGeom prst="rect">
            <a:avLst/>
          </a:prstGeom>
          <a:noFill/>
          <a:ln>
            <a:noFill/>
          </a:ln>
        </p:spPr>
        <p:txBody>
          <a:bodyPr anchorCtr="0" anchor="ctr" bIns="350" lIns="350" spcFirstLastPara="1" rIns="350" wrap="square" tIns="350">
            <a:normAutofit/>
          </a:bodyPr>
          <a:lstStyle/>
          <a:p>
            <a:pPr indent="0" lvl="0" marL="0" marR="0" rtl="0" algn="l">
              <a:lnSpc>
                <a:spcPct val="80001"/>
              </a:lnSpc>
              <a:spcBef>
                <a:spcPts val="0"/>
              </a:spcBef>
              <a:spcAft>
                <a:spcPts val="0"/>
              </a:spcAft>
              <a:buNone/>
            </a:pPr>
            <a:r>
              <a:rPr b="1" lang="es-ES" sz="1050" u="none" strike="noStrike">
                <a:solidFill>
                  <a:srgbClr val="111827"/>
                </a:solidFill>
                <a:latin typeface="Arial"/>
                <a:ea typeface="Arial"/>
                <a:cs typeface="Arial"/>
                <a:sym typeface="Arial"/>
              </a:rPr>
              <a:t>Archivo gráfico ≠ GameObject</a:t>
            </a:r>
            <a:endParaRPr b="0" sz="1050" u="none" strike="noStrike">
              <a:solidFill>
                <a:srgbClr val="000000"/>
              </a:solidFill>
              <a:latin typeface="Arial"/>
              <a:ea typeface="Arial"/>
              <a:cs typeface="Arial"/>
              <a:sym typeface="Arial"/>
            </a:endParaRPr>
          </a:p>
        </p:txBody>
      </p:sp>
      <p:sp>
        <p:nvSpPr>
          <p:cNvPr id="546" name="Google Shape;546;p32"/>
          <p:cNvSpPr/>
          <p:nvPr/>
        </p:nvSpPr>
        <p:spPr>
          <a:xfrm>
            <a:off x="618480" y="3018979"/>
            <a:ext cx="1789200" cy="798900"/>
          </a:xfrm>
          <a:prstGeom prst="rect">
            <a:avLst/>
          </a:prstGeom>
          <a:solidFill>
            <a:srgbClr val="F0F9FF"/>
          </a:solidFill>
          <a:ln cap="flat" cmpd="sng" w="12700">
            <a:solidFill>
              <a:srgbClr val="2D9CD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250" u="none" strike="noStrike">
                <a:solidFill>
                  <a:srgbClr val="1F2937"/>
                </a:solidFill>
                <a:latin typeface="Arial"/>
                <a:ea typeface="Arial"/>
                <a:cs typeface="Arial"/>
                <a:sym typeface="Arial"/>
              </a:rPr>
              <a:t>Project</a:t>
            </a:r>
            <a:endParaRPr b="0" sz="12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250" u="none" strike="noStrike">
                <a:solidFill>
                  <a:srgbClr val="1F2937"/>
                </a:solidFill>
                <a:latin typeface="Arial"/>
                <a:ea typeface="Arial"/>
                <a:cs typeface="Arial"/>
                <a:sym typeface="Arial"/>
              </a:rPr>
              <a:t>Assets/Sprites</a:t>
            </a:r>
            <a:endParaRPr b="0" sz="12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250" u="none" strike="noStrike">
                <a:solidFill>
                  <a:srgbClr val="1F2937"/>
                </a:solidFill>
                <a:latin typeface="Arial"/>
                <a:ea typeface="Arial"/>
                <a:cs typeface="Arial"/>
                <a:sym typeface="Arial"/>
              </a:rPr>
              <a:t>jugador.png</a:t>
            </a:r>
            <a:endParaRPr b="0" sz="1250" u="none" strike="noStrike">
              <a:solidFill>
                <a:srgbClr val="000000"/>
              </a:solidFill>
              <a:latin typeface="Arial"/>
              <a:ea typeface="Arial"/>
              <a:cs typeface="Arial"/>
              <a:sym typeface="Arial"/>
            </a:endParaRPr>
          </a:p>
        </p:txBody>
      </p:sp>
      <p:sp>
        <p:nvSpPr>
          <p:cNvPr id="547" name="Google Shape;547;p32"/>
          <p:cNvSpPr/>
          <p:nvPr/>
        </p:nvSpPr>
        <p:spPr>
          <a:xfrm>
            <a:off x="2637000" y="3018979"/>
            <a:ext cx="1523100" cy="798900"/>
          </a:xfrm>
          <a:prstGeom prst="rect">
            <a:avLst/>
          </a:prstGeom>
          <a:solidFill>
            <a:srgbClr val="FFF7ED"/>
          </a:solidFill>
          <a:ln cap="flat" cmpd="sng" w="12700">
            <a:solidFill>
              <a:srgbClr val="F59E0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300" u="none" strike="noStrike">
                <a:solidFill>
                  <a:srgbClr val="1F2937"/>
                </a:solidFill>
                <a:latin typeface="Arial"/>
                <a:ea typeface="Arial"/>
                <a:cs typeface="Arial"/>
                <a:sym typeface="Arial"/>
              </a:rPr>
              <a:t>Hierarchy</a:t>
            </a:r>
            <a:endParaRPr b="0" sz="13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300" u="none" strike="noStrike">
                <a:solidFill>
                  <a:srgbClr val="1F2937"/>
                </a:solidFill>
                <a:latin typeface="Arial"/>
                <a:ea typeface="Arial"/>
                <a:cs typeface="Arial"/>
                <a:sym typeface="Arial"/>
              </a:rPr>
              <a:t>Jugador</a:t>
            </a:r>
            <a:endParaRPr b="0" sz="1300" u="none" strike="noStrike">
              <a:solidFill>
                <a:srgbClr val="000000"/>
              </a:solidFill>
              <a:latin typeface="Arial"/>
              <a:ea typeface="Arial"/>
              <a:cs typeface="Arial"/>
              <a:sym typeface="Arial"/>
            </a:endParaRPr>
          </a:p>
        </p:txBody>
      </p:sp>
      <p:sp>
        <p:nvSpPr>
          <p:cNvPr id="548" name="Google Shape;548;p32"/>
          <p:cNvSpPr/>
          <p:nvPr/>
        </p:nvSpPr>
        <p:spPr>
          <a:xfrm>
            <a:off x="4389840" y="3018979"/>
            <a:ext cx="1903200" cy="798900"/>
          </a:xfrm>
          <a:prstGeom prst="rect">
            <a:avLst/>
          </a:prstGeom>
          <a:solidFill>
            <a:srgbClr val="F0FDF4"/>
          </a:solidFill>
          <a:ln cap="flat" cmpd="sng" w="12700">
            <a:solidFill>
              <a:srgbClr val="10B981"/>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250" u="none" strike="noStrike">
                <a:solidFill>
                  <a:srgbClr val="1F2937"/>
                </a:solidFill>
                <a:latin typeface="Arial"/>
                <a:ea typeface="Arial"/>
                <a:cs typeface="Arial"/>
                <a:sym typeface="Arial"/>
              </a:rPr>
              <a:t>Inspector</a:t>
            </a:r>
            <a:endParaRPr b="0" sz="12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250" u="none" strike="noStrike">
                <a:solidFill>
                  <a:srgbClr val="1F2937"/>
                </a:solidFill>
                <a:latin typeface="Arial"/>
                <a:ea typeface="Arial"/>
                <a:cs typeface="Arial"/>
                <a:sym typeface="Arial"/>
              </a:rPr>
              <a:t>Transform</a:t>
            </a:r>
            <a:endParaRPr b="0" sz="12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250" u="none" strike="noStrike">
                <a:solidFill>
                  <a:srgbClr val="1F2937"/>
                </a:solidFill>
                <a:latin typeface="Arial"/>
                <a:ea typeface="Arial"/>
                <a:cs typeface="Arial"/>
                <a:sym typeface="Arial"/>
              </a:rPr>
              <a:t>SpriteRenderer</a:t>
            </a:r>
            <a:endParaRPr b="0" sz="1250" u="none" strike="noStrike">
              <a:solidFill>
                <a:srgbClr val="000000"/>
              </a:solidFill>
              <a:latin typeface="Arial"/>
              <a:ea typeface="Arial"/>
              <a:cs typeface="Arial"/>
              <a:sym typeface="Arial"/>
            </a:endParaRPr>
          </a:p>
        </p:txBody>
      </p:sp>
      <p:cxnSp>
        <p:nvCxnSpPr>
          <p:cNvPr id="549" name="Google Shape;549;p32"/>
          <p:cNvCxnSpPr/>
          <p:nvPr/>
        </p:nvCxnSpPr>
        <p:spPr>
          <a:xfrm>
            <a:off x="2408760" y="3414979"/>
            <a:ext cx="228600" cy="300"/>
          </a:xfrm>
          <a:prstGeom prst="straightConnector1">
            <a:avLst/>
          </a:prstGeom>
          <a:noFill/>
          <a:ln cap="flat" cmpd="sng" w="15225">
            <a:solidFill>
              <a:srgbClr val="6B7280"/>
            </a:solidFill>
            <a:prstDash val="solid"/>
            <a:round/>
            <a:headEnd len="sm" w="sm" type="none"/>
            <a:tailEnd len="med" w="med" type="triangle"/>
          </a:ln>
        </p:spPr>
      </p:cxnSp>
      <p:cxnSp>
        <p:nvCxnSpPr>
          <p:cNvPr id="550" name="Google Shape;550;p32"/>
          <p:cNvCxnSpPr/>
          <p:nvPr/>
        </p:nvCxnSpPr>
        <p:spPr>
          <a:xfrm>
            <a:off x="4160880" y="3414979"/>
            <a:ext cx="228600" cy="300"/>
          </a:xfrm>
          <a:prstGeom prst="straightConnector1">
            <a:avLst/>
          </a:prstGeom>
          <a:noFill/>
          <a:ln cap="flat" cmpd="sng" w="15225">
            <a:solidFill>
              <a:srgbClr val="6B7280"/>
            </a:solidFill>
            <a:prstDash val="solid"/>
            <a:round/>
            <a:headEnd len="sm" w="sm" type="none"/>
            <a:tailEnd len="med" w="med" type="triangle"/>
          </a:ln>
        </p:spPr>
      </p:cxnSp>
      <p:sp>
        <p:nvSpPr>
          <p:cNvPr id="551" name="Google Shape;551;p32"/>
          <p:cNvSpPr/>
          <p:nvPr/>
        </p:nvSpPr>
        <p:spPr>
          <a:xfrm>
            <a:off x="7018200" y="1685539"/>
            <a:ext cx="2589000" cy="342000"/>
          </a:xfrm>
          <a:prstGeom prst="rect">
            <a:avLst/>
          </a:prstGeom>
          <a:solidFill>
            <a:srgbClr val="111827"/>
          </a:solidFill>
          <a:ln cap="flat" cmpd="sng" w="12700">
            <a:solidFill>
              <a:srgbClr val="111827"/>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600" u="none" strike="noStrike">
                <a:solidFill>
                  <a:srgbClr val="FFFFFF"/>
                </a:solidFill>
                <a:latin typeface="Arial"/>
                <a:ea typeface="Arial"/>
                <a:cs typeface="Arial"/>
                <a:sym typeface="Arial"/>
              </a:rPr>
              <a:t>Orden visual 2D</a:t>
            </a:r>
            <a:endParaRPr b="0" sz="1600" u="none" strike="noStrike">
              <a:solidFill>
                <a:srgbClr val="FFFFFF"/>
              </a:solidFill>
              <a:latin typeface="Arial"/>
              <a:ea typeface="Arial"/>
              <a:cs typeface="Arial"/>
              <a:sym typeface="Arial"/>
            </a:endParaRPr>
          </a:p>
        </p:txBody>
      </p:sp>
      <p:sp>
        <p:nvSpPr>
          <p:cNvPr id="552" name="Google Shape;552;p32"/>
          <p:cNvSpPr/>
          <p:nvPr/>
        </p:nvSpPr>
        <p:spPr>
          <a:xfrm>
            <a:off x="7018200" y="2180899"/>
            <a:ext cx="2589000" cy="64650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350" u="none" strike="noStrike">
                <a:solidFill>
                  <a:srgbClr val="1F2937"/>
                </a:solidFill>
                <a:latin typeface="Arial"/>
                <a:ea typeface="Arial"/>
                <a:cs typeface="Arial"/>
                <a:sym typeface="Arial"/>
              </a:rPr>
              <a:t>Sorting Layer → grupo</a:t>
            </a:r>
            <a:endParaRPr b="0" sz="13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350" u="none" strike="noStrike">
                <a:solidFill>
                  <a:srgbClr val="1F2937"/>
                </a:solidFill>
                <a:latin typeface="Arial"/>
                <a:ea typeface="Arial"/>
                <a:cs typeface="Arial"/>
                <a:sym typeface="Arial"/>
              </a:rPr>
              <a:t>Order in Layer → prioridad</a:t>
            </a:r>
            <a:endParaRPr b="0" sz="1350" u="none" strike="noStrike">
              <a:solidFill>
                <a:srgbClr val="000000"/>
              </a:solidFill>
              <a:latin typeface="Arial"/>
              <a:ea typeface="Arial"/>
              <a:cs typeface="Arial"/>
              <a:sym typeface="Arial"/>
            </a:endParaRPr>
          </a:p>
        </p:txBody>
      </p:sp>
      <p:sp>
        <p:nvSpPr>
          <p:cNvPr id="553" name="Google Shape;553;p32"/>
          <p:cNvSpPr/>
          <p:nvPr/>
        </p:nvSpPr>
        <p:spPr>
          <a:xfrm>
            <a:off x="7513200" y="3057139"/>
            <a:ext cx="1522500" cy="951000"/>
          </a:xfrm>
          <a:prstGeom prst="rect">
            <a:avLst/>
          </a:prstGeom>
          <a:solidFill>
            <a:srgbClr val="DCFCE7"/>
          </a:solidFill>
          <a:ln cap="flat" cmpd="sng" w="12700">
            <a:solidFill>
              <a:srgbClr val="86EFAC"/>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54" name="Google Shape;554;p32"/>
          <p:cNvSpPr/>
          <p:nvPr/>
        </p:nvSpPr>
        <p:spPr>
          <a:xfrm>
            <a:off x="7817760" y="3285739"/>
            <a:ext cx="418200" cy="417600"/>
          </a:xfrm>
          <a:prstGeom prst="hexagon">
            <a:avLst>
              <a:gd fmla="val 25000" name="adj"/>
              <a:gd fmla="val 115470" name="vf"/>
            </a:avLst>
          </a:prstGeom>
          <a:solidFill>
            <a:srgbClr val="9CA3AF"/>
          </a:solidFill>
          <a:ln cap="flat" cmpd="sng" w="12700">
            <a:solidFill>
              <a:srgbClr val="4B556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55" name="Google Shape;555;p32"/>
          <p:cNvSpPr/>
          <p:nvPr/>
        </p:nvSpPr>
        <p:spPr>
          <a:xfrm>
            <a:off x="8274960" y="3171259"/>
            <a:ext cx="379800" cy="379800"/>
          </a:xfrm>
          <a:prstGeom prst="ellipse">
            <a:avLst/>
          </a:prstGeom>
          <a:solidFill>
            <a:srgbClr val="F59E0B"/>
          </a:solidFill>
          <a:ln cap="flat" cmpd="sng" w="12700">
            <a:solidFill>
              <a:srgbClr val="B45309"/>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56" name="Google Shape;556;p32"/>
          <p:cNvSpPr/>
          <p:nvPr/>
        </p:nvSpPr>
        <p:spPr>
          <a:xfrm>
            <a:off x="7094160" y="4199779"/>
            <a:ext cx="913200" cy="189300"/>
          </a:xfrm>
          <a:prstGeom prst="rect">
            <a:avLst/>
          </a:prstGeom>
          <a:noFill/>
          <a:ln>
            <a:noFill/>
          </a:ln>
        </p:spPr>
        <p:txBody>
          <a:bodyPr anchorCtr="0" anchor="ctr" bIns="350" lIns="350" spcFirstLastPara="1" rIns="350" wrap="square" tIns="350">
            <a:normAutofit/>
          </a:bodyPr>
          <a:lstStyle/>
          <a:p>
            <a:pPr indent="0" lvl="0" marL="0" marR="0" rtl="0" algn="l">
              <a:lnSpc>
                <a:spcPct val="100000"/>
              </a:lnSpc>
              <a:spcBef>
                <a:spcPts val="0"/>
              </a:spcBef>
              <a:spcAft>
                <a:spcPts val="0"/>
              </a:spcAft>
              <a:buNone/>
            </a:pPr>
            <a:r>
              <a:rPr b="1" lang="es-ES" sz="1100" u="none" strike="noStrike">
                <a:solidFill>
                  <a:srgbClr val="10B981"/>
                </a:solidFill>
                <a:latin typeface="Arial"/>
                <a:ea typeface="Arial"/>
                <a:cs typeface="Arial"/>
                <a:sym typeface="Arial"/>
              </a:rPr>
              <a:t>Fondo: -10</a:t>
            </a:r>
            <a:endParaRPr b="0" sz="1100" u="none" strike="noStrike">
              <a:solidFill>
                <a:srgbClr val="000000"/>
              </a:solidFill>
              <a:latin typeface="Arial"/>
              <a:ea typeface="Arial"/>
              <a:cs typeface="Arial"/>
              <a:sym typeface="Arial"/>
            </a:endParaRPr>
          </a:p>
        </p:txBody>
      </p:sp>
      <p:sp>
        <p:nvSpPr>
          <p:cNvPr id="557" name="Google Shape;557;p32"/>
          <p:cNvSpPr/>
          <p:nvPr/>
        </p:nvSpPr>
        <p:spPr>
          <a:xfrm>
            <a:off x="8160840" y="4199779"/>
            <a:ext cx="1332000" cy="189300"/>
          </a:xfrm>
          <a:prstGeom prst="rect">
            <a:avLst/>
          </a:prstGeom>
          <a:noFill/>
          <a:ln>
            <a:noFill/>
          </a:ln>
        </p:spPr>
        <p:txBody>
          <a:bodyPr anchorCtr="0" anchor="ctr" bIns="350" lIns="350" spcFirstLastPara="1" rIns="350" wrap="square" tIns="350">
            <a:normAutofit/>
          </a:bodyPr>
          <a:lstStyle/>
          <a:p>
            <a:pPr indent="0" lvl="0" marL="0" marR="0" rtl="0" algn="l">
              <a:lnSpc>
                <a:spcPct val="100000"/>
              </a:lnSpc>
              <a:spcBef>
                <a:spcPts val="0"/>
              </a:spcBef>
              <a:spcAft>
                <a:spcPts val="0"/>
              </a:spcAft>
              <a:buNone/>
            </a:pPr>
            <a:r>
              <a:rPr b="1" lang="es-ES" sz="1100" u="none" strike="noStrike">
                <a:solidFill>
                  <a:srgbClr val="F59E0B"/>
                </a:solidFill>
                <a:latin typeface="Arial"/>
                <a:ea typeface="Arial"/>
                <a:cs typeface="Arial"/>
                <a:sym typeface="Arial"/>
              </a:rPr>
              <a:t>Jugador/Rocas: 0</a:t>
            </a:r>
            <a:endParaRPr b="0" sz="1100" u="none" strike="noStrike">
              <a:solidFill>
                <a:srgbClr val="000000"/>
              </a:solidFill>
              <a:latin typeface="Arial"/>
              <a:ea typeface="Arial"/>
              <a:cs typeface="Arial"/>
              <a:sym typeface="Arial"/>
            </a:endParaRPr>
          </a:p>
        </p:txBody>
      </p:sp>
      <p:sp>
        <p:nvSpPr>
          <p:cNvPr id="558" name="Google Shape;558;p32"/>
          <p:cNvSpPr/>
          <p:nvPr/>
        </p:nvSpPr>
        <p:spPr>
          <a:xfrm>
            <a:off x="7018200" y="4733299"/>
            <a:ext cx="2589000" cy="53220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90001"/>
              </a:lnSpc>
              <a:spcBef>
                <a:spcPts val="0"/>
              </a:spcBef>
              <a:spcAft>
                <a:spcPts val="0"/>
              </a:spcAft>
              <a:buNone/>
            </a:pPr>
            <a:r>
              <a:rPr b="1" lang="es-ES" sz="1249" u="none" strike="noStrike">
                <a:solidFill>
                  <a:srgbClr val="1F2937"/>
                </a:solidFill>
                <a:latin typeface="Arial"/>
                <a:ea typeface="Arial"/>
                <a:cs typeface="Arial"/>
                <a:sym typeface="Arial"/>
              </a:rPr>
              <a:t>Fondo → Order in Layer: -10</a:t>
            </a:r>
            <a:endParaRPr b="0" sz="1249" u="none" strike="noStrike">
              <a:solidFill>
                <a:srgbClr val="000000"/>
              </a:solidFill>
              <a:latin typeface="Arial"/>
              <a:ea typeface="Arial"/>
              <a:cs typeface="Arial"/>
              <a:sym typeface="Arial"/>
            </a:endParaRPr>
          </a:p>
          <a:p>
            <a:pPr indent="0" lvl="0" marL="0" marR="0" rtl="0" algn="ctr">
              <a:lnSpc>
                <a:spcPct val="90001"/>
              </a:lnSpc>
              <a:spcBef>
                <a:spcPts val="0"/>
              </a:spcBef>
              <a:spcAft>
                <a:spcPts val="0"/>
              </a:spcAft>
              <a:buNone/>
            </a:pPr>
            <a:r>
              <a:rPr b="1" lang="es-ES" sz="1249" u="none" strike="noStrike">
                <a:solidFill>
                  <a:srgbClr val="1F2937"/>
                </a:solidFill>
                <a:latin typeface="Arial"/>
                <a:ea typeface="Arial"/>
                <a:cs typeface="Arial"/>
                <a:sym typeface="Arial"/>
              </a:rPr>
              <a:t>Jugador / Rocas → 0</a:t>
            </a:r>
            <a:endParaRPr b="0" sz="1249" u="none" strike="noStrike">
              <a:solidFill>
                <a:srgbClr val="000000"/>
              </a:solidFill>
              <a:latin typeface="Arial"/>
              <a:ea typeface="Arial"/>
              <a:cs typeface="Arial"/>
              <a:sym typeface="Arial"/>
            </a:endParaRPr>
          </a:p>
        </p:txBody>
      </p:sp>
      <p:sp>
        <p:nvSpPr>
          <p:cNvPr id="559" name="Google Shape;559;p32"/>
          <p:cNvSpPr txBox="1"/>
          <p:nvPr>
            <p:ph idx="12" type="sldNum"/>
          </p:nvPr>
        </p:nvSpPr>
        <p:spPr>
          <a:xfrm>
            <a:off x="6772920" y="5352814"/>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33"/>
          <p:cNvSpPr txBox="1"/>
          <p:nvPr>
            <p:ph type="title"/>
          </p:nvPr>
        </p:nvSpPr>
        <p:spPr>
          <a:xfrm>
            <a:off x="1086786" y="910251"/>
            <a:ext cx="7743000" cy="12315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4000" u="none" strike="noStrike">
                <a:solidFill>
                  <a:srgbClr val="000000"/>
                </a:solidFill>
                <a:latin typeface="Arial"/>
                <a:ea typeface="Arial"/>
                <a:cs typeface="Arial"/>
                <a:sym typeface="Arial"/>
              </a:rPr>
              <a:t>Del archivo gráfico al objeto visible</a:t>
            </a:r>
            <a:endParaRPr b="0" sz="4000" u="none" strike="noStrike">
              <a:solidFill>
                <a:srgbClr val="000000"/>
              </a:solidFill>
              <a:latin typeface="Arial"/>
              <a:ea typeface="Arial"/>
              <a:cs typeface="Arial"/>
              <a:sym typeface="Arial"/>
            </a:endParaRPr>
          </a:p>
        </p:txBody>
      </p:sp>
      <p:sp>
        <p:nvSpPr>
          <p:cNvPr id="565" name="Google Shape;565;p33"/>
          <p:cNvSpPr txBox="1"/>
          <p:nvPr>
            <p:ph idx="1" type="body"/>
          </p:nvPr>
        </p:nvSpPr>
        <p:spPr>
          <a:xfrm>
            <a:off x="1102537" y="2265622"/>
            <a:ext cx="7743000" cy="2740500"/>
          </a:xfrm>
          <a:prstGeom prst="rect">
            <a:avLst/>
          </a:prstGeom>
          <a:noFill/>
          <a:ln>
            <a:noFill/>
          </a:ln>
        </p:spPr>
        <p:txBody>
          <a:bodyPr anchorCtr="0" anchor="t" bIns="0" lIns="0" spcFirstLastPara="1" rIns="0" wrap="square" tIns="0">
            <a:normAutofit fontScale="55000" lnSpcReduction="10000"/>
          </a:bodyPr>
          <a:lstStyle/>
          <a:p>
            <a:pPr indent="-296568" lvl="0" marL="432000" marR="0" rtl="0" algn="l">
              <a:lnSpc>
                <a:spcPct val="100000"/>
              </a:lnSpc>
              <a:spcBef>
                <a:spcPts val="0"/>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Creamos la carpeta Assets/Sprites en Project.</a:t>
            </a:r>
            <a:endParaRPr b="0" i="0" sz="3200" u="none" cap="none" strike="noStrike">
              <a:solidFill>
                <a:srgbClr val="000000"/>
              </a:solidFill>
              <a:latin typeface="Arial"/>
              <a:ea typeface="Arial"/>
              <a:cs typeface="Arial"/>
              <a:sym typeface="Arial"/>
            </a:endParaRPr>
          </a:p>
          <a:p>
            <a:pPr indent="-296568"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Importamos jugador.png, roca.png y fondo.png en Assets/Sprites.</a:t>
            </a:r>
            <a:endParaRPr b="0" i="0" sz="3200" u="none" cap="none" strike="noStrike">
              <a:solidFill>
                <a:srgbClr val="000000"/>
              </a:solidFill>
              <a:latin typeface="Arial"/>
              <a:ea typeface="Arial"/>
              <a:cs typeface="Arial"/>
              <a:sym typeface="Arial"/>
            </a:endParaRPr>
          </a:p>
          <a:p>
            <a:pPr indent="-296568"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Comprobamos que Unity los trata como Sprites.</a:t>
            </a:r>
            <a:endParaRPr b="0" i="0" sz="3200" u="none" cap="none" strike="noStrike">
              <a:solidFill>
                <a:srgbClr val="000000"/>
              </a:solidFill>
              <a:latin typeface="Arial"/>
              <a:ea typeface="Arial"/>
              <a:cs typeface="Arial"/>
              <a:sym typeface="Arial"/>
            </a:endParaRPr>
          </a:p>
          <a:p>
            <a:pPr indent="-296568"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Asignamos jugador.png al SpriteRenderer  de Jugador.</a:t>
            </a:r>
            <a:endParaRPr b="0" i="0" sz="3200" u="none" cap="none" strike="noStrike">
              <a:solidFill>
                <a:srgbClr val="000000"/>
              </a:solidFill>
              <a:latin typeface="Arial"/>
              <a:ea typeface="Arial"/>
              <a:cs typeface="Arial"/>
              <a:sym typeface="Arial"/>
            </a:endParaRPr>
          </a:p>
          <a:p>
            <a:pPr indent="-296568"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Comprobamos que Jugador se vuelve visible.</a:t>
            </a:r>
            <a:endParaRPr b="0" i="0" sz="3200" u="none" cap="none" strike="noStrike">
              <a:solidFill>
                <a:srgbClr val="000000"/>
              </a:solidFill>
              <a:latin typeface="Arial"/>
              <a:ea typeface="Arial"/>
              <a:cs typeface="Arial"/>
              <a:sym typeface="Arial"/>
            </a:endParaRPr>
          </a:p>
          <a:p>
            <a:pPr indent="-296568"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Probamos a modificar Position, Rotation Z y Scale X e Y de Jugador para ver el efecto y luego deshacemos cambios.</a:t>
            </a:r>
            <a:endParaRPr b="0" i="0" sz="3200" u="none" cap="none" strike="noStrike">
              <a:solidFill>
                <a:srgbClr val="000000"/>
              </a:solidFill>
              <a:latin typeface="Arial"/>
              <a:ea typeface="Arial"/>
              <a:cs typeface="Arial"/>
              <a:sym typeface="Arial"/>
            </a:endParaRPr>
          </a:p>
        </p:txBody>
      </p:sp>
      <p:sp>
        <p:nvSpPr>
          <p:cNvPr id="566" name="Google Shape;566;p33"/>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pic>
        <p:nvPicPr>
          <p:cNvPr id="571" name="Google Shape;571;p34"/>
          <p:cNvPicPr preferRelativeResize="0"/>
          <p:nvPr/>
        </p:nvPicPr>
        <p:blipFill rotWithShape="1">
          <a:blip r:embed="rId3">
            <a:alphaModFix/>
          </a:blip>
          <a:srcRect b="0" l="0" r="0" t="0"/>
          <a:stretch/>
        </p:blipFill>
        <p:spPr>
          <a:xfrm>
            <a:off x="2100240" y="720"/>
            <a:ext cx="5879880" cy="5668920"/>
          </a:xfrm>
          <a:prstGeom prst="rect">
            <a:avLst/>
          </a:prstGeom>
          <a:noFill/>
          <a:ln>
            <a:noFill/>
          </a:ln>
        </p:spPr>
      </p:pic>
      <p:sp>
        <p:nvSpPr>
          <p:cNvPr id="572" name="Google Shape;572;p34"/>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pic>
        <p:nvPicPr>
          <p:cNvPr id="577" name="Google Shape;577;p35"/>
          <p:cNvPicPr preferRelativeResize="0"/>
          <p:nvPr/>
        </p:nvPicPr>
        <p:blipFill rotWithShape="1">
          <a:blip r:embed="rId3">
            <a:alphaModFix/>
          </a:blip>
          <a:srcRect b="0" l="0" r="0" t="0"/>
          <a:stretch/>
        </p:blipFill>
        <p:spPr>
          <a:xfrm>
            <a:off x="2997360" y="720"/>
            <a:ext cx="4086000" cy="5668920"/>
          </a:xfrm>
          <a:prstGeom prst="rect">
            <a:avLst/>
          </a:prstGeom>
          <a:noFill/>
          <a:ln>
            <a:noFill/>
          </a:ln>
        </p:spPr>
      </p:pic>
      <p:sp>
        <p:nvSpPr>
          <p:cNvPr id="578" name="Google Shape;578;p35"/>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pic>
        <p:nvPicPr>
          <p:cNvPr id="583" name="Google Shape;583;p36"/>
          <p:cNvPicPr preferRelativeResize="0"/>
          <p:nvPr/>
        </p:nvPicPr>
        <p:blipFill rotWithShape="1">
          <a:blip r:embed="rId3">
            <a:alphaModFix/>
          </a:blip>
          <a:srcRect b="0" l="0" r="0" t="0"/>
          <a:stretch/>
        </p:blipFill>
        <p:spPr>
          <a:xfrm>
            <a:off x="585360" y="468720"/>
            <a:ext cx="8910000" cy="4733280"/>
          </a:xfrm>
          <a:prstGeom prst="rect">
            <a:avLst/>
          </a:prstGeom>
          <a:noFill/>
          <a:ln>
            <a:noFill/>
          </a:ln>
        </p:spPr>
      </p:pic>
      <p:sp>
        <p:nvSpPr>
          <p:cNvPr id="584" name="Google Shape;584;p36"/>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pic>
        <p:nvPicPr>
          <p:cNvPr id="589" name="Google Shape;589;p37"/>
          <p:cNvPicPr preferRelativeResize="0"/>
          <p:nvPr/>
        </p:nvPicPr>
        <p:blipFill rotWithShape="1">
          <a:blip r:embed="rId3">
            <a:alphaModFix/>
          </a:blip>
          <a:srcRect b="0" l="0" r="0" t="0"/>
          <a:stretch/>
        </p:blipFill>
        <p:spPr>
          <a:xfrm>
            <a:off x="2795760" y="720"/>
            <a:ext cx="4488840" cy="5668920"/>
          </a:xfrm>
          <a:prstGeom prst="rect">
            <a:avLst/>
          </a:prstGeom>
          <a:noFill/>
          <a:ln>
            <a:noFill/>
          </a:ln>
        </p:spPr>
      </p:pic>
      <p:sp>
        <p:nvSpPr>
          <p:cNvPr id="590" name="Google Shape;590;p37"/>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pic>
        <p:nvPicPr>
          <p:cNvPr id="595" name="Google Shape;595;p38"/>
          <p:cNvPicPr preferRelativeResize="0"/>
          <p:nvPr/>
        </p:nvPicPr>
        <p:blipFill rotWithShape="1">
          <a:blip r:embed="rId3">
            <a:alphaModFix/>
          </a:blip>
          <a:srcRect b="0" l="0" r="0" t="0"/>
          <a:stretch/>
        </p:blipFill>
        <p:spPr>
          <a:xfrm>
            <a:off x="672480" y="524160"/>
            <a:ext cx="8735760" cy="4622400"/>
          </a:xfrm>
          <a:prstGeom prst="rect">
            <a:avLst/>
          </a:prstGeom>
          <a:noFill/>
          <a:ln>
            <a:noFill/>
          </a:ln>
        </p:spPr>
      </p:pic>
      <p:sp>
        <p:nvSpPr>
          <p:cNvPr id="596" name="Google Shape;596;p38"/>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pic>
        <p:nvPicPr>
          <p:cNvPr id="601" name="Google Shape;601;p39"/>
          <p:cNvPicPr preferRelativeResize="0"/>
          <p:nvPr/>
        </p:nvPicPr>
        <p:blipFill rotWithShape="1">
          <a:blip r:embed="rId3">
            <a:alphaModFix/>
          </a:blip>
          <a:srcRect b="0" l="0" r="0" t="0"/>
          <a:stretch/>
        </p:blipFill>
        <p:spPr>
          <a:xfrm>
            <a:off x="720" y="2020789"/>
            <a:ext cx="10078918" cy="2005200"/>
          </a:xfrm>
          <a:prstGeom prst="rect">
            <a:avLst/>
          </a:prstGeom>
          <a:noFill/>
          <a:ln>
            <a:noFill/>
          </a:ln>
        </p:spPr>
      </p:pic>
      <p:sp>
        <p:nvSpPr>
          <p:cNvPr id="602" name="Google Shape;602;p39"/>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
        <p:nvSpPr>
          <p:cNvPr id="603" name="Google Shape;603;p39"/>
          <p:cNvSpPr txBox="1"/>
          <p:nvPr>
            <p:ph type="title"/>
          </p:nvPr>
        </p:nvSpPr>
        <p:spPr>
          <a:xfrm>
            <a:off x="1086786" y="910251"/>
            <a:ext cx="7743000" cy="979800"/>
          </a:xfrm>
          <a:prstGeom prst="rect">
            <a:avLst/>
          </a:prstGeom>
        </p:spPr>
        <p:txBody>
          <a:bodyPr anchorCtr="0" anchor="ctr" bIns="35425" lIns="70875" spcFirstLastPara="1" rIns="70875" wrap="square" tIns="35425">
            <a:normAutofit/>
          </a:bodyPr>
          <a:lstStyle/>
          <a:p>
            <a:pPr indent="0" lvl="0" marL="0" rtl="0" algn="l">
              <a:spcBef>
                <a:spcPts val="0"/>
              </a:spcBef>
              <a:spcAft>
                <a:spcPts val="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pic>
        <p:nvPicPr>
          <p:cNvPr id="608" name="Google Shape;608;p40"/>
          <p:cNvPicPr preferRelativeResize="0"/>
          <p:nvPr/>
        </p:nvPicPr>
        <p:blipFill rotWithShape="1">
          <a:blip r:embed="rId3">
            <a:alphaModFix/>
          </a:blip>
          <a:srcRect b="0" l="0" r="0" t="0"/>
          <a:stretch/>
        </p:blipFill>
        <p:spPr>
          <a:xfrm>
            <a:off x="11880" y="664200"/>
            <a:ext cx="10078920" cy="4343400"/>
          </a:xfrm>
          <a:prstGeom prst="rect">
            <a:avLst/>
          </a:prstGeom>
          <a:noFill/>
          <a:ln>
            <a:noFill/>
          </a:ln>
        </p:spPr>
      </p:pic>
      <p:pic>
        <p:nvPicPr>
          <p:cNvPr id="609" name="Google Shape;609;p40"/>
          <p:cNvPicPr preferRelativeResize="0"/>
          <p:nvPr/>
        </p:nvPicPr>
        <p:blipFill rotWithShape="1">
          <a:blip r:embed="rId4">
            <a:alphaModFix/>
          </a:blip>
          <a:srcRect b="0" l="0" r="0" t="0"/>
          <a:stretch/>
        </p:blipFill>
        <p:spPr>
          <a:xfrm>
            <a:off x="720" y="544680"/>
            <a:ext cx="10078920" cy="4581000"/>
          </a:xfrm>
          <a:prstGeom prst="rect">
            <a:avLst/>
          </a:prstGeom>
          <a:noFill/>
          <a:ln>
            <a:noFill/>
          </a:ln>
        </p:spPr>
      </p:pic>
      <p:sp>
        <p:nvSpPr>
          <p:cNvPr id="610" name="Google Shape;610;p40"/>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pic>
        <p:nvPicPr>
          <p:cNvPr id="615" name="Google Shape;615;p41"/>
          <p:cNvPicPr preferRelativeResize="0"/>
          <p:nvPr/>
        </p:nvPicPr>
        <p:blipFill rotWithShape="1">
          <a:blip r:embed="rId3">
            <a:alphaModFix/>
          </a:blip>
          <a:srcRect b="0" l="0" r="0" t="0"/>
          <a:stretch/>
        </p:blipFill>
        <p:spPr>
          <a:xfrm>
            <a:off x="720" y="632520"/>
            <a:ext cx="10078920" cy="4405320"/>
          </a:xfrm>
          <a:prstGeom prst="rect">
            <a:avLst/>
          </a:prstGeom>
          <a:noFill/>
          <a:ln>
            <a:noFill/>
          </a:ln>
        </p:spPr>
      </p:pic>
      <p:sp>
        <p:nvSpPr>
          <p:cNvPr id="616" name="Google Shape;616;p41"/>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pic>
        <p:nvPicPr>
          <p:cNvPr id="621" name="Google Shape;621;p42"/>
          <p:cNvPicPr preferRelativeResize="0"/>
          <p:nvPr/>
        </p:nvPicPr>
        <p:blipFill rotWithShape="1">
          <a:blip r:embed="rId3">
            <a:alphaModFix/>
          </a:blip>
          <a:srcRect b="0" l="0" r="0" t="0"/>
          <a:stretch/>
        </p:blipFill>
        <p:spPr>
          <a:xfrm>
            <a:off x="11880" y="696600"/>
            <a:ext cx="10078920" cy="4278960"/>
          </a:xfrm>
          <a:prstGeom prst="rect">
            <a:avLst/>
          </a:prstGeom>
          <a:noFill/>
          <a:ln>
            <a:noFill/>
          </a:ln>
        </p:spPr>
      </p:pic>
      <p:sp>
        <p:nvSpPr>
          <p:cNvPr id="622" name="Google Shape;622;p42"/>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pic>
        <p:nvPicPr>
          <p:cNvPr id="627" name="Google Shape;627;p43"/>
          <p:cNvPicPr preferRelativeResize="0"/>
          <p:nvPr/>
        </p:nvPicPr>
        <p:blipFill rotWithShape="1">
          <a:blip r:embed="rId3">
            <a:alphaModFix/>
          </a:blip>
          <a:srcRect b="0" l="0" r="0" t="0"/>
          <a:stretch/>
        </p:blipFill>
        <p:spPr>
          <a:xfrm>
            <a:off x="720" y="639360"/>
            <a:ext cx="10078920" cy="4391640"/>
          </a:xfrm>
          <a:prstGeom prst="rect">
            <a:avLst/>
          </a:prstGeom>
          <a:noFill/>
          <a:ln>
            <a:noFill/>
          </a:ln>
        </p:spPr>
      </p:pic>
      <p:sp>
        <p:nvSpPr>
          <p:cNvPr id="628" name="Google Shape;628;p43"/>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44"/>
          <p:cNvSpPr txBox="1"/>
          <p:nvPr>
            <p:ph type="title"/>
          </p:nvPr>
        </p:nvSpPr>
        <p:spPr>
          <a:xfrm>
            <a:off x="1086786" y="910251"/>
            <a:ext cx="7743000" cy="13545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4400" u="none" strike="noStrike">
                <a:solidFill>
                  <a:srgbClr val="000000"/>
                </a:solidFill>
                <a:latin typeface="Arial"/>
                <a:ea typeface="Arial"/>
                <a:cs typeface="Arial"/>
                <a:sym typeface="Arial"/>
              </a:rPr>
              <a:t>Del archivo gráfico al objeto visible</a:t>
            </a:r>
            <a:endParaRPr b="0" sz="4400" u="none" strike="noStrike">
              <a:solidFill>
                <a:srgbClr val="000000"/>
              </a:solidFill>
              <a:latin typeface="Arial"/>
              <a:ea typeface="Arial"/>
              <a:cs typeface="Arial"/>
              <a:sym typeface="Arial"/>
            </a:endParaRPr>
          </a:p>
        </p:txBody>
      </p:sp>
      <p:sp>
        <p:nvSpPr>
          <p:cNvPr id="634" name="Google Shape;634;p44"/>
          <p:cNvSpPr txBox="1"/>
          <p:nvPr>
            <p:ph idx="1" type="body"/>
          </p:nvPr>
        </p:nvSpPr>
        <p:spPr>
          <a:xfrm>
            <a:off x="1102537" y="2334896"/>
            <a:ext cx="7743000" cy="2740500"/>
          </a:xfrm>
          <a:prstGeom prst="rect">
            <a:avLst/>
          </a:prstGeom>
          <a:noFill/>
          <a:ln>
            <a:noFill/>
          </a:ln>
        </p:spPr>
        <p:txBody>
          <a:bodyPr anchorCtr="0" anchor="t" bIns="0" lIns="0" spcFirstLastPara="1" rIns="0" wrap="square" tIns="0">
            <a:normAutofit fontScale="62500" lnSpcReduction="20000"/>
          </a:bodyPr>
          <a:lstStyle/>
          <a:p>
            <a:pPr indent="-303426" lvl="0" marL="432000" marR="0" rtl="0" algn="l">
              <a:lnSpc>
                <a:spcPct val="100000"/>
              </a:lnSpc>
              <a:spcBef>
                <a:spcPts val="0"/>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Creamos un GameObject vacío para el fondo, otro para la roca, los renombramos “Fondo” y “Roca”, les damos SpriteRenderers y les añadimos los sprites pertinentes.</a:t>
            </a:r>
            <a:endParaRPr b="0" i="0" sz="3200" u="none" cap="none" strike="noStrike">
              <a:solidFill>
                <a:srgbClr val="000000"/>
              </a:solidFill>
              <a:latin typeface="Arial"/>
              <a:ea typeface="Arial"/>
              <a:cs typeface="Arial"/>
              <a:sym typeface="Arial"/>
            </a:endParaRPr>
          </a:p>
          <a:p>
            <a:pPr indent="-303426"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Creamos un GameObject vacío y lo renombramos “Decorado”.</a:t>
            </a:r>
            <a:endParaRPr b="0" i="0" sz="3200" u="none" cap="none" strike="noStrike">
              <a:solidFill>
                <a:srgbClr val="000000"/>
              </a:solidFill>
              <a:latin typeface="Arial"/>
              <a:ea typeface="Arial"/>
              <a:cs typeface="Arial"/>
              <a:sym typeface="Arial"/>
            </a:endParaRPr>
          </a:p>
          <a:p>
            <a:pPr indent="-303426"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Hacemos Fondo y Roca hijos de Decorado.</a:t>
            </a:r>
            <a:endParaRPr b="0" i="0" sz="3200" u="none" cap="none" strike="noStrike">
              <a:solidFill>
                <a:srgbClr val="000000"/>
              </a:solidFill>
              <a:latin typeface="Arial"/>
              <a:ea typeface="Arial"/>
              <a:cs typeface="Arial"/>
              <a:sym typeface="Arial"/>
            </a:endParaRPr>
          </a:p>
          <a:p>
            <a:pPr indent="-303426"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Probamos a mover Decorado para ver el efecto padre-hijo y deshacemos el movimiento.</a:t>
            </a:r>
            <a:endParaRPr b="0" i="0" sz="3200" u="none" cap="none" strike="noStrike">
              <a:solidFill>
                <a:srgbClr val="000000"/>
              </a:solidFill>
              <a:latin typeface="Arial"/>
              <a:ea typeface="Arial"/>
              <a:cs typeface="Arial"/>
              <a:sym typeface="Arial"/>
            </a:endParaRPr>
          </a:p>
          <a:p>
            <a:pPr indent="-303426"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Le ponemos a Fondo el valor -10 en Order in Layer.</a:t>
            </a:r>
            <a:endParaRPr b="0" i="0" sz="3200" u="none" cap="none" strike="noStrike">
              <a:solidFill>
                <a:srgbClr val="000000"/>
              </a:solidFill>
              <a:latin typeface="Arial"/>
              <a:ea typeface="Arial"/>
              <a:cs typeface="Arial"/>
              <a:sym typeface="Arial"/>
            </a:endParaRPr>
          </a:p>
        </p:txBody>
      </p:sp>
      <p:sp>
        <p:nvSpPr>
          <p:cNvPr id="635" name="Google Shape;635;p44"/>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pic>
        <p:nvPicPr>
          <p:cNvPr id="640" name="Google Shape;640;p45"/>
          <p:cNvPicPr preferRelativeResize="0"/>
          <p:nvPr/>
        </p:nvPicPr>
        <p:blipFill rotWithShape="1">
          <a:blip r:embed="rId3">
            <a:alphaModFix/>
          </a:blip>
          <a:srcRect b="0" l="0" r="0" t="0"/>
          <a:stretch/>
        </p:blipFill>
        <p:spPr>
          <a:xfrm>
            <a:off x="720" y="664200"/>
            <a:ext cx="10078920" cy="4341960"/>
          </a:xfrm>
          <a:prstGeom prst="rect">
            <a:avLst/>
          </a:prstGeom>
          <a:noFill/>
          <a:ln>
            <a:noFill/>
          </a:ln>
        </p:spPr>
      </p:pic>
      <p:sp>
        <p:nvSpPr>
          <p:cNvPr id="641" name="Google Shape;641;p45"/>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pic>
        <p:nvPicPr>
          <p:cNvPr id="646" name="Google Shape;646;p46"/>
          <p:cNvPicPr preferRelativeResize="0"/>
          <p:nvPr/>
        </p:nvPicPr>
        <p:blipFill rotWithShape="1">
          <a:blip r:embed="rId3">
            <a:alphaModFix/>
          </a:blip>
          <a:srcRect b="0" l="0" r="0" t="0"/>
          <a:stretch/>
        </p:blipFill>
        <p:spPr>
          <a:xfrm>
            <a:off x="720" y="1167480"/>
            <a:ext cx="10078920" cy="3335760"/>
          </a:xfrm>
          <a:prstGeom prst="rect">
            <a:avLst/>
          </a:prstGeom>
          <a:noFill/>
          <a:ln>
            <a:noFill/>
          </a:ln>
        </p:spPr>
      </p:pic>
      <p:sp>
        <p:nvSpPr>
          <p:cNvPr id="647" name="Google Shape;647;p46"/>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pic>
        <p:nvPicPr>
          <p:cNvPr id="652" name="Google Shape;652;p47"/>
          <p:cNvPicPr preferRelativeResize="0"/>
          <p:nvPr/>
        </p:nvPicPr>
        <p:blipFill rotWithShape="1">
          <a:blip r:embed="rId3">
            <a:alphaModFix/>
          </a:blip>
          <a:srcRect b="0" l="0" r="0" t="0"/>
          <a:stretch/>
        </p:blipFill>
        <p:spPr>
          <a:xfrm>
            <a:off x="-4320" y="1130760"/>
            <a:ext cx="10078920" cy="3393720"/>
          </a:xfrm>
          <a:prstGeom prst="rect">
            <a:avLst/>
          </a:prstGeom>
          <a:noFill/>
          <a:ln>
            <a:noFill/>
          </a:ln>
        </p:spPr>
      </p:pic>
      <p:sp>
        <p:nvSpPr>
          <p:cNvPr id="653" name="Google Shape;653;p47"/>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pic>
        <p:nvPicPr>
          <p:cNvPr id="658" name="Google Shape;658;p48"/>
          <p:cNvPicPr preferRelativeResize="0"/>
          <p:nvPr/>
        </p:nvPicPr>
        <p:blipFill rotWithShape="1">
          <a:blip r:embed="rId3">
            <a:alphaModFix/>
          </a:blip>
          <a:srcRect b="0" l="0" r="0" t="0"/>
          <a:stretch/>
        </p:blipFill>
        <p:spPr>
          <a:xfrm>
            <a:off x="720" y="646920"/>
            <a:ext cx="10078920" cy="4376520"/>
          </a:xfrm>
          <a:prstGeom prst="rect">
            <a:avLst/>
          </a:prstGeom>
          <a:noFill/>
          <a:ln>
            <a:noFill/>
          </a:ln>
        </p:spPr>
      </p:pic>
      <p:sp>
        <p:nvSpPr>
          <p:cNvPr id="659" name="Google Shape;659;p48"/>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49"/>
          <p:cNvSpPr txBox="1"/>
          <p:nvPr>
            <p:ph type="title"/>
          </p:nvPr>
        </p:nvSpPr>
        <p:spPr>
          <a:xfrm>
            <a:off x="1086786" y="910251"/>
            <a:ext cx="7743000" cy="4002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2600" u="none" strike="noStrike">
                <a:solidFill>
                  <a:srgbClr val="000000"/>
                </a:solidFill>
                <a:latin typeface="Arial"/>
                <a:ea typeface="Arial"/>
                <a:cs typeface="Arial"/>
                <a:sym typeface="Arial"/>
              </a:rPr>
              <a:t>De la  escena a Game View: renderizado y Camera</a:t>
            </a:r>
            <a:endParaRPr b="0" sz="2600" u="none" strike="noStrike">
              <a:solidFill>
                <a:srgbClr val="000000"/>
              </a:solidFill>
              <a:latin typeface="Arial"/>
              <a:ea typeface="Arial"/>
              <a:cs typeface="Arial"/>
              <a:sym typeface="Arial"/>
            </a:endParaRPr>
          </a:p>
        </p:txBody>
      </p:sp>
      <p:sp>
        <p:nvSpPr>
          <p:cNvPr id="665" name="Google Shape;665;p49"/>
          <p:cNvSpPr/>
          <p:nvPr/>
        </p:nvSpPr>
        <p:spPr>
          <a:xfrm>
            <a:off x="515880" y="1339920"/>
            <a:ext cx="2889000" cy="302400"/>
          </a:xfrm>
          <a:prstGeom prst="rect">
            <a:avLst/>
          </a:prstGeom>
          <a:solidFill>
            <a:srgbClr val="111827"/>
          </a:solidFill>
          <a:ln cap="flat" cmpd="sng" w="12700">
            <a:solidFill>
              <a:srgbClr val="111827"/>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450" u="none" strike="noStrike">
                <a:solidFill>
                  <a:srgbClr val="FFFFFF"/>
                </a:solidFill>
                <a:latin typeface="Arial"/>
                <a:ea typeface="Arial"/>
                <a:cs typeface="Arial"/>
                <a:sym typeface="Arial"/>
              </a:rPr>
              <a:t>El desarrollador configura</a:t>
            </a:r>
            <a:endParaRPr b="0" sz="1450" u="none" strike="noStrike">
              <a:solidFill>
                <a:srgbClr val="FFFFFF"/>
              </a:solidFill>
              <a:latin typeface="Arial"/>
              <a:ea typeface="Arial"/>
              <a:cs typeface="Arial"/>
              <a:sym typeface="Arial"/>
            </a:endParaRPr>
          </a:p>
        </p:txBody>
      </p:sp>
      <p:sp>
        <p:nvSpPr>
          <p:cNvPr id="666" name="Google Shape;666;p49"/>
          <p:cNvSpPr/>
          <p:nvPr/>
        </p:nvSpPr>
        <p:spPr>
          <a:xfrm>
            <a:off x="588240" y="1845720"/>
            <a:ext cx="2744280" cy="649440"/>
          </a:xfrm>
          <a:prstGeom prst="rect">
            <a:avLst/>
          </a:prstGeom>
          <a:solidFill>
            <a:srgbClr val="FFFFFF"/>
          </a:solidFill>
          <a:ln cap="flat" cmpd="sng" w="12700">
            <a:solidFill>
              <a:srgbClr val="8B5CF6"/>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500" u="none" strike="noStrike">
                <a:solidFill>
                  <a:srgbClr val="1F2937"/>
                </a:solidFill>
                <a:latin typeface="Arial"/>
                <a:ea typeface="Arial"/>
                <a:cs typeface="Arial"/>
                <a:sym typeface="Arial"/>
              </a:rPr>
              <a:t>Scene + GameObjects</a:t>
            </a:r>
            <a:endParaRPr b="0" sz="15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500" u="none" strike="noStrike">
                <a:solidFill>
                  <a:srgbClr val="1F2937"/>
                </a:solidFill>
                <a:latin typeface="Arial"/>
                <a:ea typeface="Arial"/>
                <a:cs typeface="Arial"/>
                <a:sym typeface="Arial"/>
              </a:rPr>
              <a:t>+ Components + Camera</a:t>
            </a:r>
            <a:endParaRPr b="0" sz="1500" u="none" strike="noStrike">
              <a:solidFill>
                <a:srgbClr val="000000"/>
              </a:solidFill>
              <a:latin typeface="Arial"/>
              <a:ea typeface="Arial"/>
              <a:cs typeface="Arial"/>
              <a:sym typeface="Arial"/>
            </a:endParaRPr>
          </a:p>
        </p:txBody>
      </p:sp>
      <p:cxnSp>
        <p:nvCxnSpPr>
          <p:cNvPr id="667" name="Google Shape;667;p49"/>
          <p:cNvCxnSpPr/>
          <p:nvPr/>
        </p:nvCxnSpPr>
        <p:spPr>
          <a:xfrm>
            <a:off x="1960920" y="2532240"/>
            <a:ext cx="360" cy="325080"/>
          </a:xfrm>
          <a:prstGeom prst="straightConnector1">
            <a:avLst/>
          </a:prstGeom>
          <a:noFill/>
          <a:ln cap="flat" cmpd="sng" w="16500">
            <a:solidFill>
              <a:srgbClr val="6B7280"/>
            </a:solidFill>
            <a:prstDash val="solid"/>
            <a:round/>
            <a:headEnd len="sm" w="sm" type="none"/>
            <a:tailEnd len="med" w="med" type="triangle"/>
          </a:ln>
        </p:spPr>
      </p:cxnSp>
      <p:sp>
        <p:nvSpPr>
          <p:cNvPr id="668" name="Google Shape;668;p49"/>
          <p:cNvSpPr/>
          <p:nvPr/>
        </p:nvSpPr>
        <p:spPr>
          <a:xfrm>
            <a:off x="624600" y="2893680"/>
            <a:ext cx="2671920" cy="302040"/>
          </a:xfrm>
          <a:prstGeom prst="rect">
            <a:avLst/>
          </a:prstGeom>
          <a:solidFill>
            <a:srgbClr val="8B5CF6"/>
          </a:solidFill>
          <a:ln cap="flat" cmpd="sng" w="12700">
            <a:solidFill>
              <a:srgbClr val="8B5CF6"/>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450" u="none" strike="noStrike">
                <a:solidFill>
                  <a:srgbClr val="FFFFFF"/>
                </a:solidFill>
                <a:latin typeface="Arial"/>
                <a:ea typeface="Arial"/>
                <a:cs typeface="Arial"/>
                <a:sym typeface="Arial"/>
              </a:rPr>
              <a:t>Unity renderiza</a:t>
            </a:r>
            <a:endParaRPr b="0" sz="1450" u="none" strike="noStrike">
              <a:solidFill>
                <a:srgbClr val="FFFFFF"/>
              </a:solidFill>
              <a:latin typeface="Arial"/>
              <a:ea typeface="Arial"/>
              <a:cs typeface="Arial"/>
              <a:sym typeface="Arial"/>
            </a:endParaRPr>
          </a:p>
        </p:txBody>
      </p:sp>
      <p:sp>
        <p:nvSpPr>
          <p:cNvPr id="669" name="Google Shape;669;p49"/>
          <p:cNvSpPr/>
          <p:nvPr/>
        </p:nvSpPr>
        <p:spPr>
          <a:xfrm>
            <a:off x="660240" y="3435480"/>
            <a:ext cx="396720" cy="302400"/>
          </a:xfrm>
          <a:prstGeom prst="rect">
            <a:avLst/>
          </a:prstGeom>
          <a:solidFill>
            <a:srgbClr val="E0F2FE"/>
          </a:solidFill>
          <a:ln cap="flat" cmpd="sng" w="12700">
            <a:solidFill>
              <a:srgbClr val="2D9CD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70" name="Google Shape;670;p49"/>
          <p:cNvSpPr/>
          <p:nvPr/>
        </p:nvSpPr>
        <p:spPr>
          <a:xfrm>
            <a:off x="1223640" y="3435480"/>
            <a:ext cx="396720" cy="302400"/>
          </a:xfrm>
          <a:prstGeom prst="rect">
            <a:avLst/>
          </a:prstGeom>
          <a:solidFill>
            <a:srgbClr val="E0F2FE"/>
          </a:solidFill>
          <a:ln cap="flat" cmpd="sng" w="12700">
            <a:solidFill>
              <a:srgbClr val="2D9CD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71" name="Google Shape;671;p49"/>
          <p:cNvSpPr/>
          <p:nvPr/>
        </p:nvSpPr>
        <p:spPr>
          <a:xfrm>
            <a:off x="1787400" y="3435480"/>
            <a:ext cx="396360" cy="302400"/>
          </a:xfrm>
          <a:prstGeom prst="rect">
            <a:avLst/>
          </a:prstGeom>
          <a:solidFill>
            <a:srgbClr val="E0F2FE"/>
          </a:solidFill>
          <a:ln cap="flat" cmpd="sng" w="12700">
            <a:solidFill>
              <a:srgbClr val="2D9CD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72" name="Google Shape;672;p49"/>
          <p:cNvSpPr/>
          <p:nvPr/>
        </p:nvSpPr>
        <p:spPr>
          <a:xfrm>
            <a:off x="2350800" y="3435480"/>
            <a:ext cx="396720" cy="302400"/>
          </a:xfrm>
          <a:prstGeom prst="rect">
            <a:avLst/>
          </a:prstGeom>
          <a:solidFill>
            <a:srgbClr val="E0F2FE"/>
          </a:solidFill>
          <a:ln cap="flat" cmpd="sng" w="12700">
            <a:solidFill>
              <a:srgbClr val="2D9CD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73" name="Google Shape;673;p49"/>
          <p:cNvSpPr/>
          <p:nvPr/>
        </p:nvSpPr>
        <p:spPr>
          <a:xfrm>
            <a:off x="660240" y="3818160"/>
            <a:ext cx="2094120" cy="201240"/>
          </a:xfrm>
          <a:prstGeom prst="rect">
            <a:avLst/>
          </a:prstGeom>
          <a:noFill/>
          <a:ln>
            <a:noFill/>
          </a:ln>
        </p:spPr>
        <p:txBody>
          <a:bodyPr anchorCtr="0" anchor="ctr" bIns="350" lIns="350" spcFirstLastPara="1" rIns="350" wrap="square" tIns="350">
            <a:normAutofit/>
          </a:bodyPr>
          <a:lstStyle/>
          <a:p>
            <a:pPr indent="0" lvl="0" marL="0" marR="0" rtl="0" algn="l">
              <a:lnSpc>
                <a:spcPct val="100000"/>
              </a:lnSpc>
              <a:spcBef>
                <a:spcPts val="0"/>
              </a:spcBef>
              <a:spcAft>
                <a:spcPts val="0"/>
              </a:spcAft>
              <a:buNone/>
            </a:pPr>
            <a:r>
              <a:rPr b="0" lang="es-ES" sz="1220" u="none" strike="noStrike">
                <a:solidFill>
                  <a:srgbClr val="6B7280"/>
                </a:solidFill>
                <a:latin typeface="Arial"/>
                <a:ea typeface="Arial"/>
                <a:cs typeface="Arial"/>
                <a:sym typeface="Arial"/>
              </a:rPr>
              <a:t>frame → frame → frame → ...</a:t>
            </a:r>
            <a:endParaRPr b="0" sz="1220" u="none" strike="noStrike">
              <a:solidFill>
                <a:srgbClr val="000000"/>
              </a:solidFill>
              <a:latin typeface="Arial"/>
              <a:ea typeface="Arial"/>
              <a:cs typeface="Arial"/>
              <a:sym typeface="Arial"/>
            </a:endParaRPr>
          </a:p>
        </p:txBody>
      </p:sp>
      <p:cxnSp>
        <p:nvCxnSpPr>
          <p:cNvPr id="674" name="Google Shape;674;p49"/>
          <p:cNvCxnSpPr/>
          <p:nvPr/>
        </p:nvCxnSpPr>
        <p:spPr>
          <a:xfrm>
            <a:off x="1960920" y="4013280"/>
            <a:ext cx="360" cy="288720"/>
          </a:xfrm>
          <a:prstGeom prst="straightConnector1">
            <a:avLst/>
          </a:prstGeom>
          <a:noFill/>
          <a:ln cap="flat" cmpd="sng" w="16500">
            <a:solidFill>
              <a:srgbClr val="6B7280"/>
            </a:solidFill>
            <a:prstDash val="solid"/>
            <a:round/>
            <a:headEnd len="sm" w="sm" type="none"/>
            <a:tailEnd len="med" w="med" type="triangle"/>
          </a:ln>
        </p:spPr>
      </p:cxnSp>
      <p:sp>
        <p:nvSpPr>
          <p:cNvPr id="675" name="Google Shape;675;p49"/>
          <p:cNvSpPr/>
          <p:nvPr/>
        </p:nvSpPr>
        <p:spPr>
          <a:xfrm>
            <a:off x="624600" y="4338720"/>
            <a:ext cx="2671920" cy="360000"/>
          </a:xfrm>
          <a:prstGeom prst="rect">
            <a:avLst/>
          </a:prstGeom>
          <a:solidFill>
            <a:srgbClr val="111827"/>
          </a:solidFill>
          <a:ln cap="flat" cmpd="sng" w="12700">
            <a:solidFill>
              <a:srgbClr val="111827"/>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600" u="none" strike="noStrike">
                <a:solidFill>
                  <a:srgbClr val="FFFFFF"/>
                </a:solidFill>
                <a:latin typeface="Arial"/>
                <a:ea typeface="Arial"/>
                <a:cs typeface="Arial"/>
                <a:sym typeface="Arial"/>
              </a:rPr>
              <a:t>Game View</a:t>
            </a:r>
            <a:endParaRPr b="0" sz="1600" u="none" strike="noStrike">
              <a:solidFill>
                <a:srgbClr val="FFFFFF"/>
              </a:solidFill>
              <a:latin typeface="Arial"/>
              <a:ea typeface="Arial"/>
              <a:cs typeface="Arial"/>
              <a:sym typeface="Arial"/>
            </a:endParaRPr>
          </a:p>
        </p:txBody>
      </p:sp>
      <p:sp>
        <p:nvSpPr>
          <p:cNvPr id="676" name="Google Shape;676;p49"/>
          <p:cNvSpPr/>
          <p:nvPr/>
        </p:nvSpPr>
        <p:spPr>
          <a:xfrm>
            <a:off x="479880" y="4880160"/>
            <a:ext cx="3069360" cy="72144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l">
              <a:lnSpc>
                <a:spcPct val="80001"/>
              </a:lnSpc>
              <a:spcBef>
                <a:spcPts val="0"/>
              </a:spcBef>
              <a:spcAft>
                <a:spcPts val="0"/>
              </a:spcAft>
              <a:buNone/>
            </a:pPr>
            <a:r>
              <a:rPr b="0" lang="es-ES" sz="700" u="none" strike="noStrike">
                <a:solidFill>
                  <a:srgbClr val="1F2937"/>
                </a:solidFill>
                <a:latin typeface="Arial"/>
                <a:ea typeface="Arial"/>
                <a:cs typeface="Arial"/>
                <a:sym typeface="Arial"/>
              </a:rPr>
              <a:t>Renderizar</a:t>
            </a:r>
            <a:endParaRPr b="0" sz="700" u="none" strike="noStrike">
              <a:solidFill>
                <a:srgbClr val="000000"/>
              </a:solidFill>
              <a:latin typeface="Arial"/>
              <a:ea typeface="Arial"/>
              <a:cs typeface="Arial"/>
              <a:sym typeface="Arial"/>
            </a:endParaRPr>
          </a:p>
          <a:p>
            <a:pPr indent="0" lvl="0" marL="0" marR="0" rtl="0" algn="l">
              <a:lnSpc>
                <a:spcPct val="80001"/>
              </a:lnSpc>
              <a:spcBef>
                <a:spcPts val="0"/>
              </a:spcBef>
              <a:spcAft>
                <a:spcPts val="0"/>
              </a:spcAft>
              <a:buNone/>
            </a:pPr>
            <a:r>
              <a:rPr b="0" lang="es-ES" sz="700" u="none" strike="noStrike">
                <a:solidFill>
                  <a:srgbClr val="1F2937"/>
                </a:solidFill>
                <a:latin typeface="Arial"/>
                <a:ea typeface="Arial"/>
                <a:cs typeface="Arial"/>
                <a:sym typeface="Arial"/>
              </a:rPr>
              <a:t>Generar la representación visual de un frame.</a:t>
            </a:r>
            <a:endParaRPr b="0" sz="700" u="none" strike="noStrike">
              <a:solidFill>
                <a:srgbClr val="000000"/>
              </a:solidFill>
              <a:latin typeface="Arial"/>
              <a:ea typeface="Arial"/>
              <a:cs typeface="Arial"/>
              <a:sym typeface="Arial"/>
            </a:endParaRPr>
          </a:p>
          <a:p>
            <a:pPr indent="0" lvl="0" marL="0" marR="0" rtl="0" algn="l">
              <a:lnSpc>
                <a:spcPct val="80001"/>
              </a:lnSpc>
              <a:spcBef>
                <a:spcPts val="0"/>
              </a:spcBef>
              <a:spcAft>
                <a:spcPts val="0"/>
              </a:spcAft>
              <a:buNone/>
            </a:pPr>
            <a:r>
              <a:t/>
            </a:r>
            <a:endParaRPr b="0" sz="700" u="none" strike="noStrike">
              <a:solidFill>
                <a:srgbClr val="000000"/>
              </a:solidFill>
              <a:latin typeface="Arial"/>
              <a:ea typeface="Arial"/>
              <a:cs typeface="Arial"/>
              <a:sym typeface="Arial"/>
            </a:endParaRPr>
          </a:p>
          <a:p>
            <a:pPr indent="0" lvl="0" marL="0" marR="0" rtl="0" algn="l">
              <a:lnSpc>
                <a:spcPct val="80001"/>
              </a:lnSpc>
              <a:spcBef>
                <a:spcPts val="0"/>
              </a:spcBef>
              <a:spcAft>
                <a:spcPts val="0"/>
              </a:spcAft>
              <a:buNone/>
            </a:pPr>
            <a:r>
              <a:rPr b="0" lang="es-ES" sz="700" u="none" strike="noStrike">
                <a:solidFill>
                  <a:srgbClr val="1F2937"/>
                </a:solidFill>
                <a:latin typeface="Arial"/>
                <a:ea typeface="Arial"/>
                <a:cs typeface="Arial"/>
                <a:sym typeface="Arial"/>
              </a:rPr>
              <a:t>Tiempo real: durante la ejecución.</a:t>
            </a:r>
            <a:endParaRPr b="0" sz="700" u="none" strike="noStrike">
              <a:solidFill>
                <a:srgbClr val="000000"/>
              </a:solidFill>
              <a:latin typeface="Arial"/>
              <a:ea typeface="Arial"/>
              <a:cs typeface="Arial"/>
              <a:sym typeface="Arial"/>
            </a:endParaRPr>
          </a:p>
          <a:p>
            <a:pPr indent="0" lvl="0" marL="0" marR="0" rtl="0" algn="l">
              <a:lnSpc>
                <a:spcPct val="80001"/>
              </a:lnSpc>
              <a:spcBef>
                <a:spcPts val="0"/>
              </a:spcBef>
              <a:spcAft>
                <a:spcPts val="0"/>
              </a:spcAft>
              <a:buNone/>
            </a:pPr>
            <a:r>
              <a:rPr b="0" lang="es-ES" sz="700" u="none" strike="noStrike">
                <a:solidFill>
                  <a:srgbClr val="1F2937"/>
                </a:solidFill>
                <a:latin typeface="Arial"/>
                <a:ea typeface="Arial"/>
                <a:cs typeface="Arial"/>
                <a:sym typeface="Arial"/>
              </a:rPr>
              <a:t>Offline: mucho más tiempo por imagen.</a:t>
            </a:r>
            <a:endParaRPr b="0" sz="700" u="none" strike="noStrike">
              <a:solidFill>
                <a:srgbClr val="000000"/>
              </a:solidFill>
              <a:latin typeface="Arial"/>
              <a:ea typeface="Arial"/>
              <a:cs typeface="Arial"/>
              <a:sym typeface="Arial"/>
            </a:endParaRPr>
          </a:p>
          <a:p>
            <a:pPr indent="0" lvl="0" marL="0" marR="0" rtl="0" algn="l">
              <a:lnSpc>
                <a:spcPct val="80001"/>
              </a:lnSpc>
              <a:spcBef>
                <a:spcPts val="0"/>
              </a:spcBef>
              <a:spcAft>
                <a:spcPts val="0"/>
              </a:spcAft>
              <a:buNone/>
            </a:pPr>
            <a:r>
              <a:t/>
            </a:r>
            <a:endParaRPr b="0" sz="700" u="none" strike="noStrike">
              <a:solidFill>
                <a:srgbClr val="000000"/>
              </a:solidFill>
              <a:latin typeface="Arial"/>
              <a:ea typeface="Arial"/>
              <a:cs typeface="Arial"/>
              <a:sym typeface="Arial"/>
            </a:endParaRPr>
          </a:p>
          <a:p>
            <a:pPr indent="0" lvl="0" marL="0" marR="0" rtl="0" algn="l">
              <a:lnSpc>
                <a:spcPct val="80001"/>
              </a:lnSpc>
              <a:spcBef>
                <a:spcPts val="0"/>
              </a:spcBef>
              <a:spcAft>
                <a:spcPts val="0"/>
              </a:spcAft>
              <a:buNone/>
            </a:pPr>
            <a:r>
              <a:rPr b="0" lang="es-ES" sz="700" u="none" strike="noStrike">
                <a:solidFill>
                  <a:srgbClr val="1F2937"/>
                </a:solidFill>
                <a:latin typeface="Arial"/>
                <a:ea typeface="Arial"/>
                <a:cs typeface="Arial"/>
                <a:sym typeface="Arial"/>
              </a:rPr>
              <a:t>Renderizar ≠ exportar</a:t>
            </a:r>
            <a:endParaRPr b="0" sz="700" u="none" strike="noStrike">
              <a:solidFill>
                <a:srgbClr val="000000"/>
              </a:solidFill>
              <a:latin typeface="Arial"/>
              <a:ea typeface="Arial"/>
              <a:cs typeface="Arial"/>
              <a:sym typeface="Arial"/>
            </a:endParaRPr>
          </a:p>
        </p:txBody>
      </p:sp>
      <p:sp>
        <p:nvSpPr>
          <p:cNvPr id="677" name="Google Shape;677;p49"/>
          <p:cNvSpPr/>
          <p:nvPr/>
        </p:nvSpPr>
        <p:spPr>
          <a:xfrm>
            <a:off x="3803400" y="1339920"/>
            <a:ext cx="2310480" cy="302400"/>
          </a:xfrm>
          <a:prstGeom prst="rect">
            <a:avLst/>
          </a:prstGeom>
          <a:solidFill>
            <a:srgbClr val="111827"/>
          </a:solidFill>
          <a:ln cap="flat" cmpd="sng" w="12700">
            <a:solidFill>
              <a:srgbClr val="111827"/>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80001"/>
              </a:lnSpc>
              <a:spcBef>
                <a:spcPts val="0"/>
              </a:spcBef>
              <a:spcAft>
                <a:spcPts val="0"/>
              </a:spcAft>
              <a:buNone/>
            </a:pPr>
            <a:r>
              <a:rPr b="1" lang="es-ES" sz="1124" u="none" strike="noStrike">
                <a:solidFill>
                  <a:srgbClr val="FFFFFF"/>
                </a:solidFill>
                <a:latin typeface="Arial"/>
                <a:ea typeface="Arial"/>
                <a:cs typeface="Arial"/>
                <a:sym typeface="Arial"/>
              </a:rPr>
              <a:t>Scene View ≠ Game View</a:t>
            </a:r>
            <a:endParaRPr b="0" sz="1124" u="none" strike="noStrike">
              <a:solidFill>
                <a:srgbClr val="FFFFFF"/>
              </a:solidFill>
              <a:latin typeface="Arial"/>
              <a:ea typeface="Arial"/>
              <a:cs typeface="Arial"/>
              <a:sym typeface="Arial"/>
            </a:endParaRPr>
          </a:p>
        </p:txBody>
      </p:sp>
      <p:sp>
        <p:nvSpPr>
          <p:cNvPr id="678" name="Google Shape;678;p49"/>
          <p:cNvSpPr/>
          <p:nvPr/>
        </p:nvSpPr>
        <p:spPr>
          <a:xfrm>
            <a:off x="3875760" y="1845720"/>
            <a:ext cx="2238120" cy="1588680"/>
          </a:xfrm>
          <a:prstGeom prst="rect">
            <a:avLst/>
          </a:prstGeom>
          <a:solidFill>
            <a:srgbClr val="E0F2FE"/>
          </a:solidFill>
          <a:ln cap="flat" cmpd="sng" w="15225">
            <a:solidFill>
              <a:srgbClr val="93C5FD"/>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b="0" sz="1800" u="none" strike="noStrike">
              <a:solidFill>
                <a:schemeClr val="dk1"/>
              </a:solidFill>
              <a:latin typeface="Arial"/>
              <a:ea typeface="Arial"/>
              <a:cs typeface="Arial"/>
              <a:sym typeface="Arial"/>
            </a:endParaRPr>
          </a:p>
        </p:txBody>
      </p:sp>
      <p:sp>
        <p:nvSpPr>
          <p:cNvPr id="679" name="Google Shape;679;p49"/>
          <p:cNvSpPr/>
          <p:nvPr/>
        </p:nvSpPr>
        <p:spPr>
          <a:xfrm>
            <a:off x="4144320" y="2084040"/>
            <a:ext cx="1701000" cy="1111680"/>
          </a:xfrm>
          <a:prstGeom prst="rect">
            <a:avLst/>
          </a:prstGeom>
          <a:solidFill>
            <a:srgbClr val="DCFCE7"/>
          </a:solidFill>
          <a:ln cap="flat" cmpd="sng" w="12700">
            <a:solidFill>
              <a:srgbClr val="BBF7D0"/>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80" name="Google Shape;680;p49"/>
          <p:cNvSpPr/>
          <p:nvPr/>
        </p:nvSpPr>
        <p:spPr>
          <a:xfrm>
            <a:off x="4860720" y="2513520"/>
            <a:ext cx="267840" cy="267480"/>
          </a:xfrm>
          <a:prstGeom prst="ellipse">
            <a:avLst/>
          </a:prstGeom>
          <a:solidFill>
            <a:srgbClr val="F59E0B"/>
          </a:solidFill>
          <a:ln cap="flat" cmpd="sng" w="12700">
            <a:solidFill>
              <a:srgbClr val="B45309"/>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81" name="Google Shape;681;p49"/>
          <p:cNvSpPr/>
          <p:nvPr/>
        </p:nvSpPr>
        <p:spPr>
          <a:xfrm>
            <a:off x="4368240" y="2259000"/>
            <a:ext cx="245160" cy="245160"/>
          </a:xfrm>
          <a:prstGeom prst="hexagon">
            <a:avLst>
              <a:gd fmla="val 25000" name="adj"/>
              <a:gd fmla="val 115470" name="vf"/>
            </a:avLst>
          </a:prstGeom>
          <a:solidFill>
            <a:srgbClr val="9CA3AF"/>
          </a:solidFill>
          <a:ln cap="flat" cmpd="sng" w="12700">
            <a:solidFill>
              <a:srgbClr val="4B556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82" name="Google Shape;682;p49"/>
          <p:cNvSpPr/>
          <p:nvPr/>
        </p:nvSpPr>
        <p:spPr>
          <a:xfrm>
            <a:off x="5398200" y="2322360"/>
            <a:ext cx="245160" cy="245160"/>
          </a:xfrm>
          <a:prstGeom prst="hexagon">
            <a:avLst>
              <a:gd fmla="val 25000" name="adj"/>
              <a:gd fmla="val 115470" name="vf"/>
            </a:avLst>
          </a:prstGeom>
          <a:solidFill>
            <a:srgbClr val="9CA3AF"/>
          </a:solidFill>
          <a:ln cap="flat" cmpd="sng" w="12700">
            <a:solidFill>
              <a:srgbClr val="4B556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83" name="Google Shape;683;p49"/>
          <p:cNvSpPr/>
          <p:nvPr/>
        </p:nvSpPr>
        <p:spPr>
          <a:xfrm>
            <a:off x="5330880" y="2926440"/>
            <a:ext cx="245520" cy="245520"/>
          </a:xfrm>
          <a:prstGeom prst="hexagon">
            <a:avLst>
              <a:gd fmla="val 25000" name="adj"/>
              <a:gd fmla="val 115470" name="vf"/>
            </a:avLst>
          </a:prstGeom>
          <a:solidFill>
            <a:srgbClr val="9CA3AF"/>
          </a:solidFill>
          <a:ln cap="flat" cmpd="sng" w="12700">
            <a:solidFill>
              <a:srgbClr val="4B556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84" name="Google Shape;684;p49"/>
          <p:cNvSpPr/>
          <p:nvPr/>
        </p:nvSpPr>
        <p:spPr>
          <a:xfrm>
            <a:off x="4278600" y="2131920"/>
            <a:ext cx="1432080" cy="984600"/>
          </a:xfrm>
          <a:prstGeom prst="rect">
            <a:avLst/>
          </a:prstGeom>
          <a:noFill/>
          <a:ln cap="flat" cmpd="sng" w="20300">
            <a:solidFill>
              <a:srgbClr val="8B5CF6"/>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85" name="Google Shape;685;p49"/>
          <p:cNvSpPr/>
          <p:nvPr/>
        </p:nvSpPr>
        <p:spPr>
          <a:xfrm>
            <a:off x="3926160" y="3529080"/>
            <a:ext cx="2093760" cy="201240"/>
          </a:xfrm>
          <a:prstGeom prst="rect">
            <a:avLst/>
          </a:prstGeom>
          <a:noFill/>
          <a:ln>
            <a:noFill/>
          </a:ln>
        </p:spPr>
        <p:txBody>
          <a:bodyPr anchorCtr="0" anchor="ctr" bIns="350" lIns="350" spcFirstLastPara="1" rIns="350" wrap="square" tIns="350">
            <a:normAutofit/>
          </a:bodyPr>
          <a:lstStyle/>
          <a:p>
            <a:pPr indent="0" lvl="0" marL="0" marR="0" rtl="0" algn="ctr">
              <a:lnSpc>
                <a:spcPct val="100000"/>
              </a:lnSpc>
              <a:spcBef>
                <a:spcPts val="0"/>
              </a:spcBef>
              <a:spcAft>
                <a:spcPts val="0"/>
              </a:spcAft>
              <a:buNone/>
            </a:pPr>
            <a:r>
              <a:rPr b="0" lang="es-ES" sz="1150" u="none" strike="noStrike">
                <a:solidFill>
                  <a:srgbClr val="6B7280"/>
                </a:solidFill>
                <a:latin typeface="Arial"/>
                <a:ea typeface="Arial"/>
                <a:cs typeface="Arial"/>
                <a:sym typeface="Arial"/>
              </a:rPr>
              <a:t>Scene View: espacio de edición</a:t>
            </a:r>
            <a:endParaRPr b="0" sz="1150" u="none" strike="noStrike">
              <a:solidFill>
                <a:srgbClr val="000000"/>
              </a:solidFill>
              <a:latin typeface="Arial"/>
              <a:ea typeface="Arial"/>
              <a:cs typeface="Arial"/>
              <a:sym typeface="Arial"/>
            </a:endParaRPr>
          </a:p>
        </p:txBody>
      </p:sp>
      <p:sp>
        <p:nvSpPr>
          <p:cNvPr id="686" name="Google Shape;686;p49"/>
          <p:cNvSpPr/>
          <p:nvPr/>
        </p:nvSpPr>
        <p:spPr>
          <a:xfrm>
            <a:off x="6765480" y="1845720"/>
            <a:ext cx="1985400" cy="1588680"/>
          </a:xfrm>
          <a:prstGeom prst="rect">
            <a:avLst/>
          </a:prstGeom>
          <a:solidFill>
            <a:srgbClr val="E0F2FE"/>
          </a:solidFill>
          <a:ln cap="flat" cmpd="sng" w="15225">
            <a:solidFill>
              <a:srgbClr val="93C5FD"/>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b="0" sz="1800" u="none" strike="noStrike">
              <a:solidFill>
                <a:schemeClr val="dk1"/>
              </a:solidFill>
              <a:latin typeface="Arial"/>
              <a:ea typeface="Arial"/>
              <a:cs typeface="Arial"/>
              <a:sym typeface="Arial"/>
            </a:endParaRPr>
          </a:p>
        </p:txBody>
      </p:sp>
      <p:sp>
        <p:nvSpPr>
          <p:cNvPr id="687" name="Google Shape;687;p49"/>
          <p:cNvSpPr/>
          <p:nvPr/>
        </p:nvSpPr>
        <p:spPr>
          <a:xfrm>
            <a:off x="7003440" y="2084040"/>
            <a:ext cx="1509480" cy="1111680"/>
          </a:xfrm>
          <a:prstGeom prst="rect">
            <a:avLst/>
          </a:prstGeom>
          <a:solidFill>
            <a:srgbClr val="DCFCE7"/>
          </a:solidFill>
          <a:ln cap="flat" cmpd="sng" w="12700">
            <a:solidFill>
              <a:srgbClr val="BBF7D0"/>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88" name="Google Shape;688;p49"/>
          <p:cNvSpPr/>
          <p:nvPr/>
        </p:nvSpPr>
        <p:spPr>
          <a:xfrm>
            <a:off x="7639200" y="2513520"/>
            <a:ext cx="237240" cy="237240"/>
          </a:xfrm>
          <a:prstGeom prst="ellipse">
            <a:avLst/>
          </a:prstGeom>
          <a:solidFill>
            <a:srgbClr val="F59E0B"/>
          </a:solidFill>
          <a:ln cap="flat" cmpd="sng" w="12700">
            <a:solidFill>
              <a:srgbClr val="B45309"/>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89" name="Google Shape;689;p49"/>
          <p:cNvSpPr/>
          <p:nvPr/>
        </p:nvSpPr>
        <p:spPr>
          <a:xfrm>
            <a:off x="7202520" y="2259000"/>
            <a:ext cx="217080" cy="217440"/>
          </a:xfrm>
          <a:prstGeom prst="hexagon">
            <a:avLst>
              <a:gd fmla="val 25000" name="adj"/>
              <a:gd fmla="val 115470" name="vf"/>
            </a:avLst>
          </a:prstGeom>
          <a:solidFill>
            <a:srgbClr val="9CA3AF"/>
          </a:solidFill>
          <a:ln cap="flat" cmpd="sng" w="12700">
            <a:solidFill>
              <a:srgbClr val="4B556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90" name="Google Shape;690;p49"/>
          <p:cNvSpPr/>
          <p:nvPr/>
        </p:nvSpPr>
        <p:spPr>
          <a:xfrm>
            <a:off x="8116200" y="2322360"/>
            <a:ext cx="217800" cy="217800"/>
          </a:xfrm>
          <a:prstGeom prst="hexagon">
            <a:avLst>
              <a:gd fmla="val 25000" name="adj"/>
              <a:gd fmla="val 115470" name="vf"/>
            </a:avLst>
          </a:prstGeom>
          <a:solidFill>
            <a:srgbClr val="9CA3AF"/>
          </a:solidFill>
          <a:ln cap="flat" cmpd="sng" w="12700">
            <a:solidFill>
              <a:srgbClr val="4B556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91" name="Google Shape;691;p49"/>
          <p:cNvSpPr/>
          <p:nvPr/>
        </p:nvSpPr>
        <p:spPr>
          <a:xfrm>
            <a:off x="8056440" y="2926440"/>
            <a:ext cx="217440" cy="217440"/>
          </a:xfrm>
          <a:prstGeom prst="hexagon">
            <a:avLst>
              <a:gd fmla="val 25000" name="adj"/>
              <a:gd fmla="val 115470" name="vf"/>
            </a:avLst>
          </a:prstGeom>
          <a:solidFill>
            <a:srgbClr val="9CA3AF"/>
          </a:solidFill>
          <a:ln cap="flat" cmpd="sng" w="12700">
            <a:solidFill>
              <a:srgbClr val="4B556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92" name="Google Shape;692;p49"/>
          <p:cNvSpPr/>
          <p:nvPr/>
        </p:nvSpPr>
        <p:spPr>
          <a:xfrm>
            <a:off x="6693120" y="3529080"/>
            <a:ext cx="2166120" cy="201240"/>
          </a:xfrm>
          <a:prstGeom prst="rect">
            <a:avLst/>
          </a:prstGeom>
          <a:noFill/>
          <a:ln>
            <a:noFill/>
          </a:ln>
        </p:spPr>
        <p:txBody>
          <a:bodyPr anchorCtr="0" anchor="ctr" bIns="350" lIns="350" spcFirstLastPara="1" rIns="350" wrap="square" tIns="350">
            <a:normAutofit/>
          </a:bodyPr>
          <a:lstStyle/>
          <a:p>
            <a:pPr indent="0" lvl="0" marL="0" marR="0" rtl="0" algn="ctr">
              <a:lnSpc>
                <a:spcPct val="90001"/>
              </a:lnSpc>
              <a:spcBef>
                <a:spcPts val="0"/>
              </a:spcBef>
              <a:spcAft>
                <a:spcPts val="0"/>
              </a:spcAft>
              <a:buNone/>
            </a:pPr>
            <a:r>
              <a:rPr b="0" lang="es-ES" sz="978" u="none" strike="noStrike">
                <a:solidFill>
                  <a:srgbClr val="6B7280"/>
                </a:solidFill>
                <a:latin typeface="Arial"/>
                <a:ea typeface="Arial"/>
                <a:cs typeface="Arial"/>
                <a:sym typeface="Arial"/>
              </a:rPr>
              <a:t>Game View: resultado desde Camera</a:t>
            </a:r>
            <a:endParaRPr b="0" sz="978" u="none" strike="noStrike">
              <a:solidFill>
                <a:srgbClr val="000000"/>
              </a:solidFill>
              <a:latin typeface="Arial"/>
              <a:ea typeface="Arial"/>
              <a:cs typeface="Arial"/>
              <a:sym typeface="Arial"/>
            </a:endParaRPr>
          </a:p>
        </p:txBody>
      </p:sp>
      <p:cxnSp>
        <p:nvCxnSpPr>
          <p:cNvPr id="693" name="Google Shape;693;p49"/>
          <p:cNvCxnSpPr/>
          <p:nvPr/>
        </p:nvCxnSpPr>
        <p:spPr>
          <a:xfrm>
            <a:off x="6187320" y="2640600"/>
            <a:ext cx="433440" cy="360"/>
          </a:xfrm>
          <a:prstGeom prst="straightConnector1">
            <a:avLst/>
          </a:prstGeom>
          <a:noFill/>
          <a:ln cap="flat" cmpd="sng" w="20300">
            <a:solidFill>
              <a:srgbClr val="8B5CF6"/>
            </a:solidFill>
            <a:prstDash val="solid"/>
            <a:round/>
            <a:headEnd len="sm" w="sm" type="none"/>
            <a:tailEnd len="med" w="med" type="triangle"/>
          </a:ln>
        </p:spPr>
      </p:cxnSp>
      <p:sp>
        <p:nvSpPr>
          <p:cNvPr id="694" name="Google Shape;694;p49"/>
          <p:cNvSpPr/>
          <p:nvPr/>
        </p:nvSpPr>
        <p:spPr>
          <a:xfrm>
            <a:off x="3947760" y="4049280"/>
            <a:ext cx="2599560" cy="31716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80001"/>
              </a:lnSpc>
              <a:spcBef>
                <a:spcPts val="0"/>
              </a:spcBef>
              <a:spcAft>
                <a:spcPts val="0"/>
              </a:spcAft>
              <a:buNone/>
            </a:pPr>
            <a:r>
              <a:rPr b="1" lang="es-ES" sz="1173" u="none" strike="noStrike">
                <a:solidFill>
                  <a:srgbClr val="1F2937"/>
                </a:solidFill>
                <a:latin typeface="Arial"/>
                <a:ea typeface="Arial"/>
                <a:cs typeface="Arial"/>
                <a:sym typeface="Arial"/>
              </a:rPr>
              <a:t>Mover Scene View ≠ mover Camera</a:t>
            </a:r>
            <a:endParaRPr b="0" sz="1173" u="none" strike="noStrike">
              <a:solidFill>
                <a:srgbClr val="000000"/>
              </a:solidFill>
              <a:latin typeface="Arial"/>
              <a:ea typeface="Arial"/>
              <a:cs typeface="Arial"/>
              <a:sym typeface="Arial"/>
            </a:endParaRPr>
          </a:p>
        </p:txBody>
      </p:sp>
      <p:sp>
        <p:nvSpPr>
          <p:cNvPr id="695" name="Google Shape;695;p49"/>
          <p:cNvSpPr/>
          <p:nvPr/>
        </p:nvSpPr>
        <p:spPr>
          <a:xfrm>
            <a:off x="6620760" y="4034520"/>
            <a:ext cx="2310840" cy="490320"/>
          </a:xfrm>
          <a:prstGeom prst="rect">
            <a:avLst/>
          </a:prstGeom>
          <a:solidFill>
            <a:srgbClr val="FFFFFF"/>
          </a:solidFill>
          <a:ln cap="flat" cmpd="sng" w="12700">
            <a:solidFill>
              <a:srgbClr val="8B5CF6"/>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90001"/>
              </a:lnSpc>
              <a:spcBef>
                <a:spcPts val="0"/>
              </a:spcBef>
              <a:spcAft>
                <a:spcPts val="0"/>
              </a:spcAft>
              <a:buNone/>
            </a:pPr>
            <a:r>
              <a:rPr b="1" lang="es-ES" sz="1221" u="none" strike="noStrike">
                <a:solidFill>
                  <a:srgbClr val="1F2937"/>
                </a:solidFill>
                <a:latin typeface="Arial"/>
                <a:ea typeface="Arial"/>
                <a:cs typeface="Arial"/>
                <a:sym typeface="Arial"/>
              </a:rPr>
              <a:t>Camera → Orthographic</a:t>
            </a:r>
            <a:endParaRPr b="0" sz="1221" u="none" strike="noStrike">
              <a:solidFill>
                <a:srgbClr val="000000"/>
              </a:solidFill>
              <a:latin typeface="Arial"/>
              <a:ea typeface="Arial"/>
              <a:cs typeface="Arial"/>
              <a:sym typeface="Arial"/>
            </a:endParaRPr>
          </a:p>
          <a:p>
            <a:pPr indent="0" lvl="0" marL="0" marR="0" rtl="0" algn="ctr">
              <a:lnSpc>
                <a:spcPct val="90001"/>
              </a:lnSpc>
              <a:spcBef>
                <a:spcPts val="0"/>
              </a:spcBef>
              <a:spcAft>
                <a:spcPts val="0"/>
              </a:spcAft>
              <a:buNone/>
            </a:pPr>
            <a:r>
              <a:rPr b="1" lang="es-ES" sz="1221" u="none" strike="noStrike">
                <a:solidFill>
                  <a:srgbClr val="1F2937"/>
                </a:solidFill>
                <a:latin typeface="Arial"/>
                <a:ea typeface="Arial"/>
                <a:cs typeface="Arial"/>
                <a:sym typeface="Arial"/>
              </a:rPr>
              <a:t>encuadre → posición + Size</a:t>
            </a:r>
            <a:endParaRPr b="0" sz="1221" u="none" strike="noStrike">
              <a:solidFill>
                <a:srgbClr val="000000"/>
              </a:solidFill>
              <a:latin typeface="Arial"/>
              <a:ea typeface="Arial"/>
              <a:cs typeface="Arial"/>
              <a:sym typeface="Arial"/>
            </a:endParaRPr>
          </a:p>
        </p:txBody>
      </p:sp>
      <p:sp>
        <p:nvSpPr>
          <p:cNvPr id="696" name="Google Shape;696;p49"/>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50"/>
          <p:cNvSpPr txBox="1"/>
          <p:nvPr>
            <p:ph type="title"/>
          </p:nvPr>
        </p:nvSpPr>
        <p:spPr>
          <a:xfrm>
            <a:off x="1086786" y="910251"/>
            <a:ext cx="7743000" cy="13545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4400" u="none" strike="noStrike">
                <a:solidFill>
                  <a:srgbClr val="000000"/>
                </a:solidFill>
                <a:latin typeface="Arial"/>
                <a:ea typeface="Arial"/>
                <a:cs typeface="Arial"/>
                <a:sym typeface="Arial"/>
              </a:rPr>
              <a:t>De la escena a Game View: renderizado y Camera</a:t>
            </a:r>
            <a:endParaRPr b="0" sz="4400" u="none" strike="noStrike">
              <a:solidFill>
                <a:srgbClr val="000000"/>
              </a:solidFill>
              <a:latin typeface="Arial"/>
              <a:ea typeface="Arial"/>
              <a:cs typeface="Arial"/>
              <a:sym typeface="Arial"/>
            </a:endParaRPr>
          </a:p>
        </p:txBody>
      </p:sp>
      <p:sp>
        <p:nvSpPr>
          <p:cNvPr id="702" name="Google Shape;702;p50"/>
          <p:cNvSpPr txBox="1"/>
          <p:nvPr>
            <p:ph idx="1" type="body"/>
          </p:nvPr>
        </p:nvSpPr>
        <p:spPr>
          <a:xfrm>
            <a:off x="1102537" y="2315103"/>
            <a:ext cx="7743000" cy="2740500"/>
          </a:xfrm>
          <a:prstGeom prst="rect">
            <a:avLst/>
          </a:prstGeom>
          <a:noFill/>
          <a:ln>
            <a:noFill/>
          </a:ln>
        </p:spPr>
        <p:txBody>
          <a:bodyPr anchorCtr="0" anchor="t" bIns="0" lIns="0" spcFirstLastPara="1" rIns="0" wrap="square" tIns="0">
            <a:normAutofit fontScale="40000"/>
          </a:bodyPr>
          <a:lstStyle/>
          <a:p>
            <a:pPr indent="-296568" lvl="0" marL="432000" marR="0" rtl="0" algn="l">
              <a:lnSpc>
                <a:spcPct val="100000"/>
              </a:lnSpc>
              <a:spcBef>
                <a:spcPts val="0"/>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Probamos a hacer zoom y mover la vista de escena y vemos que no afecta a la vista de juego.</a:t>
            </a:r>
            <a:endParaRPr b="0" i="0" sz="3200" u="none" cap="none" strike="noStrike">
              <a:solidFill>
                <a:srgbClr val="000000"/>
              </a:solidFill>
              <a:latin typeface="Arial"/>
              <a:ea typeface="Arial"/>
              <a:cs typeface="Arial"/>
              <a:sym typeface="Arial"/>
            </a:endParaRPr>
          </a:p>
          <a:p>
            <a:pPr indent="-296568"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Comprobamos que la cámara tiene proyección ortográfica.</a:t>
            </a:r>
            <a:endParaRPr b="0" i="0" sz="3200" u="none" cap="none" strike="noStrike">
              <a:solidFill>
                <a:srgbClr val="000000"/>
              </a:solidFill>
              <a:latin typeface="Arial"/>
              <a:ea typeface="Arial"/>
              <a:cs typeface="Arial"/>
              <a:sym typeface="Arial"/>
            </a:endParaRPr>
          </a:p>
          <a:p>
            <a:pPr indent="-296568"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Centramos la Main Camera, el Fondo y el Jugador.</a:t>
            </a:r>
            <a:endParaRPr b="0" i="0" sz="3200" u="none" cap="none" strike="noStrike">
              <a:solidFill>
                <a:srgbClr val="000000"/>
              </a:solidFill>
              <a:latin typeface="Arial"/>
              <a:ea typeface="Arial"/>
              <a:cs typeface="Arial"/>
              <a:sym typeface="Arial"/>
            </a:endParaRPr>
          </a:p>
          <a:p>
            <a:pPr indent="-296568"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Ajustamos el tamaño de encuadre de la cámara.</a:t>
            </a:r>
            <a:endParaRPr b="0" i="0" sz="3200" u="none" cap="none" strike="noStrike">
              <a:solidFill>
                <a:srgbClr val="000000"/>
              </a:solidFill>
              <a:latin typeface="Arial"/>
              <a:ea typeface="Arial"/>
              <a:cs typeface="Arial"/>
              <a:sym typeface="Arial"/>
            </a:endParaRPr>
          </a:p>
          <a:p>
            <a:pPr indent="-296568"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Entramos en Play Mode, observamos Game View y probamos 16:9.</a:t>
            </a:r>
            <a:endParaRPr b="0" i="0" sz="3200" u="none" cap="none" strike="noStrike">
              <a:solidFill>
                <a:srgbClr val="000000"/>
              </a:solidFill>
              <a:latin typeface="Arial"/>
              <a:ea typeface="Arial"/>
              <a:cs typeface="Arial"/>
              <a:sym typeface="Arial"/>
            </a:endParaRPr>
          </a:p>
          <a:p>
            <a:pPr indent="-296568"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En Play Mode, mover al Jugador, volver a Edit Mode y ver que los cambios se revierten.</a:t>
            </a:r>
            <a:endParaRPr b="0" i="0" sz="3200" u="none" cap="none" strike="noStrike">
              <a:solidFill>
                <a:srgbClr val="000000"/>
              </a:solidFill>
              <a:latin typeface="Arial"/>
              <a:ea typeface="Arial"/>
              <a:cs typeface="Arial"/>
              <a:sym typeface="Arial"/>
            </a:endParaRPr>
          </a:p>
          <a:p>
            <a:pPr indent="-296568"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Vemos que en Console no hay errores.</a:t>
            </a:r>
            <a:endParaRPr b="0" i="0" sz="3200" u="none" cap="none" strike="noStrike">
              <a:solidFill>
                <a:srgbClr val="000000"/>
              </a:solidFill>
              <a:latin typeface="Arial"/>
              <a:ea typeface="Arial"/>
              <a:cs typeface="Arial"/>
              <a:sym typeface="Arial"/>
            </a:endParaRPr>
          </a:p>
        </p:txBody>
      </p:sp>
      <p:sp>
        <p:nvSpPr>
          <p:cNvPr id="703" name="Google Shape;703;p50"/>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pic>
        <p:nvPicPr>
          <p:cNvPr id="708" name="Google Shape;708;p51"/>
          <p:cNvPicPr preferRelativeResize="0"/>
          <p:nvPr/>
        </p:nvPicPr>
        <p:blipFill rotWithShape="1">
          <a:blip r:embed="rId3">
            <a:alphaModFix/>
          </a:blip>
          <a:srcRect b="0" l="0" r="0" t="0"/>
          <a:stretch/>
        </p:blipFill>
        <p:spPr>
          <a:xfrm>
            <a:off x="720" y="521640"/>
            <a:ext cx="10078920" cy="4627080"/>
          </a:xfrm>
          <a:prstGeom prst="rect">
            <a:avLst/>
          </a:prstGeom>
          <a:noFill/>
          <a:ln>
            <a:noFill/>
          </a:ln>
        </p:spPr>
      </p:pic>
      <p:sp>
        <p:nvSpPr>
          <p:cNvPr id="709" name="Google Shape;709;p51"/>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pic>
        <p:nvPicPr>
          <p:cNvPr id="714" name="Google Shape;714;p52"/>
          <p:cNvPicPr preferRelativeResize="0"/>
          <p:nvPr/>
        </p:nvPicPr>
        <p:blipFill rotWithShape="1">
          <a:blip r:embed="rId3">
            <a:alphaModFix/>
          </a:blip>
          <a:srcRect b="0" l="0" r="0" t="0"/>
          <a:stretch/>
        </p:blipFill>
        <p:spPr>
          <a:xfrm>
            <a:off x="720" y="502200"/>
            <a:ext cx="10078920" cy="4666320"/>
          </a:xfrm>
          <a:prstGeom prst="rect">
            <a:avLst/>
          </a:prstGeom>
          <a:noFill/>
          <a:ln>
            <a:noFill/>
          </a:ln>
        </p:spPr>
      </p:pic>
      <p:sp>
        <p:nvSpPr>
          <p:cNvPr id="715" name="Google Shape;715;p52"/>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pic>
        <p:nvPicPr>
          <p:cNvPr id="720" name="Google Shape;720;p53"/>
          <p:cNvPicPr preferRelativeResize="0"/>
          <p:nvPr/>
        </p:nvPicPr>
        <p:blipFill rotWithShape="1">
          <a:blip r:embed="rId3">
            <a:alphaModFix/>
          </a:blip>
          <a:srcRect b="0" l="0" r="0" t="0"/>
          <a:stretch/>
        </p:blipFill>
        <p:spPr>
          <a:xfrm>
            <a:off x="720" y="1627200"/>
            <a:ext cx="10078920" cy="2416320"/>
          </a:xfrm>
          <a:prstGeom prst="rect">
            <a:avLst/>
          </a:prstGeom>
          <a:noFill/>
          <a:ln>
            <a:noFill/>
          </a:ln>
        </p:spPr>
      </p:pic>
      <p:sp>
        <p:nvSpPr>
          <p:cNvPr id="721" name="Google Shape;721;p53"/>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pic>
        <p:nvPicPr>
          <p:cNvPr id="726" name="Google Shape;726;p54"/>
          <p:cNvPicPr preferRelativeResize="0"/>
          <p:nvPr/>
        </p:nvPicPr>
        <p:blipFill rotWithShape="1">
          <a:blip r:embed="rId3">
            <a:alphaModFix/>
          </a:blip>
          <a:srcRect b="0" l="0" r="0" t="0"/>
          <a:stretch/>
        </p:blipFill>
        <p:spPr>
          <a:xfrm>
            <a:off x="720" y="1653480"/>
            <a:ext cx="10078920" cy="2363400"/>
          </a:xfrm>
          <a:prstGeom prst="rect">
            <a:avLst/>
          </a:prstGeom>
          <a:noFill/>
          <a:ln>
            <a:noFill/>
          </a:ln>
        </p:spPr>
      </p:pic>
      <p:sp>
        <p:nvSpPr>
          <p:cNvPr id="727" name="Google Shape;727;p54"/>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pic>
        <p:nvPicPr>
          <p:cNvPr id="732" name="Google Shape;732;p55"/>
          <p:cNvPicPr preferRelativeResize="0"/>
          <p:nvPr/>
        </p:nvPicPr>
        <p:blipFill rotWithShape="1">
          <a:blip r:embed="rId3">
            <a:alphaModFix/>
          </a:blip>
          <a:srcRect b="0" l="0" r="0" t="0"/>
          <a:stretch/>
        </p:blipFill>
        <p:spPr>
          <a:xfrm>
            <a:off x="720" y="1580400"/>
            <a:ext cx="10078920" cy="2509560"/>
          </a:xfrm>
          <a:prstGeom prst="rect">
            <a:avLst/>
          </a:prstGeom>
          <a:noFill/>
          <a:ln>
            <a:noFill/>
          </a:ln>
        </p:spPr>
      </p:pic>
      <p:sp>
        <p:nvSpPr>
          <p:cNvPr id="733" name="Google Shape;733;p55"/>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pic>
        <p:nvPicPr>
          <p:cNvPr id="738" name="Google Shape;738;p56"/>
          <p:cNvPicPr preferRelativeResize="0"/>
          <p:nvPr/>
        </p:nvPicPr>
        <p:blipFill rotWithShape="1">
          <a:blip r:embed="rId3">
            <a:alphaModFix/>
          </a:blip>
          <a:srcRect b="0" l="0" r="0" t="0"/>
          <a:stretch/>
        </p:blipFill>
        <p:spPr>
          <a:xfrm>
            <a:off x="720" y="887760"/>
            <a:ext cx="10078920" cy="3895200"/>
          </a:xfrm>
          <a:prstGeom prst="rect">
            <a:avLst/>
          </a:prstGeom>
          <a:noFill/>
          <a:ln>
            <a:noFill/>
          </a:ln>
        </p:spPr>
      </p:pic>
      <p:sp>
        <p:nvSpPr>
          <p:cNvPr id="739" name="Google Shape;739;p56"/>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pic>
        <p:nvPicPr>
          <p:cNvPr id="744" name="Google Shape;744;p57"/>
          <p:cNvPicPr preferRelativeResize="0"/>
          <p:nvPr/>
        </p:nvPicPr>
        <p:blipFill rotWithShape="1">
          <a:blip r:embed="rId3">
            <a:alphaModFix/>
          </a:blip>
          <a:srcRect b="0" l="0" r="0" t="0"/>
          <a:stretch/>
        </p:blipFill>
        <p:spPr>
          <a:xfrm>
            <a:off x="720" y="888840"/>
            <a:ext cx="10078920" cy="3892680"/>
          </a:xfrm>
          <a:prstGeom prst="rect">
            <a:avLst/>
          </a:prstGeom>
          <a:noFill/>
          <a:ln>
            <a:noFill/>
          </a:ln>
        </p:spPr>
      </p:pic>
      <p:sp>
        <p:nvSpPr>
          <p:cNvPr id="745" name="Google Shape;745;p57"/>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pic>
        <p:nvPicPr>
          <p:cNvPr id="750" name="Google Shape;750;p58"/>
          <p:cNvPicPr preferRelativeResize="0"/>
          <p:nvPr/>
        </p:nvPicPr>
        <p:blipFill rotWithShape="1">
          <a:blip r:embed="rId3">
            <a:alphaModFix/>
          </a:blip>
          <a:srcRect b="0" l="0" r="0" t="0"/>
          <a:stretch/>
        </p:blipFill>
        <p:spPr>
          <a:xfrm>
            <a:off x="720" y="707400"/>
            <a:ext cx="10078920" cy="4255560"/>
          </a:xfrm>
          <a:prstGeom prst="rect">
            <a:avLst/>
          </a:prstGeom>
          <a:noFill/>
          <a:ln>
            <a:noFill/>
          </a:ln>
        </p:spPr>
      </p:pic>
      <p:sp>
        <p:nvSpPr>
          <p:cNvPr id="751" name="Google Shape;751;p58"/>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pic>
        <p:nvPicPr>
          <p:cNvPr id="756" name="Google Shape;756;p59"/>
          <p:cNvPicPr preferRelativeResize="0"/>
          <p:nvPr/>
        </p:nvPicPr>
        <p:blipFill rotWithShape="1">
          <a:blip r:embed="rId3">
            <a:alphaModFix/>
          </a:blip>
          <a:srcRect b="0" l="0" r="0" t="0"/>
          <a:stretch/>
        </p:blipFill>
        <p:spPr>
          <a:xfrm>
            <a:off x="720" y="1141920"/>
            <a:ext cx="10078920" cy="3386880"/>
          </a:xfrm>
          <a:prstGeom prst="rect">
            <a:avLst/>
          </a:prstGeom>
          <a:noFill/>
          <a:ln>
            <a:noFill/>
          </a:ln>
        </p:spPr>
      </p:pic>
      <p:sp>
        <p:nvSpPr>
          <p:cNvPr id="757" name="Google Shape;757;p59"/>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pic>
        <p:nvPicPr>
          <p:cNvPr id="762" name="Google Shape;762;p60"/>
          <p:cNvPicPr preferRelativeResize="0"/>
          <p:nvPr/>
        </p:nvPicPr>
        <p:blipFill rotWithShape="1">
          <a:blip r:embed="rId3">
            <a:alphaModFix/>
          </a:blip>
          <a:srcRect b="0" l="0" r="0" t="0"/>
          <a:stretch/>
        </p:blipFill>
        <p:spPr>
          <a:xfrm>
            <a:off x="720" y="1120680"/>
            <a:ext cx="10078920" cy="3429000"/>
          </a:xfrm>
          <a:prstGeom prst="rect">
            <a:avLst/>
          </a:prstGeom>
          <a:noFill/>
          <a:ln>
            <a:noFill/>
          </a:ln>
        </p:spPr>
      </p:pic>
      <p:sp>
        <p:nvSpPr>
          <p:cNvPr id="763" name="Google Shape;763;p60"/>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pic>
        <p:nvPicPr>
          <p:cNvPr id="768" name="Google Shape;768;p61"/>
          <p:cNvPicPr preferRelativeResize="0"/>
          <p:nvPr/>
        </p:nvPicPr>
        <p:blipFill rotWithShape="1">
          <a:blip r:embed="rId3">
            <a:alphaModFix/>
          </a:blip>
          <a:srcRect b="0" l="0" r="0" t="0"/>
          <a:stretch/>
        </p:blipFill>
        <p:spPr>
          <a:xfrm>
            <a:off x="829800" y="494640"/>
            <a:ext cx="8420760" cy="4681440"/>
          </a:xfrm>
          <a:prstGeom prst="rect">
            <a:avLst/>
          </a:prstGeom>
          <a:noFill/>
          <a:ln>
            <a:noFill/>
          </a:ln>
        </p:spPr>
      </p:pic>
      <p:sp>
        <p:nvSpPr>
          <p:cNvPr id="769" name="Google Shape;769;p61"/>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62"/>
          <p:cNvSpPr txBox="1"/>
          <p:nvPr>
            <p:ph type="title"/>
          </p:nvPr>
        </p:nvSpPr>
        <p:spPr>
          <a:xfrm>
            <a:off x="1086786" y="910251"/>
            <a:ext cx="7743000" cy="4773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3100" u="none" strike="noStrike">
                <a:solidFill>
                  <a:srgbClr val="000000"/>
                </a:solidFill>
                <a:latin typeface="Arial"/>
                <a:ea typeface="Arial"/>
                <a:cs typeface="Arial"/>
                <a:sym typeface="Arial"/>
              </a:rPr>
              <a:t>Prefab: reutilizar una configuración</a:t>
            </a:r>
            <a:endParaRPr b="0" sz="3100" u="none" strike="noStrike">
              <a:solidFill>
                <a:srgbClr val="000000"/>
              </a:solidFill>
              <a:latin typeface="Arial"/>
              <a:ea typeface="Arial"/>
              <a:cs typeface="Arial"/>
              <a:sym typeface="Arial"/>
            </a:endParaRPr>
          </a:p>
        </p:txBody>
      </p:sp>
      <p:sp>
        <p:nvSpPr>
          <p:cNvPr id="775" name="Google Shape;775;p62"/>
          <p:cNvSpPr/>
          <p:nvPr/>
        </p:nvSpPr>
        <p:spPr>
          <a:xfrm>
            <a:off x="504000" y="1334520"/>
            <a:ext cx="2856240" cy="1082160"/>
          </a:xfrm>
          <a:prstGeom prst="rect">
            <a:avLst/>
          </a:prstGeom>
          <a:solidFill>
            <a:srgbClr val="FFF7ED"/>
          </a:solidFill>
          <a:ln cap="flat" cmpd="sng" w="12700">
            <a:solidFill>
              <a:srgbClr val="FDBA74"/>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80001"/>
              </a:lnSpc>
              <a:spcBef>
                <a:spcPts val="0"/>
              </a:spcBef>
              <a:spcAft>
                <a:spcPts val="0"/>
              </a:spcAft>
              <a:buNone/>
            </a:pPr>
            <a:r>
              <a:rPr b="1" lang="es-ES" sz="1124" u="none" strike="noStrike">
                <a:solidFill>
                  <a:srgbClr val="1F2937"/>
                </a:solidFill>
                <a:latin typeface="Arial"/>
                <a:ea typeface="Arial"/>
                <a:cs typeface="Arial"/>
                <a:sym typeface="Arial"/>
              </a:rPr>
              <a:t>Problema</a:t>
            </a:r>
            <a:endParaRPr b="0" sz="1124" u="none" strike="noStrike">
              <a:solidFill>
                <a:srgbClr val="000000"/>
              </a:solidFill>
              <a:latin typeface="Arial"/>
              <a:ea typeface="Arial"/>
              <a:cs typeface="Arial"/>
              <a:sym typeface="Arial"/>
            </a:endParaRPr>
          </a:p>
          <a:p>
            <a:pPr indent="0" lvl="0" marL="0" marR="0" rtl="0" algn="ctr">
              <a:lnSpc>
                <a:spcPct val="80001"/>
              </a:lnSpc>
              <a:spcBef>
                <a:spcPts val="0"/>
              </a:spcBef>
              <a:spcAft>
                <a:spcPts val="0"/>
              </a:spcAft>
              <a:buNone/>
            </a:pPr>
            <a:r>
              <a:rPr b="1" lang="es-ES" sz="1124" u="none" strike="noStrike">
                <a:solidFill>
                  <a:srgbClr val="1F2937"/>
                </a:solidFill>
                <a:latin typeface="Arial"/>
                <a:ea typeface="Arial"/>
                <a:cs typeface="Arial"/>
                <a:sym typeface="Arial"/>
              </a:rPr>
              <a:t>Necesitamos varias rocas configuradas de la misma forma.</a:t>
            </a:r>
            <a:endParaRPr b="0" sz="1124" u="none" strike="noStrike">
              <a:solidFill>
                <a:srgbClr val="000000"/>
              </a:solidFill>
              <a:latin typeface="Arial"/>
              <a:ea typeface="Arial"/>
              <a:cs typeface="Arial"/>
              <a:sym typeface="Arial"/>
            </a:endParaRPr>
          </a:p>
          <a:p>
            <a:pPr indent="0" lvl="0" marL="0" marR="0" rtl="0" algn="ctr">
              <a:lnSpc>
                <a:spcPct val="80001"/>
              </a:lnSpc>
              <a:spcBef>
                <a:spcPts val="0"/>
              </a:spcBef>
              <a:spcAft>
                <a:spcPts val="0"/>
              </a:spcAft>
              <a:buNone/>
            </a:pPr>
            <a:r>
              <a:t/>
            </a:r>
            <a:endParaRPr b="0" sz="1124" u="none" strike="noStrike">
              <a:solidFill>
                <a:srgbClr val="000000"/>
              </a:solidFill>
              <a:latin typeface="Arial"/>
              <a:ea typeface="Arial"/>
              <a:cs typeface="Arial"/>
              <a:sym typeface="Arial"/>
            </a:endParaRPr>
          </a:p>
          <a:p>
            <a:pPr indent="0" lvl="0" marL="0" marR="0" rtl="0" algn="ctr">
              <a:lnSpc>
                <a:spcPct val="80001"/>
              </a:lnSpc>
              <a:spcBef>
                <a:spcPts val="0"/>
              </a:spcBef>
              <a:spcAft>
                <a:spcPts val="0"/>
              </a:spcAft>
              <a:buNone/>
            </a:pPr>
            <a:r>
              <a:rPr b="1" lang="es-ES" sz="1124" u="none" strike="noStrike">
                <a:solidFill>
                  <a:srgbClr val="1F2937"/>
                </a:solidFill>
                <a:latin typeface="Arial"/>
                <a:ea typeface="Arial"/>
                <a:cs typeface="Arial"/>
                <a:sym typeface="Arial"/>
              </a:rPr>
              <a:t>¿Construimos y mantenemos cada una por separado?</a:t>
            </a:r>
            <a:endParaRPr b="0" sz="1124" u="none" strike="noStrike">
              <a:solidFill>
                <a:srgbClr val="000000"/>
              </a:solidFill>
              <a:latin typeface="Arial"/>
              <a:ea typeface="Arial"/>
              <a:cs typeface="Arial"/>
              <a:sym typeface="Arial"/>
            </a:endParaRPr>
          </a:p>
        </p:txBody>
      </p:sp>
      <p:sp>
        <p:nvSpPr>
          <p:cNvPr id="776" name="Google Shape;776;p62"/>
          <p:cNvSpPr/>
          <p:nvPr/>
        </p:nvSpPr>
        <p:spPr>
          <a:xfrm>
            <a:off x="735480" y="2732040"/>
            <a:ext cx="423720" cy="383400"/>
          </a:xfrm>
          <a:prstGeom prst="hexagon">
            <a:avLst>
              <a:gd fmla="val 25000" name="adj"/>
              <a:gd fmla="val 115470" name="vf"/>
            </a:avLst>
          </a:prstGeom>
          <a:solidFill>
            <a:srgbClr val="9CA3AF"/>
          </a:solidFill>
          <a:ln cap="flat" cmpd="sng" w="12700">
            <a:solidFill>
              <a:srgbClr val="4B556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77" name="Google Shape;777;p62"/>
          <p:cNvSpPr/>
          <p:nvPr/>
        </p:nvSpPr>
        <p:spPr>
          <a:xfrm>
            <a:off x="851400" y="3116520"/>
            <a:ext cx="230760" cy="173520"/>
          </a:xfrm>
          <a:prstGeom prst="rect">
            <a:avLst/>
          </a:prstGeom>
          <a:noFill/>
          <a:ln>
            <a:noFill/>
          </a:ln>
        </p:spPr>
        <p:txBody>
          <a:bodyPr anchorCtr="0" anchor="ctr" bIns="350" lIns="350" spcFirstLastPara="1" rIns="350" wrap="square" tIns="350">
            <a:normAutofit/>
          </a:bodyPr>
          <a:lstStyle/>
          <a:p>
            <a:pPr indent="0" lvl="0" marL="0" marR="0" rtl="0" algn="l">
              <a:lnSpc>
                <a:spcPct val="90001"/>
              </a:lnSpc>
              <a:spcBef>
                <a:spcPts val="0"/>
              </a:spcBef>
              <a:spcAft>
                <a:spcPts val="0"/>
              </a:spcAft>
              <a:buNone/>
            </a:pPr>
            <a:r>
              <a:rPr b="0" lang="es-ES" sz="1190" u="none" strike="noStrike">
                <a:solidFill>
                  <a:srgbClr val="6B7280"/>
                </a:solidFill>
                <a:latin typeface="Arial"/>
                <a:ea typeface="Arial"/>
                <a:cs typeface="Arial"/>
                <a:sym typeface="Arial"/>
              </a:rPr>
              <a:t>⚙</a:t>
            </a:r>
            <a:endParaRPr b="0" sz="1190" u="none" strike="noStrike">
              <a:solidFill>
                <a:srgbClr val="000000"/>
              </a:solidFill>
              <a:latin typeface="Arial"/>
              <a:ea typeface="Arial"/>
              <a:cs typeface="Arial"/>
              <a:sym typeface="Arial"/>
            </a:endParaRPr>
          </a:p>
        </p:txBody>
      </p:sp>
      <p:sp>
        <p:nvSpPr>
          <p:cNvPr id="778" name="Google Shape;778;p62"/>
          <p:cNvSpPr/>
          <p:nvPr/>
        </p:nvSpPr>
        <p:spPr>
          <a:xfrm>
            <a:off x="1507680" y="2732040"/>
            <a:ext cx="423720" cy="383400"/>
          </a:xfrm>
          <a:prstGeom prst="hexagon">
            <a:avLst>
              <a:gd fmla="val 25000" name="adj"/>
              <a:gd fmla="val 115470" name="vf"/>
            </a:avLst>
          </a:prstGeom>
          <a:solidFill>
            <a:srgbClr val="9CA3AF"/>
          </a:solidFill>
          <a:ln cap="flat" cmpd="sng" w="12700">
            <a:solidFill>
              <a:srgbClr val="4B556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79" name="Google Shape;779;p62"/>
          <p:cNvSpPr/>
          <p:nvPr/>
        </p:nvSpPr>
        <p:spPr>
          <a:xfrm>
            <a:off x="1623600" y="3116520"/>
            <a:ext cx="230760" cy="173520"/>
          </a:xfrm>
          <a:prstGeom prst="rect">
            <a:avLst/>
          </a:prstGeom>
          <a:noFill/>
          <a:ln>
            <a:noFill/>
          </a:ln>
        </p:spPr>
        <p:txBody>
          <a:bodyPr anchorCtr="0" anchor="ctr" bIns="350" lIns="350" spcFirstLastPara="1" rIns="350" wrap="square" tIns="350">
            <a:normAutofit/>
          </a:bodyPr>
          <a:lstStyle/>
          <a:p>
            <a:pPr indent="0" lvl="0" marL="0" marR="0" rtl="0" algn="l">
              <a:lnSpc>
                <a:spcPct val="90001"/>
              </a:lnSpc>
              <a:spcBef>
                <a:spcPts val="0"/>
              </a:spcBef>
              <a:spcAft>
                <a:spcPts val="0"/>
              </a:spcAft>
              <a:buNone/>
            </a:pPr>
            <a:r>
              <a:rPr b="0" lang="es-ES" sz="1190" u="none" strike="noStrike">
                <a:solidFill>
                  <a:srgbClr val="6B7280"/>
                </a:solidFill>
                <a:latin typeface="Arial"/>
                <a:ea typeface="Arial"/>
                <a:cs typeface="Arial"/>
                <a:sym typeface="Arial"/>
              </a:rPr>
              <a:t>⚙</a:t>
            </a:r>
            <a:endParaRPr b="0" sz="1190" u="none" strike="noStrike">
              <a:solidFill>
                <a:srgbClr val="000000"/>
              </a:solidFill>
              <a:latin typeface="Arial"/>
              <a:ea typeface="Arial"/>
              <a:cs typeface="Arial"/>
              <a:sym typeface="Arial"/>
            </a:endParaRPr>
          </a:p>
        </p:txBody>
      </p:sp>
      <p:sp>
        <p:nvSpPr>
          <p:cNvPr id="780" name="Google Shape;780;p62"/>
          <p:cNvSpPr/>
          <p:nvPr/>
        </p:nvSpPr>
        <p:spPr>
          <a:xfrm>
            <a:off x="2279880" y="2732040"/>
            <a:ext cx="423720" cy="383400"/>
          </a:xfrm>
          <a:prstGeom prst="hexagon">
            <a:avLst>
              <a:gd fmla="val 25000" name="adj"/>
              <a:gd fmla="val 115470" name="vf"/>
            </a:avLst>
          </a:prstGeom>
          <a:solidFill>
            <a:srgbClr val="9CA3AF"/>
          </a:solidFill>
          <a:ln cap="flat" cmpd="sng" w="12700">
            <a:solidFill>
              <a:srgbClr val="4B556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81" name="Google Shape;781;p62"/>
          <p:cNvSpPr/>
          <p:nvPr/>
        </p:nvSpPr>
        <p:spPr>
          <a:xfrm>
            <a:off x="2395800" y="3116520"/>
            <a:ext cx="230760" cy="173520"/>
          </a:xfrm>
          <a:prstGeom prst="rect">
            <a:avLst/>
          </a:prstGeom>
          <a:noFill/>
          <a:ln>
            <a:noFill/>
          </a:ln>
        </p:spPr>
        <p:txBody>
          <a:bodyPr anchorCtr="0" anchor="ctr" bIns="350" lIns="350" spcFirstLastPara="1" rIns="350" wrap="square" tIns="350">
            <a:normAutofit/>
          </a:bodyPr>
          <a:lstStyle/>
          <a:p>
            <a:pPr indent="0" lvl="0" marL="0" marR="0" rtl="0" algn="l">
              <a:lnSpc>
                <a:spcPct val="90001"/>
              </a:lnSpc>
              <a:spcBef>
                <a:spcPts val="0"/>
              </a:spcBef>
              <a:spcAft>
                <a:spcPts val="0"/>
              </a:spcAft>
              <a:buNone/>
            </a:pPr>
            <a:r>
              <a:rPr b="0" lang="es-ES" sz="1190" u="none" strike="noStrike">
                <a:solidFill>
                  <a:srgbClr val="6B7280"/>
                </a:solidFill>
                <a:latin typeface="Arial"/>
                <a:ea typeface="Arial"/>
                <a:cs typeface="Arial"/>
                <a:sym typeface="Arial"/>
              </a:rPr>
              <a:t>⚙</a:t>
            </a:r>
            <a:endParaRPr b="0" sz="1190" u="none" strike="noStrike">
              <a:solidFill>
                <a:srgbClr val="000000"/>
              </a:solidFill>
              <a:latin typeface="Arial"/>
              <a:ea typeface="Arial"/>
              <a:cs typeface="Arial"/>
              <a:sym typeface="Arial"/>
            </a:endParaRPr>
          </a:p>
        </p:txBody>
      </p:sp>
      <p:sp>
        <p:nvSpPr>
          <p:cNvPr id="782" name="Google Shape;782;p62"/>
          <p:cNvSpPr/>
          <p:nvPr/>
        </p:nvSpPr>
        <p:spPr>
          <a:xfrm>
            <a:off x="812880" y="3430800"/>
            <a:ext cx="1697760" cy="173520"/>
          </a:xfrm>
          <a:prstGeom prst="rect">
            <a:avLst/>
          </a:prstGeom>
          <a:noFill/>
          <a:ln>
            <a:noFill/>
          </a:ln>
        </p:spPr>
        <p:txBody>
          <a:bodyPr anchorCtr="0" anchor="ctr" bIns="350" lIns="350" spcFirstLastPara="1" rIns="350" wrap="square" tIns="350">
            <a:normAutofit/>
          </a:bodyPr>
          <a:lstStyle/>
          <a:p>
            <a:pPr indent="0" lvl="0" marL="0" marR="0" rtl="0" algn="ctr">
              <a:lnSpc>
                <a:spcPct val="90001"/>
              </a:lnSpc>
              <a:spcBef>
                <a:spcPts val="0"/>
              </a:spcBef>
              <a:spcAft>
                <a:spcPts val="0"/>
              </a:spcAft>
              <a:buNone/>
            </a:pPr>
            <a:r>
              <a:rPr b="0" lang="es-ES" sz="1200" u="none" strike="noStrike">
                <a:solidFill>
                  <a:srgbClr val="6B7280"/>
                </a:solidFill>
                <a:latin typeface="Arial"/>
                <a:ea typeface="Arial"/>
                <a:cs typeface="Arial"/>
                <a:sym typeface="Arial"/>
              </a:rPr>
              <a:t>Copias manuales</a:t>
            </a:r>
            <a:endParaRPr b="0" sz="1200" u="none" strike="noStrike">
              <a:solidFill>
                <a:srgbClr val="000000"/>
              </a:solidFill>
              <a:latin typeface="Arial"/>
              <a:ea typeface="Arial"/>
              <a:cs typeface="Arial"/>
              <a:sym typeface="Arial"/>
            </a:endParaRPr>
          </a:p>
        </p:txBody>
      </p:sp>
      <p:cxnSp>
        <p:nvCxnSpPr>
          <p:cNvPr id="783" name="Google Shape;783;p62"/>
          <p:cNvCxnSpPr/>
          <p:nvPr/>
        </p:nvCxnSpPr>
        <p:spPr>
          <a:xfrm>
            <a:off x="3515400" y="2871720"/>
            <a:ext cx="695160" cy="360"/>
          </a:xfrm>
          <a:prstGeom prst="straightConnector1">
            <a:avLst/>
          </a:prstGeom>
          <a:noFill/>
          <a:ln cap="flat" cmpd="sng" w="17775">
            <a:solidFill>
              <a:srgbClr val="6B7280"/>
            </a:solidFill>
            <a:prstDash val="solid"/>
            <a:round/>
            <a:headEnd len="sm" w="sm" type="none"/>
            <a:tailEnd len="med" w="med" type="triangle"/>
          </a:ln>
        </p:spPr>
      </p:cxnSp>
      <p:sp>
        <p:nvSpPr>
          <p:cNvPr id="784" name="Google Shape;784;p62"/>
          <p:cNvSpPr/>
          <p:nvPr/>
        </p:nvSpPr>
        <p:spPr>
          <a:xfrm>
            <a:off x="4365000" y="2103120"/>
            <a:ext cx="2006640" cy="1361520"/>
          </a:xfrm>
          <a:prstGeom prst="rect">
            <a:avLst/>
          </a:prstGeom>
          <a:solidFill>
            <a:srgbClr val="F0F9FF"/>
          </a:solidFill>
          <a:ln cap="flat" cmpd="sng" w="12700">
            <a:solidFill>
              <a:srgbClr val="2D9CD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90001"/>
              </a:lnSpc>
              <a:spcBef>
                <a:spcPts val="0"/>
              </a:spcBef>
              <a:spcAft>
                <a:spcPts val="0"/>
              </a:spcAft>
              <a:buNone/>
            </a:pPr>
            <a:r>
              <a:rPr b="1" lang="es-ES" sz="1295" u="none" strike="noStrike">
                <a:solidFill>
                  <a:srgbClr val="1F2937"/>
                </a:solidFill>
                <a:latin typeface="Arial"/>
                <a:ea typeface="Arial"/>
                <a:cs typeface="Arial"/>
                <a:sym typeface="Arial"/>
              </a:rPr>
              <a:t>Prefab Asset</a:t>
            </a:r>
            <a:endParaRPr b="0" sz="1295" u="none" strike="noStrike">
              <a:solidFill>
                <a:srgbClr val="000000"/>
              </a:solidFill>
              <a:latin typeface="Arial"/>
              <a:ea typeface="Arial"/>
              <a:cs typeface="Arial"/>
              <a:sym typeface="Arial"/>
            </a:endParaRPr>
          </a:p>
          <a:p>
            <a:pPr indent="0" lvl="0" marL="0" marR="0" rtl="0" algn="ctr">
              <a:lnSpc>
                <a:spcPct val="90001"/>
              </a:lnSpc>
              <a:spcBef>
                <a:spcPts val="0"/>
              </a:spcBef>
              <a:spcAft>
                <a:spcPts val="0"/>
              </a:spcAft>
              <a:buNone/>
            </a:pPr>
            <a:r>
              <a:rPr b="1" lang="es-ES" sz="1295" u="none" strike="noStrike">
                <a:solidFill>
                  <a:srgbClr val="1F2937"/>
                </a:solidFill>
                <a:latin typeface="Arial"/>
                <a:ea typeface="Arial"/>
                <a:cs typeface="Arial"/>
                <a:sym typeface="Arial"/>
              </a:rPr>
              <a:t>Roca.prefab</a:t>
            </a:r>
            <a:endParaRPr b="0" sz="1295" u="none" strike="noStrike">
              <a:solidFill>
                <a:srgbClr val="000000"/>
              </a:solidFill>
              <a:latin typeface="Arial"/>
              <a:ea typeface="Arial"/>
              <a:cs typeface="Arial"/>
              <a:sym typeface="Arial"/>
            </a:endParaRPr>
          </a:p>
          <a:p>
            <a:pPr indent="0" lvl="0" marL="0" marR="0" rtl="0" algn="ctr">
              <a:lnSpc>
                <a:spcPct val="90001"/>
              </a:lnSpc>
              <a:spcBef>
                <a:spcPts val="0"/>
              </a:spcBef>
              <a:spcAft>
                <a:spcPts val="0"/>
              </a:spcAft>
              <a:buNone/>
            </a:pPr>
            <a:r>
              <a:t/>
            </a:r>
            <a:endParaRPr b="0" sz="1295" u="none" strike="noStrike">
              <a:solidFill>
                <a:srgbClr val="000000"/>
              </a:solidFill>
              <a:latin typeface="Arial"/>
              <a:ea typeface="Arial"/>
              <a:cs typeface="Arial"/>
              <a:sym typeface="Arial"/>
            </a:endParaRPr>
          </a:p>
          <a:p>
            <a:pPr indent="0" lvl="0" marL="0" marR="0" rtl="0" algn="ctr">
              <a:lnSpc>
                <a:spcPct val="90001"/>
              </a:lnSpc>
              <a:spcBef>
                <a:spcPts val="0"/>
              </a:spcBef>
              <a:spcAft>
                <a:spcPts val="0"/>
              </a:spcAft>
              <a:buNone/>
            </a:pPr>
            <a:r>
              <a:rPr b="1" lang="es-ES" sz="1295" u="none" strike="noStrike">
                <a:solidFill>
                  <a:srgbClr val="1F2937"/>
                </a:solidFill>
                <a:latin typeface="Arial"/>
                <a:ea typeface="Arial"/>
                <a:cs typeface="Arial"/>
                <a:sym typeface="Arial"/>
              </a:rPr>
              <a:t>GameObject(s) + Components</a:t>
            </a:r>
            <a:endParaRPr b="0" sz="1295" u="none" strike="noStrike">
              <a:solidFill>
                <a:srgbClr val="000000"/>
              </a:solidFill>
              <a:latin typeface="Arial"/>
              <a:ea typeface="Arial"/>
              <a:cs typeface="Arial"/>
              <a:sym typeface="Arial"/>
            </a:endParaRPr>
          </a:p>
          <a:p>
            <a:pPr indent="0" lvl="0" marL="0" marR="0" rtl="0" algn="ctr">
              <a:lnSpc>
                <a:spcPct val="90001"/>
              </a:lnSpc>
              <a:spcBef>
                <a:spcPts val="0"/>
              </a:spcBef>
              <a:spcAft>
                <a:spcPts val="0"/>
              </a:spcAft>
              <a:buNone/>
            </a:pPr>
            <a:r>
              <a:rPr b="1" lang="es-ES" sz="1295" u="none" strike="noStrike">
                <a:solidFill>
                  <a:srgbClr val="1F2937"/>
                </a:solidFill>
                <a:latin typeface="Arial"/>
                <a:ea typeface="Arial"/>
                <a:cs typeface="Arial"/>
                <a:sym typeface="Arial"/>
              </a:rPr>
              <a:t>+ valores configurados</a:t>
            </a:r>
            <a:endParaRPr b="0" sz="1295" u="none" strike="noStrike">
              <a:solidFill>
                <a:srgbClr val="000000"/>
              </a:solidFill>
              <a:latin typeface="Arial"/>
              <a:ea typeface="Arial"/>
              <a:cs typeface="Arial"/>
              <a:sym typeface="Arial"/>
            </a:endParaRPr>
          </a:p>
        </p:txBody>
      </p:sp>
      <p:sp>
        <p:nvSpPr>
          <p:cNvPr id="785" name="Google Shape;785;p62"/>
          <p:cNvSpPr/>
          <p:nvPr/>
        </p:nvSpPr>
        <p:spPr>
          <a:xfrm>
            <a:off x="7144920" y="1683720"/>
            <a:ext cx="1697760" cy="383400"/>
          </a:xfrm>
          <a:prstGeom prst="rect">
            <a:avLst/>
          </a:prstGeom>
          <a:solidFill>
            <a:srgbClr val="FFFFFF"/>
          </a:solidFill>
          <a:ln cap="flat" cmpd="sng" w="12700">
            <a:solidFill>
              <a:srgbClr val="F59E0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350" u="none" strike="noStrike">
                <a:solidFill>
                  <a:srgbClr val="1F2937"/>
                </a:solidFill>
                <a:latin typeface="Arial"/>
                <a:ea typeface="Arial"/>
                <a:cs typeface="Arial"/>
                <a:sym typeface="Arial"/>
              </a:rPr>
              <a:t>Roca_01</a:t>
            </a:r>
            <a:endParaRPr b="0" sz="1350" u="none" strike="noStrike">
              <a:solidFill>
                <a:srgbClr val="000000"/>
              </a:solidFill>
              <a:latin typeface="Arial"/>
              <a:ea typeface="Arial"/>
              <a:cs typeface="Arial"/>
              <a:sym typeface="Arial"/>
            </a:endParaRPr>
          </a:p>
        </p:txBody>
      </p:sp>
      <p:sp>
        <p:nvSpPr>
          <p:cNvPr id="786" name="Google Shape;786;p62"/>
          <p:cNvSpPr/>
          <p:nvPr/>
        </p:nvSpPr>
        <p:spPr>
          <a:xfrm>
            <a:off x="9036720" y="1704960"/>
            <a:ext cx="323280" cy="292320"/>
          </a:xfrm>
          <a:prstGeom prst="hexagon">
            <a:avLst>
              <a:gd fmla="val 25000" name="adj"/>
              <a:gd fmla="val 115470" name="vf"/>
            </a:avLst>
          </a:prstGeom>
          <a:solidFill>
            <a:srgbClr val="9CA3AF"/>
          </a:solidFill>
          <a:ln cap="flat" cmpd="sng" w="12700">
            <a:solidFill>
              <a:srgbClr val="4B556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cxnSp>
        <p:nvCxnSpPr>
          <p:cNvPr id="787" name="Google Shape;787;p62"/>
          <p:cNvCxnSpPr/>
          <p:nvPr/>
        </p:nvCxnSpPr>
        <p:spPr>
          <a:xfrm flipH="1" rot="10800000">
            <a:off x="6372720" y="1879560"/>
            <a:ext cx="772200" cy="901080"/>
          </a:xfrm>
          <a:prstGeom prst="straightConnector1">
            <a:avLst/>
          </a:prstGeom>
          <a:noFill/>
          <a:ln cap="flat" cmpd="sng" w="13950">
            <a:solidFill>
              <a:srgbClr val="2D9CDB"/>
            </a:solidFill>
            <a:prstDash val="solid"/>
            <a:round/>
            <a:headEnd len="sm" w="sm" type="none"/>
            <a:tailEnd len="med" w="med" type="triangle"/>
          </a:ln>
        </p:spPr>
      </p:cxnSp>
      <p:sp>
        <p:nvSpPr>
          <p:cNvPr id="788" name="Google Shape;788;p62"/>
          <p:cNvSpPr/>
          <p:nvPr/>
        </p:nvSpPr>
        <p:spPr>
          <a:xfrm>
            <a:off x="7144920" y="2487600"/>
            <a:ext cx="1697760" cy="383040"/>
          </a:xfrm>
          <a:prstGeom prst="rect">
            <a:avLst/>
          </a:prstGeom>
          <a:solidFill>
            <a:srgbClr val="FFFFFF"/>
          </a:solidFill>
          <a:ln cap="flat" cmpd="sng" w="12700">
            <a:solidFill>
              <a:srgbClr val="F59E0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350" u="none" strike="noStrike">
                <a:solidFill>
                  <a:srgbClr val="1F2937"/>
                </a:solidFill>
                <a:latin typeface="Arial"/>
                <a:ea typeface="Arial"/>
                <a:cs typeface="Arial"/>
                <a:sym typeface="Arial"/>
              </a:rPr>
              <a:t>Roca_02</a:t>
            </a:r>
            <a:endParaRPr b="0" sz="1350" u="none" strike="noStrike">
              <a:solidFill>
                <a:srgbClr val="000000"/>
              </a:solidFill>
              <a:latin typeface="Arial"/>
              <a:ea typeface="Arial"/>
              <a:cs typeface="Arial"/>
              <a:sym typeface="Arial"/>
            </a:endParaRPr>
          </a:p>
        </p:txBody>
      </p:sp>
      <p:sp>
        <p:nvSpPr>
          <p:cNvPr id="789" name="Google Shape;789;p62"/>
          <p:cNvSpPr/>
          <p:nvPr/>
        </p:nvSpPr>
        <p:spPr>
          <a:xfrm>
            <a:off x="9036720" y="2508480"/>
            <a:ext cx="323280" cy="292320"/>
          </a:xfrm>
          <a:prstGeom prst="hexagon">
            <a:avLst>
              <a:gd fmla="val 25000" name="adj"/>
              <a:gd fmla="val 115470" name="vf"/>
            </a:avLst>
          </a:prstGeom>
          <a:solidFill>
            <a:srgbClr val="9CA3AF"/>
          </a:solidFill>
          <a:ln cap="flat" cmpd="sng" w="12700">
            <a:solidFill>
              <a:srgbClr val="4B556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cxnSp>
        <p:nvCxnSpPr>
          <p:cNvPr id="790" name="Google Shape;790;p62"/>
          <p:cNvCxnSpPr/>
          <p:nvPr/>
        </p:nvCxnSpPr>
        <p:spPr>
          <a:xfrm flipH="1" rot="10800000">
            <a:off x="6372720" y="2683080"/>
            <a:ext cx="772200" cy="97560"/>
          </a:xfrm>
          <a:prstGeom prst="straightConnector1">
            <a:avLst/>
          </a:prstGeom>
          <a:noFill/>
          <a:ln cap="flat" cmpd="sng" w="13950">
            <a:solidFill>
              <a:srgbClr val="2D9CDB"/>
            </a:solidFill>
            <a:prstDash val="solid"/>
            <a:round/>
            <a:headEnd len="sm" w="sm" type="none"/>
            <a:tailEnd len="med" w="med" type="triangle"/>
          </a:ln>
        </p:spPr>
      </p:cxnSp>
      <p:sp>
        <p:nvSpPr>
          <p:cNvPr id="791" name="Google Shape;791;p62"/>
          <p:cNvSpPr/>
          <p:nvPr/>
        </p:nvSpPr>
        <p:spPr>
          <a:xfrm>
            <a:off x="7144920" y="3291120"/>
            <a:ext cx="1697760" cy="383400"/>
          </a:xfrm>
          <a:prstGeom prst="rect">
            <a:avLst/>
          </a:prstGeom>
          <a:solidFill>
            <a:srgbClr val="FFFFFF"/>
          </a:solidFill>
          <a:ln cap="flat" cmpd="sng" w="12700">
            <a:solidFill>
              <a:srgbClr val="F59E0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350" u="none" strike="noStrike">
                <a:solidFill>
                  <a:srgbClr val="1F2937"/>
                </a:solidFill>
                <a:latin typeface="Arial"/>
                <a:ea typeface="Arial"/>
                <a:cs typeface="Arial"/>
                <a:sym typeface="Arial"/>
              </a:rPr>
              <a:t>Roca_03</a:t>
            </a:r>
            <a:endParaRPr b="0" sz="1350" u="none" strike="noStrike">
              <a:solidFill>
                <a:srgbClr val="000000"/>
              </a:solidFill>
              <a:latin typeface="Arial"/>
              <a:ea typeface="Arial"/>
              <a:cs typeface="Arial"/>
              <a:sym typeface="Arial"/>
            </a:endParaRPr>
          </a:p>
        </p:txBody>
      </p:sp>
      <p:sp>
        <p:nvSpPr>
          <p:cNvPr id="792" name="Google Shape;792;p62"/>
          <p:cNvSpPr/>
          <p:nvPr/>
        </p:nvSpPr>
        <p:spPr>
          <a:xfrm>
            <a:off x="9036720" y="3312000"/>
            <a:ext cx="323280" cy="292320"/>
          </a:xfrm>
          <a:prstGeom prst="hexagon">
            <a:avLst>
              <a:gd fmla="val 25000" name="adj"/>
              <a:gd fmla="val 115470" name="vf"/>
            </a:avLst>
          </a:prstGeom>
          <a:solidFill>
            <a:srgbClr val="9CA3AF"/>
          </a:solidFill>
          <a:ln cap="flat" cmpd="sng" w="12700">
            <a:solidFill>
              <a:srgbClr val="4B556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cxnSp>
        <p:nvCxnSpPr>
          <p:cNvPr id="793" name="Google Shape;793;p62"/>
          <p:cNvCxnSpPr/>
          <p:nvPr/>
        </p:nvCxnSpPr>
        <p:spPr>
          <a:xfrm>
            <a:off x="6372720" y="2780640"/>
            <a:ext cx="772200" cy="705960"/>
          </a:xfrm>
          <a:prstGeom prst="straightConnector1">
            <a:avLst/>
          </a:prstGeom>
          <a:noFill/>
          <a:ln cap="flat" cmpd="sng" w="13950">
            <a:solidFill>
              <a:srgbClr val="2D9CDB"/>
            </a:solidFill>
            <a:prstDash val="solid"/>
            <a:round/>
            <a:headEnd len="sm" w="sm" type="none"/>
            <a:tailEnd len="med" w="med" type="triangle"/>
          </a:ln>
        </p:spPr>
      </p:cxnSp>
      <p:sp>
        <p:nvSpPr>
          <p:cNvPr id="794" name="Google Shape;794;p62"/>
          <p:cNvSpPr/>
          <p:nvPr/>
        </p:nvSpPr>
        <p:spPr>
          <a:xfrm>
            <a:off x="3515400" y="4199400"/>
            <a:ext cx="3319560" cy="502200"/>
          </a:xfrm>
          <a:prstGeom prst="rect">
            <a:avLst/>
          </a:prstGeom>
          <a:solidFill>
            <a:srgbClr val="111827"/>
          </a:solidFill>
          <a:ln cap="flat" cmpd="sng" w="12700">
            <a:solidFill>
              <a:srgbClr val="111827"/>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600" u="none" strike="noStrike">
                <a:solidFill>
                  <a:srgbClr val="FFFFFF"/>
                </a:solidFill>
                <a:latin typeface="Arial"/>
                <a:ea typeface="Arial"/>
                <a:cs typeface="Arial"/>
                <a:sym typeface="Arial"/>
              </a:rPr>
              <a:t>Prefab ≠ copia desconectada</a:t>
            </a:r>
            <a:endParaRPr b="0" sz="1600" u="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None/>
            </a:pPr>
            <a:r>
              <a:rPr b="1" lang="es-ES" sz="1600" u="none" strike="noStrike">
                <a:solidFill>
                  <a:srgbClr val="FFFFFF"/>
                </a:solidFill>
                <a:latin typeface="Arial"/>
                <a:ea typeface="Arial"/>
                <a:cs typeface="Arial"/>
                <a:sym typeface="Arial"/>
              </a:rPr>
              <a:t>Prefab ≠ clase C#</a:t>
            </a:r>
            <a:endParaRPr b="0" sz="1600" u="none" strike="noStrike">
              <a:solidFill>
                <a:srgbClr val="FFFFFF"/>
              </a:solidFill>
              <a:latin typeface="Arial"/>
              <a:ea typeface="Arial"/>
              <a:cs typeface="Arial"/>
              <a:sym typeface="Arial"/>
            </a:endParaRPr>
          </a:p>
        </p:txBody>
      </p:sp>
      <p:sp>
        <p:nvSpPr>
          <p:cNvPr id="795" name="Google Shape;795;p62"/>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63"/>
          <p:cNvSpPr txBox="1"/>
          <p:nvPr>
            <p:ph type="title"/>
          </p:nvPr>
        </p:nvSpPr>
        <p:spPr>
          <a:xfrm>
            <a:off x="1086786" y="910251"/>
            <a:ext cx="7743000" cy="5850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3800" u="none" strike="noStrike">
                <a:solidFill>
                  <a:srgbClr val="000000"/>
                </a:solidFill>
                <a:latin typeface="Arial"/>
                <a:ea typeface="Arial"/>
                <a:cs typeface="Arial"/>
                <a:sym typeface="Arial"/>
              </a:rPr>
              <a:t>Prefab: reutilizar una configuración</a:t>
            </a:r>
            <a:endParaRPr b="0" sz="3800" u="none" strike="noStrike">
              <a:solidFill>
                <a:srgbClr val="000000"/>
              </a:solidFill>
              <a:latin typeface="Arial"/>
              <a:ea typeface="Arial"/>
              <a:cs typeface="Arial"/>
              <a:sym typeface="Arial"/>
            </a:endParaRPr>
          </a:p>
        </p:txBody>
      </p:sp>
      <p:sp>
        <p:nvSpPr>
          <p:cNvPr id="801" name="Google Shape;801;p63"/>
          <p:cNvSpPr txBox="1"/>
          <p:nvPr>
            <p:ph idx="1" type="body"/>
          </p:nvPr>
        </p:nvSpPr>
        <p:spPr>
          <a:xfrm>
            <a:off x="1102537" y="2008320"/>
            <a:ext cx="7743000" cy="2740500"/>
          </a:xfrm>
          <a:prstGeom prst="rect">
            <a:avLst/>
          </a:prstGeom>
          <a:noFill/>
          <a:ln>
            <a:noFill/>
          </a:ln>
        </p:spPr>
        <p:txBody>
          <a:bodyPr anchorCtr="0" anchor="t" bIns="0" lIns="0" spcFirstLastPara="1" rIns="0" wrap="square" tIns="0">
            <a:normAutofit fontScale="70000" lnSpcReduction="20000"/>
          </a:bodyPr>
          <a:lstStyle/>
          <a:p>
            <a:pPr indent="-310284" lvl="0" marL="432000" marR="0" rtl="0" algn="l">
              <a:lnSpc>
                <a:spcPct val="100000"/>
              </a:lnSpc>
              <a:spcBef>
                <a:spcPts val="0"/>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Creamos la carpeta Assets/Prefabs en Project.</a:t>
            </a:r>
            <a:endParaRPr b="0" i="0" sz="3200" u="none" cap="none" strike="noStrike">
              <a:solidFill>
                <a:srgbClr val="000000"/>
              </a:solidFill>
              <a:latin typeface="Arial"/>
              <a:ea typeface="Arial"/>
              <a:cs typeface="Arial"/>
              <a:sym typeface="Arial"/>
            </a:endParaRPr>
          </a:p>
          <a:p>
            <a:pPr indent="-310284"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Usamos la Roca existente para crear Roca.prefab.</a:t>
            </a:r>
            <a:endParaRPr b="0" i="0" sz="3200" u="none" cap="none" strike="noStrike">
              <a:solidFill>
                <a:srgbClr val="000000"/>
              </a:solidFill>
              <a:latin typeface="Arial"/>
              <a:ea typeface="Arial"/>
              <a:cs typeface="Arial"/>
              <a:sym typeface="Arial"/>
            </a:endParaRPr>
          </a:p>
          <a:p>
            <a:pPr indent="-310284"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Creamos dos Rocas más arrastrando el prefab a la escena, renombramos las tres como Roca_1, Roca_2 y Roca_3, y las ponemos todas como hijas de Decorado.</a:t>
            </a:r>
            <a:endParaRPr b="0" i="0" sz="3200" u="none" cap="none" strike="noStrike">
              <a:solidFill>
                <a:srgbClr val="000000"/>
              </a:solidFill>
              <a:latin typeface="Arial"/>
              <a:ea typeface="Arial"/>
              <a:cs typeface="Arial"/>
              <a:sym typeface="Arial"/>
            </a:endParaRPr>
          </a:p>
          <a:p>
            <a:pPr indent="-310284"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Cambiamos del prefab el color en el Sprite Renderer, vemos cómo afecta a las instancias de roca y deshacemos los cambios.</a:t>
            </a:r>
            <a:endParaRPr b="0" i="0" sz="3200" u="none" cap="none" strike="noStrike">
              <a:solidFill>
                <a:srgbClr val="000000"/>
              </a:solidFill>
              <a:latin typeface="Arial"/>
              <a:ea typeface="Arial"/>
              <a:cs typeface="Arial"/>
              <a:sym typeface="Arial"/>
            </a:endParaRPr>
          </a:p>
        </p:txBody>
      </p:sp>
      <p:sp>
        <p:nvSpPr>
          <p:cNvPr id="802" name="Google Shape;802;p63"/>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pic>
        <p:nvPicPr>
          <p:cNvPr id="807" name="Google Shape;807;p64"/>
          <p:cNvPicPr preferRelativeResize="0"/>
          <p:nvPr/>
        </p:nvPicPr>
        <p:blipFill rotWithShape="1">
          <a:blip r:embed="rId3">
            <a:alphaModFix/>
          </a:blip>
          <a:srcRect b="0" l="0" r="0" t="0"/>
          <a:stretch/>
        </p:blipFill>
        <p:spPr>
          <a:xfrm>
            <a:off x="2745000" y="720"/>
            <a:ext cx="4590720" cy="5668920"/>
          </a:xfrm>
          <a:prstGeom prst="rect">
            <a:avLst/>
          </a:prstGeom>
          <a:noFill/>
          <a:ln>
            <a:noFill/>
          </a:ln>
        </p:spPr>
      </p:pic>
      <p:sp>
        <p:nvSpPr>
          <p:cNvPr id="808" name="Google Shape;808;p64"/>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pic>
        <p:nvPicPr>
          <p:cNvPr id="813" name="Google Shape;813;p65"/>
          <p:cNvPicPr preferRelativeResize="0"/>
          <p:nvPr/>
        </p:nvPicPr>
        <p:blipFill rotWithShape="1">
          <a:blip r:embed="rId3">
            <a:alphaModFix/>
          </a:blip>
          <a:srcRect b="0" l="0" r="0" t="0"/>
          <a:stretch/>
        </p:blipFill>
        <p:spPr>
          <a:xfrm>
            <a:off x="2867760" y="720"/>
            <a:ext cx="4345200" cy="5668920"/>
          </a:xfrm>
          <a:prstGeom prst="rect">
            <a:avLst/>
          </a:prstGeom>
          <a:noFill/>
          <a:ln>
            <a:noFill/>
          </a:ln>
        </p:spPr>
      </p:pic>
      <p:sp>
        <p:nvSpPr>
          <p:cNvPr id="814" name="Google Shape;814;p65"/>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pic>
        <p:nvPicPr>
          <p:cNvPr id="819" name="Google Shape;819;p66"/>
          <p:cNvPicPr preferRelativeResize="0"/>
          <p:nvPr/>
        </p:nvPicPr>
        <p:blipFill rotWithShape="1">
          <a:blip r:embed="rId3">
            <a:alphaModFix/>
          </a:blip>
          <a:srcRect b="0" l="0" r="0" t="0"/>
          <a:stretch/>
        </p:blipFill>
        <p:spPr>
          <a:xfrm>
            <a:off x="720" y="168840"/>
            <a:ext cx="10078920" cy="5333040"/>
          </a:xfrm>
          <a:prstGeom prst="rect">
            <a:avLst/>
          </a:prstGeom>
          <a:noFill/>
          <a:ln>
            <a:noFill/>
          </a:ln>
        </p:spPr>
      </p:pic>
      <p:sp>
        <p:nvSpPr>
          <p:cNvPr id="820" name="Google Shape;820;p66"/>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pic>
        <p:nvPicPr>
          <p:cNvPr id="825" name="Google Shape;825;p67"/>
          <p:cNvPicPr preferRelativeResize="0"/>
          <p:nvPr/>
        </p:nvPicPr>
        <p:blipFill rotWithShape="1">
          <a:blip r:embed="rId3">
            <a:alphaModFix/>
          </a:blip>
          <a:srcRect b="0" l="0" r="0" t="0"/>
          <a:stretch/>
        </p:blipFill>
        <p:spPr>
          <a:xfrm>
            <a:off x="720" y="565560"/>
            <a:ext cx="10078920" cy="4539600"/>
          </a:xfrm>
          <a:prstGeom prst="rect">
            <a:avLst/>
          </a:prstGeom>
          <a:noFill/>
          <a:ln>
            <a:noFill/>
          </a:ln>
        </p:spPr>
      </p:pic>
      <p:sp>
        <p:nvSpPr>
          <p:cNvPr id="826" name="Google Shape;826;p67"/>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pic>
        <p:nvPicPr>
          <p:cNvPr id="831" name="Google Shape;831;p68"/>
          <p:cNvPicPr preferRelativeResize="0"/>
          <p:nvPr/>
        </p:nvPicPr>
        <p:blipFill rotWithShape="1">
          <a:blip r:embed="rId3">
            <a:alphaModFix/>
          </a:blip>
          <a:srcRect b="0" l="0" r="0" t="0"/>
          <a:stretch/>
        </p:blipFill>
        <p:spPr>
          <a:xfrm>
            <a:off x="720" y="169560"/>
            <a:ext cx="10078920" cy="5331600"/>
          </a:xfrm>
          <a:prstGeom prst="rect">
            <a:avLst/>
          </a:prstGeom>
          <a:noFill/>
          <a:ln>
            <a:noFill/>
          </a:ln>
        </p:spPr>
      </p:pic>
      <p:sp>
        <p:nvSpPr>
          <p:cNvPr id="832" name="Google Shape;832;p68"/>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pic>
        <p:nvPicPr>
          <p:cNvPr id="837" name="Google Shape;837;p69"/>
          <p:cNvPicPr preferRelativeResize="0"/>
          <p:nvPr/>
        </p:nvPicPr>
        <p:blipFill rotWithShape="1">
          <a:blip r:embed="rId3">
            <a:alphaModFix/>
          </a:blip>
          <a:srcRect b="0" l="0" r="0" t="0"/>
          <a:stretch/>
        </p:blipFill>
        <p:spPr>
          <a:xfrm>
            <a:off x="5400" y="720"/>
            <a:ext cx="10069920" cy="5668920"/>
          </a:xfrm>
          <a:prstGeom prst="rect">
            <a:avLst/>
          </a:prstGeom>
          <a:noFill/>
          <a:ln>
            <a:noFill/>
          </a:ln>
        </p:spPr>
      </p:pic>
      <p:sp>
        <p:nvSpPr>
          <p:cNvPr id="838" name="Google Shape;838;p69"/>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pic>
        <p:nvPicPr>
          <p:cNvPr id="843" name="Google Shape;843;p70"/>
          <p:cNvPicPr preferRelativeResize="0"/>
          <p:nvPr/>
        </p:nvPicPr>
        <p:blipFill rotWithShape="1">
          <a:blip r:embed="rId3">
            <a:alphaModFix/>
          </a:blip>
          <a:srcRect b="0" l="0" r="0" t="0"/>
          <a:stretch/>
        </p:blipFill>
        <p:spPr>
          <a:xfrm>
            <a:off x="107640" y="720"/>
            <a:ext cx="9865440" cy="5668920"/>
          </a:xfrm>
          <a:prstGeom prst="rect">
            <a:avLst/>
          </a:prstGeom>
          <a:noFill/>
          <a:ln>
            <a:noFill/>
          </a:ln>
        </p:spPr>
      </p:pic>
      <p:sp>
        <p:nvSpPr>
          <p:cNvPr id="844" name="Google Shape;844;p70"/>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71"/>
          <p:cNvSpPr txBox="1"/>
          <p:nvPr>
            <p:ph type="title"/>
          </p:nvPr>
        </p:nvSpPr>
        <p:spPr>
          <a:xfrm>
            <a:off x="1086786" y="910251"/>
            <a:ext cx="7743000" cy="13545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4400" u="none" strike="noStrike">
                <a:solidFill>
                  <a:srgbClr val="000000"/>
                </a:solidFill>
                <a:latin typeface="Arial"/>
                <a:ea typeface="Arial"/>
                <a:cs typeface="Arial"/>
                <a:sym typeface="Arial"/>
              </a:rPr>
              <a:t>Un proyecto ordenado desde el primer día</a:t>
            </a:r>
            <a:endParaRPr b="0" sz="4400" u="none" strike="noStrike">
              <a:solidFill>
                <a:srgbClr val="000000"/>
              </a:solidFill>
              <a:latin typeface="Arial"/>
              <a:ea typeface="Arial"/>
              <a:cs typeface="Arial"/>
              <a:sym typeface="Arial"/>
            </a:endParaRPr>
          </a:p>
        </p:txBody>
      </p:sp>
      <p:sp>
        <p:nvSpPr>
          <p:cNvPr id="850" name="Google Shape;850;p71"/>
          <p:cNvSpPr txBox="1"/>
          <p:nvPr>
            <p:ph idx="1" type="body"/>
          </p:nvPr>
        </p:nvSpPr>
        <p:spPr>
          <a:xfrm>
            <a:off x="1102537" y="2008320"/>
            <a:ext cx="7743000" cy="27405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sp>
        <p:nvSpPr>
          <p:cNvPr id="851" name="Google Shape;851;p71"/>
          <p:cNvSpPr/>
          <p:nvPr/>
        </p:nvSpPr>
        <p:spPr>
          <a:xfrm>
            <a:off x="517320" y="1445400"/>
            <a:ext cx="3423960" cy="225540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l">
              <a:lnSpc>
                <a:spcPct val="100000"/>
              </a:lnSpc>
              <a:spcBef>
                <a:spcPts val="0"/>
              </a:spcBef>
              <a:spcAft>
                <a:spcPts val="0"/>
              </a:spcAft>
              <a:buNone/>
            </a:pPr>
            <a:r>
              <a:rPr b="1" lang="es-ES" sz="1800" u="none" strike="noStrike">
                <a:solidFill>
                  <a:srgbClr val="1F2937"/>
                </a:solidFill>
                <a:latin typeface="Arial"/>
                <a:ea typeface="Arial"/>
                <a:cs typeface="Arial"/>
                <a:sym typeface="Arial"/>
              </a:rPr>
              <a:t>Assets/</a:t>
            </a:r>
            <a:endParaRPr b="0" sz="18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lang="es-ES" sz="1800" u="none" strike="noStrike">
                <a:solidFill>
                  <a:srgbClr val="1F2937"/>
                </a:solidFill>
                <a:latin typeface="Arial"/>
                <a:ea typeface="Arial"/>
                <a:cs typeface="Arial"/>
                <a:sym typeface="Arial"/>
              </a:rPr>
              <a:t>├─ Scenes/</a:t>
            </a:r>
            <a:endParaRPr b="0" sz="18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lang="es-ES" sz="1800" u="none" strike="noStrike">
                <a:solidFill>
                  <a:srgbClr val="1F2937"/>
                </a:solidFill>
                <a:latin typeface="Arial"/>
                <a:ea typeface="Arial"/>
                <a:cs typeface="Arial"/>
                <a:sym typeface="Arial"/>
              </a:rPr>
              <a:t>├─ Scripts/</a:t>
            </a:r>
            <a:endParaRPr b="0" sz="18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lang="es-ES" sz="1800" u="none" strike="noStrike">
                <a:solidFill>
                  <a:srgbClr val="1F2937"/>
                </a:solidFill>
                <a:latin typeface="Arial"/>
                <a:ea typeface="Arial"/>
                <a:cs typeface="Arial"/>
                <a:sym typeface="Arial"/>
              </a:rPr>
              <a:t>├─ Sprites/</a:t>
            </a:r>
            <a:endParaRPr b="0" sz="18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lang="es-ES" sz="1800" u="none" strike="noStrike">
                <a:solidFill>
                  <a:srgbClr val="1F2937"/>
                </a:solidFill>
                <a:latin typeface="Arial"/>
                <a:ea typeface="Arial"/>
                <a:cs typeface="Arial"/>
                <a:sym typeface="Arial"/>
              </a:rPr>
              <a:t>├─ Prefabs/</a:t>
            </a:r>
            <a:endParaRPr b="0" sz="18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lang="es-ES" sz="1800" u="none" strike="noStrike">
                <a:solidFill>
                  <a:srgbClr val="1F2937"/>
                </a:solidFill>
                <a:latin typeface="Arial"/>
                <a:ea typeface="Arial"/>
                <a:cs typeface="Arial"/>
                <a:sym typeface="Arial"/>
              </a:rPr>
              <a:t>└─ Audio/</a:t>
            </a:r>
            <a:endParaRPr b="0" sz="1800" u="none" strike="noStrike">
              <a:solidFill>
                <a:srgbClr val="000000"/>
              </a:solidFill>
              <a:latin typeface="Arial"/>
              <a:ea typeface="Arial"/>
              <a:cs typeface="Arial"/>
              <a:sym typeface="Arial"/>
            </a:endParaRPr>
          </a:p>
        </p:txBody>
      </p:sp>
      <p:sp>
        <p:nvSpPr>
          <p:cNvPr id="852" name="Google Shape;852;p71"/>
          <p:cNvSpPr/>
          <p:nvPr/>
        </p:nvSpPr>
        <p:spPr>
          <a:xfrm>
            <a:off x="517320" y="3984120"/>
            <a:ext cx="3423960" cy="522720"/>
          </a:xfrm>
          <a:prstGeom prst="rect">
            <a:avLst/>
          </a:prstGeom>
          <a:solidFill>
            <a:srgbClr val="FFF7ED"/>
          </a:solidFill>
          <a:ln cap="flat" cmpd="sng" w="12700">
            <a:solidFill>
              <a:srgbClr val="F59E0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90001"/>
              </a:lnSpc>
              <a:spcBef>
                <a:spcPts val="0"/>
              </a:spcBef>
              <a:spcAft>
                <a:spcPts val="0"/>
              </a:spcAft>
              <a:buNone/>
            </a:pPr>
            <a:r>
              <a:rPr b="1" lang="es-ES" sz="1295" u="none" strike="noStrike">
                <a:solidFill>
                  <a:srgbClr val="1F2937"/>
                </a:solidFill>
                <a:latin typeface="Arial"/>
                <a:ea typeface="Arial"/>
                <a:cs typeface="Arial"/>
                <a:sym typeface="Arial"/>
              </a:rPr>
              <a:t>Nombres comprensibles</a:t>
            </a:r>
            <a:endParaRPr b="0" sz="1295" u="none" strike="noStrike">
              <a:solidFill>
                <a:srgbClr val="000000"/>
              </a:solidFill>
              <a:latin typeface="Arial"/>
              <a:ea typeface="Arial"/>
              <a:cs typeface="Arial"/>
              <a:sym typeface="Arial"/>
            </a:endParaRPr>
          </a:p>
          <a:p>
            <a:pPr indent="0" lvl="0" marL="0" marR="0" rtl="0" algn="ctr">
              <a:lnSpc>
                <a:spcPct val="90001"/>
              </a:lnSpc>
              <a:spcBef>
                <a:spcPts val="0"/>
              </a:spcBef>
              <a:spcAft>
                <a:spcPts val="0"/>
              </a:spcAft>
              <a:buNone/>
            </a:pPr>
            <a:r>
              <a:rPr b="1" lang="es-ES" sz="1295" u="none" strike="noStrike">
                <a:solidFill>
                  <a:srgbClr val="1F2937"/>
                </a:solidFill>
                <a:latin typeface="Arial"/>
                <a:ea typeface="Arial"/>
                <a:cs typeface="Arial"/>
                <a:sym typeface="Arial"/>
              </a:rPr>
              <a:t>Arena01 · Jugador · Decorado · Roca</a:t>
            </a:r>
            <a:endParaRPr b="0" sz="1295" u="none" strike="noStrike">
              <a:solidFill>
                <a:srgbClr val="000000"/>
              </a:solidFill>
              <a:latin typeface="Arial"/>
              <a:ea typeface="Arial"/>
              <a:cs typeface="Arial"/>
              <a:sym typeface="Arial"/>
            </a:endParaRPr>
          </a:p>
        </p:txBody>
      </p:sp>
      <p:sp>
        <p:nvSpPr>
          <p:cNvPr id="853" name="Google Shape;853;p71"/>
          <p:cNvSpPr/>
          <p:nvPr/>
        </p:nvSpPr>
        <p:spPr>
          <a:xfrm>
            <a:off x="4667760" y="1324440"/>
            <a:ext cx="4794480" cy="402120"/>
          </a:xfrm>
          <a:prstGeom prst="rect">
            <a:avLst/>
          </a:prstGeom>
          <a:solidFill>
            <a:srgbClr val="111827"/>
          </a:solidFill>
          <a:ln cap="flat" cmpd="sng" w="12700">
            <a:solidFill>
              <a:srgbClr val="111827"/>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90001"/>
              </a:lnSpc>
              <a:spcBef>
                <a:spcPts val="0"/>
              </a:spcBef>
              <a:spcAft>
                <a:spcPts val="0"/>
              </a:spcAft>
              <a:buNone/>
            </a:pPr>
            <a:r>
              <a:rPr b="1" lang="es-ES" sz="1360" u="none" strike="noStrike">
                <a:solidFill>
                  <a:srgbClr val="FFFFFF"/>
                </a:solidFill>
                <a:latin typeface="Arial"/>
                <a:ea typeface="Arial"/>
                <a:cs typeface="Arial"/>
                <a:sym typeface="Arial"/>
              </a:rPr>
              <a:t>Particularidades de Unity</a:t>
            </a:r>
            <a:endParaRPr b="0" sz="1360" u="none" strike="noStrike">
              <a:solidFill>
                <a:srgbClr val="FFFFFF"/>
              </a:solidFill>
              <a:latin typeface="Arial"/>
              <a:ea typeface="Arial"/>
              <a:cs typeface="Arial"/>
              <a:sym typeface="Arial"/>
            </a:endParaRPr>
          </a:p>
          <a:p>
            <a:pPr indent="0" lvl="0" marL="0" marR="0" rtl="0" algn="ctr">
              <a:lnSpc>
                <a:spcPct val="90001"/>
              </a:lnSpc>
              <a:spcBef>
                <a:spcPts val="0"/>
              </a:spcBef>
              <a:spcAft>
                <a:spcPts val="0"/>
              </a:spcAft>
              <a:buNone/>
            </a:pPr>
            <a:r>
              <a:rPr b="1" lang="es-ES" sz="1360" u="none" strike="noStrike">
                <a:solidFill>
                  <a:srgbClr val="FFFFFF"/>
                </a:solidFill>
                <a:latin typeface="Arial"/>
                <a:ea typeface="Arial"/>
                <a:cs typeface="Arial"/>
                <a:sym typeface="Arial"/>
              </a:rPr>
              <a:t>y control de versiones</a:t>
            </a:r>
            <a:endParaRPr b="0" sz="1360" u="none" strike="noStrike">
              <a:solidFill>
                <a:srgbClr val="FFFFFF"/>
              </a:solidFill>
              <a:latin typeface="Arial"/>
              <a:ea typeface="Arial"/>
              <a:cs typeface="Arial"/>
              <a:sym typeface="Arial"/>
            </a:endParaRPr>
          </a:p>
        </p:txBody>
      </p:sp>
      <p:sp>
        <p:nvSpPr>
          <p:cNvPr id="854" name="Google Shape;854;p71"/>
          <p:cNvSpPr/>
          <p:nvPr/>
        </p:nvSpPr>
        <p:spPr>
          <a:xfrm>
            <a:off x="4667760" y="2009520"/>
            <a:ext cx="2255760" cy="1691280"/>
          </a:xfrm>
          <a:prstGeom prst="rect">
            <a:avLst/>
          </a:prstGeom>
          <a:solidFill>
            <a:srgbClr val="F0FDF4"/>
          </a:solidFill>
          <a:ln cap="flat" cmpd="sng" w="12700">
            <a:solidFill>
              <a:srgbClr val="10B981"/>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400" u="none" strike="noStrike">
                <a:solidFill>
                  <a:srgbClr val="1F2937"/>
                </a:solidFill>
                <a:latin typeface="Arial"/>
                <a:ea typeface="Arial"/>
                <a:cs typeface="Arial"/>
                <a:sym typeface="Arial"/>
              </a:rPr>
              <a:t>Conservar</a:t>
            </a:r>
            <a:endParaRPr b="0" sz="14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sz="14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400" u="none" strike="noStrike">
                <a:solidFill>
                  <a:srgbClr val="1F2937"/>
                </a:solidFill>
                <a:latin typeface="Arial"/>
                <a:ea typeface="Arial"/>
                <a:cs typeface="Arial"/>
                <a:sym typeface="Arial"/>
              </a:rPr>
              <a:t>Assets + archivos .meta</a:t>
            </a:r>
            <a:endParaRPr b="0" sz="14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400" u="none" strike="noStrike">
                <a:solidFill>
                  <a:srgbClr val="1F2937"/>
                </a:solidFill>
                <a:latin typeface="Arial"/>
                <a:ea typeface="Arial"/>
                <a:cs typeface="Arial"/>
                <a:sym typeface="Arial"/>
              </a:rPr>
              <a:t>Packages</a:t>
            </a:r>
            <a:endParaRPr b="0" sz="14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400" u="none" strike="noStrike">
                <a:solidFill>
                  <a:srgbClr val="1F2937"/>
                </a:solidFill>
                <a:latin typeface="Arial"/>
                <a:ea typeface="Arial"/>
                <a:cs typeface="Arial"/>
                <a:sym typeface="Arial"/>
              </a:rPr>
              <a:t>ProjectSettings</a:t>
            </a:r>
            <a:endParaRPr b="0" sz="1400" u="none" strike="noStrike">
              <a:solidFill>
                <a:srgbClr val="000000"/>
              </a:solidFill>
              <a:latin typeface="Arial"/>
              <a:ea typeface="Arial"/>
              <a:cs typeface="Arial"/>
              <a:sym typeface="Arial"/>
            </a:endParaRPr>
          </a:p>
        </p:txBody>
      </p:sp>
      <p:sp>
        <p:nvSpPr>
          <p:cNvPr id="855" name="Google Shape;855;p71"/>
          <p:cNvSpPr/>
          <p:nvPr/>
        </p:nvSpPr>
        <p:spPr>
          <a:xfrm>
            <a:off x="7246440" y="2009520"/>
            <a:ext cx="2255760" cy="1691280"/>
          </a:xfrm>
          <a:prstGeom prst="rect">
            <a:avLst/>
          </a:prstGeom>
          <a:solidFill>
            <a:srgbClr val="FEF2F2"/>
          </a:solidFill>
          <a:ln cap="flat" cmpd="sng" w="12700">
            <a:solidFill>
              <a:srgbClr val="EF4444"/>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400" u="none" strike="noStrike">
                <a:solidFill>
                  <a:srgbClr val="1F2937"/>
                </a:solidFill>
                <a:latin typeface="Arial"/>
                <a:ea typeface="Arial"/>
                <a:cs typeface="Arial"/>
                <a:sym typeface="Arial"/>
              </a:rPr>
              <a:t>Excluir normalmente</a:t>
            </a:r>
            <a:endParaRPr b="0" sz="14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sz="14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400" u="none" strike="noStrike">
                <a:solidFill>
                  <a:srgbClr val="1F2937"/>
                </a:solidFill>
                <a:latin typeface="Arial"/>
                <a:ea typeface="Arial"/>
                <a:cs typeface="Arial"/>
                <a:sym typeface="Arial"/>
              </a:rPr>
              <a:t>Library</a:t>
            </a:r>
            <a:endParaRPr b="0" sz="14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400" u="none" strike="noStrike">
                <a:solidFill>
                  <a:srgbClr val="1F2937"/>
                </a:solidFill>
                <a:latin typeface="Arial"/>
                <a:ea typeface="Arial"/>
                <a:cs typeface="Arial"/>
                <a:sym typeface="Arial"/>
              </a:rPr>
              <a:t>Temp</a:t>
            </a:r>
            <a:endParaRPr b="0" sz="14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s-ES" sz="1400" u="none" strike="noStrike">
                <a:solidFill>
                  <a:srgbClr val="1F2937"/>
                </a:solidFill>
                <a:latin typeface="Arial"/>
                <a:ea typeface="Arial"/>
                <a:cs typeface="Arial"/>
                <a:sym typeface="Arial"/>
              </a:rPr>
              <a:t>UserSettings</a:t>
            </a:r>
            <a:endParaRPr b="0" sz="1400" u="none" strike="noStrike">
              <a:solidFill>
                <a:srgbClr val="000000"/>
              </a:solidFill>
              <a:latin typeface="Arial"/>
              <a:ea typeface="Arial"/>
              <a:cs typeface="Arial"/>
              <a:sym typeface="Arial"/>
            </a:endParaRPr>
          </a:p>
        </p:txBody>
      </p:sp>
      <p:sp>
        <p:nvSpPr>
          <p:cNvPr id="856" name="Google Shape;856;p71"/>
          <p:cNvSpPr/>
          <p:nvPr/>
        </p:nvSpPr>
        <p:spPr>
          <a:xfrm>
            <a:off x="4949640" y="4145400"/>
            <a:ext cx="2819880" cy="401760"/>
          </a:xfrm>
          <a:prstGeom prst="rect">
            <a:avLst/>
          </a:prstGeom>
          <a:solidFill>
            <a:srgbClr val="F0F9FF"/>
          </a:solidFill>
          <a:ln cap="flat" cmpd="sng" w="12700">
            <a:solidFill>
              <a:srgbClr val="2D9CD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320" u="none" strike="noStrike">
                <a:solidFill>
                  <a:srgbClr val="1F2937"/>
                </a:solidFill>
                <a:latin typeface="Arial"/>
                <a:ea typeface="Arial"/>
                <a:cs typeface="Arial"/>
                <a:sym typeface="Arial"/>
              </a:rPr>
              <a:t>roca.png  +  roca.png.meta</a:t>
            </a:r>
            <a:endParaRPr b="0" sz="1320" u="none" strike="noStrike">
              <a:solidFill>
                <a:srgbClr val="000000"/>
              </a:solidFill>
              <a:latin typeface="Arial"/>
              <a:ea typeface="Arial"/>
              <a:cs typeface="Arial"/>
              <a:sym typeface="Arial"/>
            </a:endParaRPr>
          </a:p>
        </p:txBody>
      </p:sp>
      <p:cxnSp>
        <p:nvCxnSpPr>
          <p:cNvPr id="857" name="Google Shape;857;p71"/>
          <p:cNvCxnSpPr/>
          <p:nvPr/>
        </p:nvCxnSpPr>
        <p:spPr>
          <a:xfrm>
            <a:off x="6222960" y="4145400"/>
            <a:ext cx="241920" cy="360"/>
          </a:xfrm>
          <a:prstGeom prst="straightConnector1">
            <a:avLst/>
          </a:prstGeom>
          <a:noFill/>
          <a:ln cap="flat" cmpd="sng" w="15225">
            <a:solidFill>
              <a:srgbClr val="2D9CDB"/>
            </a:solidFill>
            <a:prstDash val="solid"/>
            <a:round/>
            <a:headEnd len="sm" w="sm" type="none"/>
            <a:tailEnd len="med" w="med" type="triangle"/>
          </a:ln>
        </p:spPr>
      </p:cxnSp>
      <p:sp>
        <p:nvSpPr>
          <p:cNvPr id="858" name="Google Shape;858;p71"/>
          <p:cNvSpPr/>
          <p:nvPr/>
        </p:nvSpPr>
        <p:spPr>
          <a:xfrm>
            <a:off x="6279480" y="4830480"/>
            <a:ext cx="2577960" cy="44208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90001"/>
              </a:lnSpc>
              <a:spcBef>
                <a:spcPts val="0"/>
              </a:spcBef>
              <a:spcAft>
                <a:spcPts val="0"/>
              </a:spcAft>
              <a:buNone/>
            </a:pPr>
            <a:r>
              <a:rPr b="1" lang="es-ES" sz="1600" u="none" strike="noStrike">
                <a:solidFill>
                  <a:srgbClr val="1F2937"/>
                </a:solidFill>
                <a:latin typeface="Arial"/>
                <a:ea typeface="Arial"/>
                <a:cs typeface="Arial"/>
                <a:sym typeface="Arial"/>
              </a:rPr>
              <a:t>Library es regenerable.</a:t>
            </a:r>
            <a:endParaRPr b="0" sz="1600" u="none" strike="noStrike">
              <a:solidFill>
                <a:srgbClr val="000000"/>
              </a:solidFill>
              <a:latin typeface="Arial"/>
              <a:ea typeface="Arial"/>
              <a:cs typeface="Arial"/>
              <a:sym typeface="Arial"/>
            </a:endParaRPr>
          </a:p>
        </p:txBody>
      </p:sp>
      <p:sp>
        <p:nvSpPr>
          <p:cNvPr id="859" name="Google Shape;859;p71"/>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72"/>
          <p:cNvSpPr txBox="1"/>
          <p:nvPr>
            <p:ph type="title"/>
          </p:nvPr>
        </p:nvSpPr>
        <p:spPr>
          <a:xfrm>
            <a:off x="1086786" y="910251"/>
            <a:ext cx="7743000" cy="13545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4400" u="none" strike="noStrike">
                <a:solidFill>
                  <a:srgbClr val="000000"/>
                </a:solidFill>
                <a:latin typeface="Arial"/>
                <a:ea typeface="Arial"/>
                <a:cs typeface="Arial"/>
                <a:sym typeface="Arial"/>
              </a:rPr>
              <a:t>Un proyecto ordenado desde el primer día</a:t>
            </a:r>
            <a:endParaRPr b="0" sz="4400" u="none" strike="noStrike">
              <a:solidFill>
                <a:srgbClr val="000000"/>
              </a:solidFill>
              <a:latin typeface="Arial"/>
              <a:ea typeface="Arial"/>
              <a:cs typeface="Arial"/>
              <a:sym typeface="Arial"/>
            </a:endParaRPr>
          </a:p>
        </p:txBody>
      </p:sp>
      <p:sp>
        <p:nvSpPr>
          <p:cNvPr id="865" name="Google Shape;865;p72"/>
          <p:cNvSpPr txBox="1"/>
          <p:nvPr>
            <p:ph idx="1" type="body"/>
          </p:nvPr>
        </p:nvSpPr>
        <p:spPr>
          <a:xfrm>
            <a:off x="1102537" y="2275518"/>
            <a:ext cx="7743000" cy="2740500"/>
          </a:xfrm>
          <a:prstGeom prst="rect">
            <a:avLst/>
          </a:prstGeom>
          <a:noFill/>
          <a:ln>
            <a:noFill/>
          </a:ln>
        </p:spPr>
        <p:txBody>
          <a:bodyPr anchorCtr="0" anchor="t" bIns="0" lIns="0" spcFirstLastPara="1" rIns="0" wrap="square" tIns="0">
            <a:normAutofit/>
          </a:bodyPr>
          <a:lstStyle/>
          <a:p>
            <a:pPr indent="-324000" lvl="0" marL="432000" marR="0" rtl="0" algn="l">
              <a:lnSpc>
                <a:spcPct val="100000"/>
              </a:lnSpc>
              <a:spcBef>
                <a:spcPts val="0"/>
              </a:spcBef>
              <a:spcAft>
                <a:spcPts val="0"/>
              </a:spcAft>
              <a:buClr>
                <a:srgbClr val="000000"/>
              </a:buClr>
              <a:buSzPts val="1440"/>
              <a:buFont typeface="Noto Sans Symbols"/>
              <a:buChar char="●"/>
            </a:pPr>
            <a:r>
              <a:rPr b="0" i="0" lang="es-ES" sz="3200" u="none" cap="none" strike="noStrike">
                <a:solidFill>
                  <a:srgbClr val="000000"/>
                </a:solidFill>
                <a:latin typeface="Arial"/>
                <a:ea typeface="Arial"/>
                <a:cs typeface="Arial"/>
                <a:sym typeface="Arial"/>
              </a:rPr>
              <a:t>Creamos la carpeta Assets/Audio en Project.</a:t>
            </a:r>
            <a:endParaRPr b="0" i="0" sz="3200" u="none" cap="none" strike="noStrike">
              <a:solidFill>
                <a:srgbClr val="000000"/>
              </a:solidFill>
              <a:latin typeface="Arial"/>
              <a:ea typeface="Arial"/>
              <a:cs typeface="Arial"/>
              <a:sym typeface="Arial"/>
            </a:endParaRPr>
          </a:p>
          <a:p>
            <a:pPr indent="-324000" lvl="0" marL="432000" marR="0" rtl="0" algn="l">
              <a:lnSpc>
                <a:spcPct val="100000"/>
              </a:lnSpc>
              <a:spcBef>
                <a:spcPts val="1417"/>
              </a:spcBef>
              <a:spcAft>
                <a:spcPts val="0"/>
              </a:spcAft>
              <a:buClr>
                <a:srgbClr val="000000"/>
              </a:buClr>
              <a:buSzPts val="1440"/>
              <a:buFont typeface="Noto Sans Symbols"/>
              <a:buChar char="●"/>
            </a:pPr>
            <a:r>
              <a:rPr b="0" i="0" lang="es-ES" sz="3200" u="none" cap="none" strike="noStrike">
                <a:solidFill>
                  <a:srgbClr val="000000"/>
                </a:solidFill>
                <a:latin typeface="Arial"/>
                <a:ea typeface="Arial"/>
                <a:cs typeface="Arial"/>
                <a:sym typeface="Arial"/>
              </a:rPr>
              <a:t>Creamos la carpeta Assets/Scripts en Project.</a:t>
            </a:r>
            <a:endParaRPr b="0" i="0" sz="3200" u="none" cap="none" strike="noStrike">
              <a:solidFill>
                <a:srgbClr val="000000"/>
              </a:solidFill>
              <a:latin typeface="Arial"/>
              <a:ea typeface="Arial"/>
              <a:cs typeface="Arial"/>
              <a:sym typeface="Arial"/>
            </a:endParaRPr>
          </a:p>
        </p:txBody>
      </p:sp>
      <p:sp>
        <p:nvSpPr>
          <p:cNvPr id="866" name="Google Shape;866;p72"/>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pic>
        <p:nvPicPr>
          <p:cNvPr id="871" name="Google Shape;871;p73"/>
          <p:cNvPicPr preferRelativeResize="0"/>
          <p:nvPr/>
        </p:nvPicPr>
        <p:blipFill rotWithShape="1">
          <a:blip r:embed="rId3">
            <a:alphaModFix/>
          </a:blip>
          <a:srcRect b="0" l="0" r="0" t="0"/>
          <a:stretch/>
        </p:blipFill>
        <p:spPr>
          <a:xfrm>
            <a:off x="879480" y="720"/>
            <a:ext cx="8321400" cy="5668920"/>
          </a:xfrm>
          <a:prstGeom prst="rect">
            <a:avLst/>
          </a:prstGeom>
          <a:noFill/>
          <a:ln>
            <a:noFill/>
          </a:ln>
        </p:spPr>
      </p:pic>
      <p:sp>
        <p:nvSpPr>
          <p:cNvPr id="872" name="Google Shape;872;p73"/>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pic>
        <p:nvPicPr>
          <p:cNvPr id="877" name="Google Shape;877;p74"/>
          <p:cNvPicPr preferRelativeResize="0"/>
          <p:nvPr/>
        </p:nvPicPr>
        <p:blipFill rotWithShape="1">
          <a:blip r:embed="rId3">
            <a:alphaModFix/>
          </a:blip>
          <a:srcRect b="0" l="0" r="0" t="0"/>
          <a:stretch/>
        </p:blipFill>
        <p:spPr>
          <a:xfrm>
            <a:off x="1082880" y="1216440"/>
            <a:ext cx="7914960" cy="3237840"/>
          </a:xfrm>
          <a:prstGeom prst="rect">
            <a:avLst/>
          </a:prstGeom>
          <a:noFill/>
          <a:ln>
            <a:noFill/>
          </a:ln>
        </p:spPr>
      </p:pic>
      <p:sp>
        <p:nvSpPr>
          <p:cNvPr id="878" name="Google Shape;878;p74"/>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pic>
        <p:nvPicPr>
          <p:cNvPr id="883" name="Google Shape;883;p75"/>
          <p:cNvPicPr preferRelativeResize="0"/>
          <p:nvPr/>
        </p:nvPicPr>
        <p:blipFill rotWithShape="1">
          <a:blip r:embed="rId3">
            <a:alphaModFix/>
          </a:blip>
          <a:srcRect b="0" l="0" r="0" t="0"/>
          <a:stretch/>
        </p:blipFill>
        <p:spPr>
          <a:xfrm>
            <a:off x="792000" y="821160"/>
            <a:ext cx="8496360" cy="4028400"/>
          </a:xfrm>
          <a:prstGeom prst="rect">
            <a:avLst/>
          </a:prstGeom>
          <a:noFill/>
          <a:ln>
            <a:noFill/>
          </a:ln>
        </p:spPr>
      </p:pic>
      <p:sp>
        <p:nvSpPr>
          <p:cNvPr id="884" name="Google Shape;884;p75"/>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76"/>
          <p:cNvSpPr txBox="1"/>
          <p:nvPr>
            <p:ph type="title"/>
          </p:nvPr>
        </p:nvSpPr>
        <p:spPr>
          <a:xfrm>
            <a:off x="1086786" y="910251"/>
            <a:ext cx="7743000" cy="4311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2800" u="none" strike="noStrike">
                <a:solidFill>
                  <a:srgbClr val="000000"/>
                </a:solidFill>
                <a:latin typeface="Arial"/>
                <a:ea typeface="Arial"/>
                <a:cs typeface="Arial"/>
                <a:sym typeface="Arial"/>
              </a:rPr>
              <a:t>¿Qué debe quedar claro antes de programar?</a:t>
            </a:r>
            <a:endParaRPr b="0" sz="2800" u="none" strike="noStrike">
              <a:solidFill>
                <a:srgbClr val="000000"/>
              </a:solidFill>
              <a:latin typeface="Arial"/>
              <a:ea typeface="Arial"/>
              <a:cs typeface="Arial"/>
              <a:sym typeface="Arial"/>
            </a:endParaRPr>
          </a:p>
        </p:txBody>
      </p:sp>
      <p:sp>
        <p:nvSpPr>
          <p:cNvPr id="890" name="Google Shape;890;p76"/>
          <p:cNvSpPr/>
          <p:nvPr/>
        </p:nvSpPr>
        <p:spPr>
          <a:xfrm>
            <a:off x="517320" y="1449675"/>
            <a:ext cx="2461800" cy="317100"/>
          </a:xfrm>
          <a:prstGeom prst="rect">
            <a:avLst/>
          </a:prstGeom>
          <a:solidFill>
            <a:srgbClr val="111827"/>
          </a:solidFill>
          <a:ln cap="flat" cmpd="sng" w="12700">
            <a:solidFill>
              <a:srgbClr val="111827"/>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350" u="none" strike="noStrike">
                <a:solidFill>
                  <a:srgbClr val="FFFFFF"/>
                </a:solidFill>
                <a:latin typeface="Arial"/>
                <a:ea typeface="Arial"/>
                <a:cs typeface="Arial"/>
                <a:sym typeface="Arial"/>
              </a:rPr>
              <a:t>Project</a:t>
            </a:r>
            <a:endParaRPr b="0" sz="1350" u="none" strike="noStrike">
              <a:solidFill>
                <a:srgbClr val="FFFFFF"/>
              </a:solidFill>
              <a:latin typeface="Arial"/>
              <a:ea typeface="Arial"/>
              <a:cs typeface="Arial"/>
              <a:sym typeface="Arial"/>
            </a:endParaRPr>
          </a:p>
        </p:txBody>
      </p:sp>
      <p:cxnSp>
        <p:nvCxnSpPr>
          <p:cNvPr id="891" name="Google Shape;891;p76"/>
          <p:cNvCxnSpPr/>
          <p:nvPr/>
        </p:nvCxnSpPr>
        <p:spPr>
          <a:xfrm>
            <a:off x="1748520" y="1767555"/>
            <a:ext cx="300" cy="121800"/>
          </a:xfrm>
          <a:prstGeom prst="straightConnector1">
            <a:avLst/>
          </a:prstGeom>
          <a:noFill/>
          <a:ln cap="flat" cmpd="sng" w="12700">
            <a:solidFill>
              <a:srgbClr val="6B7280"/>
            </a:solidFill>
            <a:prstDash val="solid"/>
            <a:round/>
            <a:headEnd len="sm" w="sm" type="none"/>
            <a:tailEnd len="med" w="med" type="triangle"/>
          </a:ln>
        </p:spPr>
      </p:cxnSp>
      <p:sp>
        <p:nvSpPr>
          <p:cNvPr id="892" name="Google Shape;892;p76"/>
          <p:cNvSpPr/>
          <p:nvPr/>
        </p:nvSpPr>
        <p:spPr>
          <a:xfrm>
            <a:off x="517320" y="1904355"/>
            <a:ext cx="2461800" cy="317100"/>
          </a:xfrm>
          <a:prstGeom prst="rect">
            <a:avLst/>
          </a:prstGeom>
          <a:solidFill>
            <a:srgbClr val="2D9CDB"/>
          </a:solidFill>
          <a:ln cap="flat" cmpd="sng" w="12700">
            <a:solidFill>
              <a:srgbClr val="2D9CD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350" u="none" strike="noStrike">
                <a:solidFill>
                  <a:srgbClr val="FFFFFF"/>
                </a:solidFill>
                <a:latin typeface="Arial"/>
                <a:ea typeface="Arial"/>
                <a:cs typeface="Arial"/>
                <a:sym typeface="Arial"/>
              </a:rPr>
              <a:t>Sprite assets</a:t>
            </a:r>
            <a:endParaRPr b="0" sz="1350" u="none" strike="noStrike">
              <a:solidFill>
                <a:srgbClr val="FFFFFF"/>
              </a:solidFill>
              <a:latin typeface="Arial"/>
              <a:ea typeface="Arial"/>
              <a:cs typeface="Arial"/>
              <a:sym typeface="Arial"/>
            </a:endParaRPr>
          </a:p>
        </p:txBody>
      </p:sp>
      <p:cxnSp>
        <p:nvCxnSpPr>
          <p:cNvPr id="893" name="Google Shape;893;p76"/>
          <p:cNvCxnSpPr/>
          <p:nvPr/>
        </p:nvCxnSpPr>
        <p:spPr>
          <a:xfrm>
            <a:off x="1748520" y="2222235"/>
            <a:ext cx="300" cy="121800"/>
          </a:xfrm>
          <a:prstGeom prst="straightConnector1">
            <a:avLst/>
          </a:prstGeom>
          <a:noFill/>
          <a:ln cap="flat" cmpd="sng" w="12700">
            <a:solidFill>
              <a:srgbClr val="6B7280"/>
            </a:solidFill>
            <a:prstDash val="solid"/>
            <a:round/>
            <a:headEnd len="sm" w="sm" type="none"/>
            <a:tailEnd len="med" w="med" type="triangle"/>
          </a:ln>
        </p:spPr>
      </p:cxnSp>
      <p:sp>
        <p:nvSpPr>
          <p:cNvPr id="894" name="Google Shape;894;p76"/>
          <p:cNvSpPr/>
          <p:nvPr/>
        </p:nvSpPr>
        <p:spPr>
          <a:xfrm>
            <a:off x="517320" y="2359035"/>
            <a:ext cx="2461800" cy="3171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90001"/>
              </a:lnSpc>
              <a:spcBef>
                <a:spcPts val="0"/>
              </a:spcBef>
              <a:spcAft>
                <a:spcPts val="0"/>
              </a:spcAft>
              <a:buNone/>
            </a:pPr>
            <a:r>
              <a:rPr b="1" lang="es-ES" sz="1249" u="none" strike="noStrike">
                <a:solidFill>
                  <a:srgbClr val="FFFFFF"/>
                </a:solidFill>
                <a:latin typeface="Arial"/>
                <a:ea typeface="Arial"/>
                <a:cs typeface="Arial"/>
                <a:sym typeface="Arial"/>
              </a:rPr>
              <a:t>GameObjects + Components</a:t>
            </a:r>
            <a:endParaRPr b="0" sz="1249" u="none" strike="noStrike">
              <a:solidFill>
                <a:srgbClr val="000000"/>
              </a:solidFill>
              <a:latin typeface="Arial"/>
              <a:ea typeface="Arial"/>
              <a:cs typeface="Arial"/>
              <a:sym typeface="Arial"/>
            </a:endParaRPr>
          </a:p>
        </p:txBody>
      </p:sp>
      <p:cxnSp>
        <p:nvCxnSpPr>
          <p:cNvPr id="895" name="Google Shape;895;p76"/>
          <p:cNvCxnSpPr/>
          <p:nvPr/>
        </p:nvCxnSpPr>
        <p:spPr>
          <a:xfrm>
            <a:off x="1748520" y="2676915"/>
            <a:ext cx="300" cy="121200"/>
          </a:xfrm>
          <a:prstGeom prst="straightConnector1">
            <a:avLst/>
          </a:prstGeom>
          <a:noFill/>
          <a:ln cap="flat" cmpd="sng" w="12700">
            <a:solidFill>
              <a:srgbClr val="6B7280"/>
            </a:solidFill>
            <a:prstDash val="solid"/>
            <a:round/>
            <a:headEnd len="sm" w="sm" type="none"/>
            <a:tailEnd len="med" w="med" type="triangle"/>
          </a:ln>
        </p:spPr>
      </p:cxnSp>
      <p:sp>
        <p:nvSpPr>
          <p:cNvPr id="896" name="Google Shape;896;p76"/>
          <p:cNvSpPr/>
          <p:nvPr/>
        </p:nvSpPr>
        <p:spPr>
          <a:xfrm>
            <a:off x="517320" y="2813715"/>
            <a:ext cx="2461800" cy="317100"/>
          </a:xfrm>
          <a:prstGeom prst="rect">
            <a:avLst/>
          </a:prstGeom>
          <a:solidFill>
            <a:srgbClr val="10B981"/>
          </a:solidFill>
          <a:ln cap="flat" cmpd="sng" w="12700">
            <a:solidFill>
              <a:srgbClr val="10B981"/>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90001"/>
              </a:lnSpc>
              <a:spcBef>
                <a:spcPts val="0"/>
              </a:spcBef>
              <a:spcAft>
                <a:spcPts val="0"/>
              </a:spcAft>
              <a:buNone/>
            </a:pPr>
            <a:r>
              <a:rPr b="1" lang="es-ES" sz="1148" u="none" strike="noStrike">
                <a:solidFill>
                  <a:srgbClr val="FFFFFF"/>
                </a:solidFill>
                <a:latin typeface="Arial"/>
                <a:ea typeface="Arial"/>
                <a:cs typeface="Arial"/>
                <a:sym typeface="Arial"/>
              </a:rPr>
              <a:t>Transform + Hierarchy + Scene</a:t>
            </a:r>
            <a:endParaRPr b="0" sz="1148" u="none" strike="noStrike">
              <a:solidFill>
                <a:srgbClr val="000000"/>
              </a:solidFill>
              <a:latin typeface="Arial"/>
              <a:ea typeface="Arial"/>
              <a:cs typeface="Arial"/>
              <a:sym typeface="Arial"/>
            </a:endParaRPr>
          </a:p>
        </p:txBody>
      </p:sp>
      <p:cxnSp>
        <p:nvCxnSpPr>
          <p:cNvPr id="897" name="Google Shape;897;p76"/>
          <p:cNvCxnSpPr/>
          <p:nvPr/>
        </p:nvCxnSpPr>
        <p:spPr>
          <a:xfrm>
            <a:off x="1748520" y="3131595"/>
            <a:ext cx="300" cy="121200"/>
          </a:xfrm>
          <a:prstGeom prst="straightConnector1">
            <a:avLst/>
          </a:prstGeom>
          <a:noFill/>
          <a:ln cap="flat" cmpd="sng" w="12700">
            <a:solidFill>
              <a:srgbClr val="6B7280"/>
            </a:solidFill>
            <a:prstDash val="solid"/>
            <a:round/>
            <a:headEnd len="sm" w="sm" type="none"/>
            <a:tailEnd len="med" w="med" type="triangle"/>
          </a:ln>
        </p:spPr>
      </p:cxnSp>
      <p:sp>
        <p:nvSpPr>
          <p:cNvPr id="898" name="Google Shape;898;p76"/>
          <p:cNvSpPr/>
          <p:nvPr/>
        </p:nvSpPr>
        <p:spPr>
          <a:xfrm>
            <a:off x="517320" y="3268395"/>
            <a:ext cx="2461800" cy="317100"/>
          </a:xfrm>
          <a:prstGeom prst="rect">
            <a:avLst/>
          </a:prstGeom>
          <a:solidFill>
            <a:srgbClr val="8B5CF6"/>
          </a:solidFill>
          <a:ln cap="flat" cmpd="sng" w="12700">
            <a:solidFill>
              <a:srgbClr val="8B5CF6"/>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350" u="none" strike="noStrike">
                <a:solidFill>
                  <a:srgbClr val="FFFFFF"/>
                </a:solidFill>
                <a:latin typeface="Arial"/>
                <a:ea typeface="Arial"/>
                <a:cs typeface="Arial"/>
                <a:sym typeface="Arial"/>
              </a:rPr>
              <a:t>Camera</a:t>
            </a:r>
            <a:endParaRPr b="0" sz="1350" u="none" strike="noStrike">
              <a:solidFill>
                <a:srgbClr val="FFFFFF"/>
              </a:solidFill>
              <a:latin typeface="Arial"/>
              <a:ea typeface="Arial"/>
              <a:cs typeface="Arial"/>
              <a:sym typeface="Arial"/>
            </a:endParaRPr>
          </a:p>
        </p:txBody>
      </p:sp>
      <p:cxnSp>
        <p:nvCxnSpPr>
          <p:cNvPr id="899" name="Google Shape;899;p76"/>
          <p:cNvCxnSpPr/>
          <p:nvPr/>
        </p:nvCxnSpPr>
        <p:spPr>
          <a:xfrm>
            <a:off x="1748520" y="3586275"/>
            <a:ext cx="300" cy="121200"/>
          </a:xfrm>
          <a:prstGeom prst="straightConnector1">
            <a:avLst/>
          </a:prstGeom>
          <a:noFill/>
          <a:ln cap="flat" cmpd="sng" w="12700">
            <a:solidFill>
              <a:srgbClr val="6B7280"/>
            </a:solidFill>
            <a:prstDash val="solid"/>
            <a:round/>
            <a:headEnd len="sm" w="sm" type="none"/>
            <a:tailEnd len="med" w="med" type="triangle"/>
          </a:ln>
        </p:spPr>
      </p:cxnSp>
      <p:sp>
        <p:nvSpPr>
          <p:cNvPr id="900" name="Google Shape;900;p76"/>
          <p:cNvSpPr/>
          <p:nvPr/>
        </p:nvSpPr>
        <p:spPr>
          <a:xfrm>
            <a:off x="517320" y="3722715"/>
            <a:ext cx="2461800" cy="317400"/>
          </a:xfrm>
          <a:prstGeom prst="rect">
            <a:avLst/>
          </a:prstGeom>
          <a:solidFill>
            <a:srgbClr val="8B5CF6"/>
          </a:solidFill>
          <a:ln cap="flat" cmpd="sng" w="12700">
            <a:solidFill>
              <a:srgbClr val="8B5CF6"/>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350" u="none" strike="noStrike">
                <a:solidFill>
                  <a:srgbClr val="FFFFFF"/>
                </a:solidFill>
                <a:latin typeface="Arial"/>
                <a:ea typeface="Arial"/>
                <a:cs typeface="Arial"/>
                <a:sym typeface="Arial"/>
              </a:rPr>
              <a:t>renderizado</a:t>
            </a:r>
            <a:endParaRPr b="0" sz="1350" u="none" strike="noStrike">
              <a:solidFill>
                <a:srgbClr val="FFFFFF"/>
              </a:solidFill>
              <a:latin typeface="Arial"/>
              <a:ea typeface="Arial"/>
              <a:cs typeface="Arial"/>
              <a:sym typeface="Arial"/>
            </a:endParaRPr>
          </a:p>
        </p:txBody>
      </p:sp>
      <p:cxnSp>
        <p:nvCxnSpPr>
          <p:cNvPr id="901" name="Google Shape;901;p76"/>
          <p:cNvCxnSpPr/>
          <p:nvPr/>
        </p:nvCxnSpPr>
        <p:spPr>
          <a:xfrm>
            <a:off x="1748520" y="4040955"/>
            <a:ext cx="300" cy="121200"/>
          </a:xfrm>
          <a:prstGeom prst="straightConnector1">
            <a:avLst/>
          </a:prstGeom>
          <a:noFill/>
          <a:ln cap="flat" cmpd="sng" w="12700">
            <a:solidFill>
              <a:srgbClr val="6B7280"/>
            </a:solidFill>
            <a:prstDash val="solid"/>
            <a:round/>
            <a:headEnd len="sm" w="sm" type="none"/>
            <a:tailEnd len="med" w="med" type="triangle"/>
          </a:ln>
        </p:spPr>
      </p:cxnSp>
      <p:sp>
        <p:nvSpPr>
          <p:cNvPr id="902" name="Google Shape;902;p76"/>
          <p:cNvSpPr/>
          <p:nvPr/>
        </p:nvSpPr>
        <p:spPr>
          <a:xfrm>
            <a:off x="517320" y="4177395"/>
            <a:ext cx="2461800" cy="317400"/>
          </a:xfrm>
          <a:prstGeom prst="rect">
            <a:avLst/>
          </a:prstGeom>
          <a:solidFill>
            <a:srgbClr val="111827"/>
          </a:solidFill>
          <a:ln cap="flat" cmpd="sng" w="12700">
            <a:solidFill>
              <a:srgbClr val="111827"/>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350" u="none" strike="noStrike">
                <a:solidFill>
                  <a:srgbClr val="FFFFFF"/>
                </a:solidFill>
                <a:latin typeface="Arial"/>
                <a:ea typeface="Arial"/>
                <a:cs typeface="Arial"/>
                <a:sym typeface="Arial"/>
              </a:rPr>
              <a:t>Game View</a:t>
            </a:r>
            <a:endParaRPr b="0" sz="1350" u="none" strike="noStrike">
              <a:solidFill>
                <a:srgbClr val="FFFFFF"/>
              </a:solidFill>
              <a:latin typeface="Arial"/>
              <a:ea typeface="Arial"/>
              <a:cs typeface="Arial"/>
              <a:sym typeface="Arial"/>
            </a:endParaRPr>
          </a:p>
        </p:txBody>
      </p:sp>
      <p:sp>
        <p:nvSpPr>
          <p:cNvPr id="903" name="Google Shape;903;p76"/>
          <p:cNvSpPr/>
          <p:nvPr/>
        </p:nvSpPr>
        <p:spPr>
          <a:xfrm>
            <a:off x="517320" y="5200515"/>
            <a:ext cx="2461800" cy="339900"/>
          </a:xfrm>
          <a:prstGeom prst="rect">
            <a:avLst/>
          </a:prstGeom>
          <a:solidFill>
            <a:srgbClr val="FFFFFF"/>
          </a:solidFill>
          <a:ln cap="flat" cmpd="sng" w="12700">
            <a:solidFill>
              <a:srgbClr val="2D9CDB"/>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90001"/>
              </a:lnSpc>
              <a:spcBef>
                <a:spcPts val="0"/>
              </a:spcBef>
              <a:spcAft>
                <a:spcPts val="0"/>
              </a:spcAft>
              <a:buNone/>
            </a:pPr>
            <a:r>
              <a:rPr b="1" lang="es-ES" sz="1295" u="none" strike="noStrike">
                <a:solidFill>
                  <a:srgbClr val="1F2937"/>
                </a:solidFill>
                <a:latin typeface="Arial"/>
                <a:ea typeface="Arial"/>
                <a:cs typeface="Arial"/>
                <a:sym typeface="Arial"/>
              </a:rPr>
              <a:t>Prefab Asset → instancias</a:t>
            </a:r>
            <a:endParaRPr b="0" sz="1295" u="none" strike="noStrike">
              <a:solidFill>
                <a:srgbClr val="000000"/>
              </a:solidFill>
              <a:latin typeface="Arial"/>
              <a:ea typeface="Arial"/>
              <a:cs typeface="Arial"/>
              <a:sym typeface="Arial"/>
            </a:endParaRPr>
          </a:p>
        </p:txBody>
      </p:sp>
      <p:sp>
        <p:nvSpPr>
          <p:cNvPr id="904" name="Google Shape;904;p76"/>
          <p:cNvSpPr/>
          <p:nvPr/>
        </p:nvSpPr>
        <p:spPr>
          <a:xfrm>
            <a:off x="3472560" y="1563435"/>
            <a:ext cx="2802300" cy="2271900"/>
          </a:xfrm>
          <a:prstGeom prst="rect">
            <a:avLst/>
          </a:prstGeom>
          <a:solidFill>
            <a:srgbClr val="E0F2FE"/>
          </a:solidFill>
          <a:ln cap="flat" cmpd="sng" w="15225">
            <a:solidFill>
              <a:srgbClr val="93C5FD"/>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b="0" sz="1800" u="none" strike="noStrike">
              <a:solidFill>
                <a:schemeClr val="dk1"/>
              </a:solidFill>
              <a:latin typeface="Arial"/>
              <a:ea typeface="Arial"/>
              <a:cs typeface="Arial"/>
              <a:sym typeface="Arial"/>
            </a:endParaRPr>
          </a:p>
        </p:txBody>
      </p:sp>
      <p:sp>
        <p:nvSpPr>
          <p:cNvPr id="905" name="Google Shape;905;p76"/>
          <p:cNvSpPr/>
          <p:nvPr/>
        </p:nvSpPr>
        <p:spPr>
          <a:xfrm>
            <a:off x="3808800" y="1904355"/>
            <a:ext cx="2129700" cy="1590000"/>
          </a:xfrm>
          <a:prstGeom prst="rect">
            <a:avLst/>
          </a:prstGeom>
          <a:solidFill>
            <a:srgbClr val="DCFCE7"/>
          </a:solidFill>
          <a:ln cap="flat" cmpd="sng" w="12700">
            <a:solidFill>
              <a:srgbClr val="BBF7D0"/>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906" name="Google Shape;906;p76"/>
          <p:cNvSpPr/>
          <p:nvPr/>
        </p:nvSpPr>
        <p:spPr>
          <a:xfrm>
            <a:off x="4705920" y="2517795"/>
            <a:ext cx="335400" cy="335400"/>
          </a:xfrm>
          <a:prstGeom prst="ellipse">
            <a:avLst/>
          </a:prstGeom>
          <a:solidFill>
            <a:srgbClr val="F59E0B"/>
          </a:solidFill>
          <a:ln cap="flat" cmpd="sng" w="12700">
            <a:solidFill>
              <a:srgbClr val="B45309"/>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907" name="Google Shape;907;p76"/>
          <p:cNvSpPr/>
          <p:nvPr/>
        </p:nvSpPr>
        <p:spPr>
          <a:xfrm>
            <a:off x="4089240" y="2154195"/>
            <a:ext cx="307500" cy="307500"/>
          </a:xfrm>
          <a:prstGeom prst="hexagon">
            <a:avLst>
              <a:gd fmla="val 25000" name="adj"/>
              <a:gd fmla="val 115470" name="vf"/>
            </a:avLst>
          </a:prstGeom>
          <a:solidFill>
            <a:srgbClr val="9CA3AF"/>
          </a:solidFill>
          <a:ln cap="flat" cmpd="sng" w="12700">
            <a:solidFill>
              <a:srgbClr val="4B556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908" name="Google Shape;908;p76"/>
          <p:cNvSpPr/>
          <p:nvPr/>
        </p:nvSpPr>
        <p:spPr>
          <a:xfrm>
            <a:off x="5379120" y="2245275"/>
            <a:ext cx="307500" cy="307500"/>
          </a:xfrm>
          <a:prstGeom prst="hexagon">
            <a:avLst>
              <a:gd fmla="val 25000" name="adj"/>
              <a:gd fmla="val 115470" name="vf"/>
            </a:avLst>
          </a:prstGeom>
          <a:solidFill>
            <a:srgbClr val="9CA3AF"/>
          </a:solidFill>
          <a:ln cap="flat" cmpd="sng" w="12700">
            <a:solidFill>
              <a:srgbClr val="4B556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909" name="Google Shape;909;p76"/>
          <p:cNvSpPr/>
          <p:nvPr/>
        </p:nvSpPr>
        <p:spPr>
          <a:xfrm>
            <a:off x="5294880" y="3109275"/>
            <a:ext cx="307500" cy="307500"/>
          </a:xfrm>
          <a:prstGeom prst="hexagon">
            <a:avLst>
              <a:gd fmla="val 25000" name="adj"/>
              <a:gd fmla="val 115470" name="vf"/>
            </a:avLst>
          </a:prstGeom>
          <a:solidFill>
            <a:srgbClr val="9CA3AF"/>
          </a:solidFill>
          <a:ln cap="flat" cmpd="sng" w="12700">
            <a:solidFill>
              <a:srgbClr val="4B556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910" name="Google Shape;910;p76"/>
          <p:cNvSpPr/>
          <p:nvPr/>
        </p:nvSpPr>
        <p:spPr>
          <a:xfrm>
            <a:off x="3977280" y="1972755"/>
            <a:ext cx="1793100" cy="1407900"/>
          </a:xfrm>
          <a:prstGeom prst="rect">
            <a:avLst/>
          </a:prstGeom>
          <a:noFill/>
          <a:ln cap="flat" cmpd="sng" w="20300">
            <a:solidFill>
              <a:srgbClr val="8B5CF6"/>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911" name="Google Shape;911;p76"/>
          <p:cNvSpPr/>
          <p:nvPr/>
        </p:nvSpPr>
        <p:spPr>
          <a:xfrm>
            <a:off x="6616800" y="1449675"/>
            <a:ext cx="2764800" cy="324600"/>
          </a:xfrm>
          <a:prstGeom prst="rect">
            <a:avLst/>
          </a:prstGeom>
          <a:solidFill>
            <a:srgbClr val="111827"/>
          </a:solidFill>
          <a:ln cap="flat" cmpd="sng" w="12700">
            <a:solidFill>
              <a:srgbClr val="111827"/>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100000"/>
              </a:lnSpc>
              <a:spcBef>
                <a:spcPts val="0"/>
              </a:spcBef>
              <a:spcAft>
                <a:spcPts val="0"/>
              </a:spcAft>
              <a:buNone/>
            </a:pPr>
            <a:r>
              <a:rPr b="1" lang="es-ES" sz="1600" u="none" strike="noStrike">
                <a:solidFill>
                  <a:srgbClr val="FFFFFF"/>
                </a:solidFill>
                <a:latin typeface="Arial"/>
                <a:ea typeface="Arial"/>
                <a:cs typeface="Arial"/>
                <a:sym typeface="Arial"/>
              </a:rPr>
              <a:t>Comprueba tu proyecto</a:t>
            </a:r>
            <a:endParaRPr b="0" sz="1600" u="none" strike="noStrike">
              <a:solidFill>
                <a:srgbClr val="FFFFFF"/>
              </a:solidFill>
              <a:latin typeface="Arial"/>
              <a:ea typeface="Arial"/>
              <a:cs typeface="Arial"/>
              <a:sym typeface="Arial"/>
            </a:endParaRPr>
          </a:p>
        </p:txBody>
      </p:sp>
      <p:sp>
        <p:nvSpPr>
          <p:cNvPr id="912" name="Google Shape;912;p76"/>
          <p:cNvSpPr/>
          <p:nvPr/>
        </p:nvSpPr>
        <p:spPr>
          <a:xfrm>
            <a:off x="6692760" y="1942155"/>
            <a:ext cx="2613300" cy="211200"/>
          </a:xfrm>
          <a:prstGeom prst="rect">
            <a:avLst/>
          </a:prstGeom>
          <a:noFill/>
          <a:ln>
            <a:noFill/>
          </a:ln>
        </p:spPr>
        <p:txBody>
          <a:bodyPr anchorCtr="0" anchor="ctr" bIns="350" lIns="350" spcFirstLastPara="1" rIns="350" wrap="square" tIns="350">
            <a:normAutofit/>
          </a:bodyPr>
          <a:lstStyle/>
          <a:p>
            <a:pPr indent="0" lvl="0" marL="0" marR="0" rtl="0" algn="l">
              <a:lnSpc>
                <a:spcPct val="100000"/>
              </a:lnSpc>
              <a:spcBef>
                <a:spcPts val="0"/>
              </a:spcBef>
              <a:spcAft>
                <a:spcPts val="0"/>
              </a:spcAft>
              <a:buNone/>
            </a:pPr>
            <a:r>
              <a:rPr b="0" lang="es-ES" sz="1230" u="none" strike="noStrike">
                <a:solidFill>
                  <a:srgbClr val="1F2937"/>
                </a:solidFill>
                <a:latin typeface="Arial"/>
                <a:ea typeface="Arial"/>
                <a:cs typeface="Arial"/>
                <a:sym typeface="Arial"/>
              </a:rPr>
              <a:t>✓ Arena01 guardada</a:t>
            </a:r>
            <a:endParaRPr b="0" sz="1230" u="none" strike="noStrike">
              <a:solidFill>
                <a:srgbClr val="000000"/>
              </a:solidFill>
              <a:latin typeface="Arial"/>
              <a:ea typeface="Arial"/>
              <a:cs typeface="Arial"/>
              <a:sym typeface="Arial"/>
            </a:endParaRPr>
          </a:p>
        </p:txBody>
      </p:sp>
      <p:sp>
        <p:nvSpPr>
          <p:cNvPr id="913" name="Google Shape;913;p76"/>
          <p:cNvSpPr/>
          <p:nvPr/>
        </p:nvSpPr>
        <p:spPr>
          <a:xfrm>
            <a:off x="6692760" y="2260395"/>
            <a:ext cx="2613300" cy="211200"/>
          </a:xfrm>
          <a:prstGeom prst="rect">
            <a:avLst/>
          </a:prstGeom>
          <a:noFill/>
          <a:ln>
            <a:noFill/>
          </a:ln>
        </p:spPr>
        <p:txBody>
          <a:bodyPr anchorCtr="0" anchor="ctr" bIns="350" lIns="350" spcFirstLastPara="1" rIns="350" wrap="square" tIns="350">
            <a:normAutofit/>
          </a:bodyPr>
          <a:lstStyle/>
          <a:p>
            <a:pPr indent="0" lvl="0" marL="0" marR="0" rtl="0" algn="l">
              <a:lnSpc>
                <a:spcPct val="100000"/>
              </a:lnSpc>
              <a:spcBef>
                <a:spcPts val="0"/>
              </a:spcBef>
              <a:spcAft>
                <a:spcPts val="0"/>
              </a:spcAft>
              <a:buNone/>
            </a:pPr>
            <a:r>
              <a:rPr b="0" lang="es-ES" sz="1230" u="none" strike="noStrike">
                <a:solidFill>
                  <a:srgbClr val="1F2937"/>
                </a:solidFill>
                <a:latin typeface="Arial"/>
                <a:ea typeface="Arial"/>
                <a:cs typeface="Arial"/>
                <a:sym typeface="Arial"/>
              </a:rPr>
              <a:t>✓ Fondo + Jugador + 3 Rocas</a:t>
            </a:r>
            <a:endParaRPr b="0" sz="1230" u="none" strike="noStrike">
              <a:solidFill>
                <a:srgbClr val="000000"/>
              </a:solidFill>
              <a:latin typeface="Arial"/>
              <a:ea typeface="Arial"/>
              <a:cs typeface="Arial"/>
              <a:sym typeface="Arial"/>
            </a:endParaRPr>
          </a:p>
        </p:txBody>
      </p:sp>
      <p:sp>
        <p:nvSpPr>
          <p:cNvPr id="914" name="Google Shape;914;p76"/>
          <p:cNvSpPr/>
          <p:nvPr/>
        </p:nvSpPr>
        <p:spPr>
          <a:xfrm>
            <a:off x="6692760" y="2578995"/>
            <a:ext cx="2613300" cy="210900"/>
          </a:xfrm>
          <a:prstGeom prst="rect">
            <a:avLst/>
          </a:prstGeom>
          <a:noFill/>
          <a:ln>
            <a:noFill/>
          </a:ln>
        </p:spPr>
        <p:txBody>
          <a:bodyPr anchorCtr="0" anchor="ctr" bIns="350" lIns="350" spcFirstLastPara="1" rIns="350" wrap="square" tIns="350">
            <a:normAutofit/>
          </a:bodyPr>
          <a:lstStyle/>
          <a:p>
            <a:pPr indent="0" lvl="0" marL="0" marR="0" rtl="0" algn="l">
              <a:lnSpc>
                <a:spcPct val="90001"/>
              </a:lnSpc>
              <a:spcBef>
                <a:spcPts val="0"/>
              </a:spcBef>
              <a:spcAft>
                <a:spcPts val="0"/>
              </a:spcAft>
              <a:buNone/>
            </a:pPr>
            <a:r>
              <a:rPr b="0" lang="es-ES" sz="1046" u="none" strike="noStrike">
                <a:solidFill>
                  <a:srgbClr val="1F2937"/>
                </a:solidFill>
                <a:latin typeface="Arial"/>
                <a:ea typeface="Arial"/>
                <a:cs typeface="Arial"/>
                <a:sym typeface="Arial"/>
              </a:rPr>
              <a:t>✓ GameObjects y Components identificables</a:t>
            </a:r>
            <a:endParaRPr b="0" sz="1046" u="none" strike="noStrike">
              <a:solidFill>
                <a:srgbClr val="000000"/>
              </a:solidFill>
              <a:latin typeface="Arial"/>
              <a:ea typeface="Arial"/>
              <a:cs typeface="Arial"/>
              <a:sym typeface="Arial"/>
            </a:endParaRPr>
          </a:p>
        </p:txBody>
      </p:sp>
      <p:sp>
        <p:nvSpPr>
          <p:cNvPr id="915" name="Google Shape;915;p76"/>
          <p:cNvSpPr/>
          <p:nvPr/>
        </p:nvSpPr>
        <p:spPr>
          <a:xfrm>
            <a:off x="6692760" y="2896875"/>
            <a:ext cx="2613300" cy="210900"/>
          </a:xfrm>
          <a:prstGeom prst="rect">
            <a:avLst/>
          </a:prstGeom>
          <a:noFill/>
          <a:ln>
            <a:noFill/>
          </a:ln>
        </p:spPr>
        <p:txBody>
          <a:bodyPr anchorCtr="0" anchor="ctr" bIns="350" lIns="350" spcFirstLastPara="1" rIns="350" wrap="square" tIns="350">
            <a:normAutofit/>
          </a:bodyPr>
          <a:lstStyle/>
          <a:p>
            <a:pPr indent="0" lvl="0" marL="0" marR="0" rtl="0" algn="l">
              <a:lnSpc>
                <a:spcPct val="100000"/>
              </a:lnSpc>
              <a:spcBef>
                <a:spcPts val="0"/>
              </a:spcBef>
              <a:spcAft>
                <a:spcPts val="0"/>
              </a:spcAft>
              <a:buNone/>
            </a:pPr>
            <a:r>
              <a:rPr b="0" lang="es-ES" sz="1230" u="none" strike="noStrike">
                <a:solidFill>
                  <a:srgbClr val="1F2937"/>
                </a:solidFill>
                <a:latin typeface="Arial"/>
                <a:ea typeface="Arial"/>
                <a:cs typeface="Arial"/>
                <a:sym typeface="Arial"/>
              </a:rPr>
              <a:t>✓ Camera ortográfica y encuadrada</a:t>
            </a:r>
            <a:endParaRPr b="0" sz="1230" u="none" strike="noStrike">
              <a:solidFill>
                <a:srgbClr val="000000"/>
              </a:solidFill>
              <a:latin typeface="Arial"/>
              <a:ea typeface="Arial"/>
              <a:cs typeface="Arial"/>
              <a:sym typeface="Arial"/>
            </a:endParaRPr>
          </a:p>
        </p:txBody>
      </p:sp>
      <p:sp>
        <p:nvSpPr>
          <p:cNvPr id="916" name="Google Shape;916;p76"/>
          <p:cNvSpPr/>
          <p:nvPr/>
        </p:nvSpPr>
        <p:spPr>
          <a:xfrm>
            <a:off x="6692760" y="3215115"/>
            <a:ext cx="2613300" cy="210900"/>
          </a:xfrm>
          <a:prstGeom prst="rect">
            <a:avLst/>
          </a:prstGeom>
          <a:noFill/>
          <a:ln>
            <a:noFill/>
          </a:ln>
        </p:spPr>
        <p:txBody>
          <a:bodyPr anchorCtr="0" anchor="ctr" bIns="350" lIns="350" spcFirstLastPara="1" rIns="350" wrap="square" tIns="350">
            <a:normAutofit/>
          </a:bodyPr>
          <a:lstStyle/>
          <a:p>
            <a:pPr indent="0" lvl="0" marL="0" marR="0" rtl="0" algn="l">
              <a:lnSpc>
                <a:spcPct val="100000"/>
              </a:lnSpc>
              <a:spcBef>
                <a:spcPts val="0"/>
              </a:spcBef>
              <a:spcAft>
                <a:spcPts val="0"/>
              </a:spcAft>
              <a:buNone/>
            </a:pPr>
            <a:r>
              <a:rPr b="0" lang="es-ES" sz="1230" u="none" strike="noStrike">
                <a:solidFill>
                  <a:srgbClr val="1F2937"/>
                </a:solidFill>
                <a:latin typeface="Arial"/>
                <a:ea typeface="Arial"/>
                <a:cs typeface="Arial"/>
                <a:sym typeface="Arial"/>
              </a:rPr>
              <a:t>✓ Roca.prefab reutilizado</a:t>
            </a:r>
            <a:endParaRPr b="0" sz="1230" u="none" strike="noStrike">
              <a:solidFill>
                <a:srgbClr val="000000"/>
              </a:solidFill>
              <a:latin typeface="Arial"/>
              <a:ea typeface="Arial"/>
              <a:cs typeface="Arial"/>
              <a:sym typeface="Arial"/>
            </a:endParaRPr>
          </a:p>
        </p:txBody>
      </p:sp>
      <p:sp>
        <p:nvSpPr>
          <p:cNvPr id="917" name="Google Shape;917;p76"/>
          <p:cNvSpPr/>
          <p:nvPr/>
        </p:nvSpPr>
        <p:spPr>
          <a:xfrm>
            <a:off x="6692760" y="3533355"/>
            <a:ext cx="2613300" cy="211200"/>
          </a:xfrm>
          <a:prstGeom prst="rect">
            <a:avLst/>
          </a:prstGeom>
          <a:noFill/>
          <a:ln>
            <a:noFill/>
          </a:ln>
        </p:spPr>
        <p:txBody>
          <a:bodyPr anchorCtr="0" anchor="ctr" bIns="350" lIns="350" spcFirstLastPara="1" rIns="350" wrap="square" tIns="350">
            <a:normAutofit/>
          </a:bodyPr>
          <a:lstStyle/>
          <a:p>
            <a:pPr indent="0" lvl="0" marL="0" marR="0" rtl="0" algn="l">
              <a:lnSpc>
                <a:spcPct val="100000"/>
              </a:lnSpc>
              <a:spcBef>
                <a:spcPts val="0"/>
              </a:spcBef>
              <a:spcAft>
                <a:spcPts val="0"/>
              </a:spcAft>
              <a:buNone/>
            </a:pPr>
            <a:r>
              <a:rPr b="0" lang="es-ES" sz="1230" u="none" strike="noStrike">
                <a:solidFill>
                  <a:srgbClr val="1F2937"/>
                </a:solidFill>
                <a:latin typeface="Arial"/>
                <a:ea typeface="Arial"/>
                <a:cs typeface="Arial"/>
                <a:sym typeface="Arial"/>
              </a:rPr>
              <a:t>✓ Assets organizados</a:t>
            </a:r>
            <a:endParaRPr b="0" sz="1230" u="none" strike="noStrike">
              <a:solidFill>
                <a:srgbClr val="000000"/>
              </a:solidFill>
              <a:latin typeface="Arial"/>
              <a:ea typeface="Arial"/>
              <a:cs typeface="Arial"/>
              <a:sym typeface="Arial"/>
            </a:endParaRPr>
          </a:p>
        </p:txBody>
      </p:sp>
      <p:sp>
        <p:nvSpPr>
          <p:cNvPr id="918" name="Google Shape;918;p76"/>
          <p:cNvSpPr/>
          <p:nvPr/>
        </p:nvSpPr>
        <p:spPr>
          <a:xfrm>
            <a:off x="6692760" y="3851595"/>
            <a:ext cx="2613300" cy="211200"/>
          </a:xfrm>
          <a:prstGeom prst="rect">
            <a:avLst/>
          </a:prstGeom>
          <a:noFill/>
          <a:ln>
            <a:noFill/>
          </a:ln>
        </p:spPr>
        <p:txBody>
          <a:bodyPr anchorCtr="0" anchor="ctr" bIns="350" lIns="350" spcFirstLastPara="1" rIns="350" wrap="square" tIns="350">
            <a:normAutofit/>
          </a:bodyPr>
          <a:lstStyle/>
          <a:p>
            <a:pPr indent="0" lvl="0" marL="0" marR="0" rtl="0" algn="l">
              <a:lnSpc>
                <a:spcPct val="100000"/>
              </a:lnSpc>
              <a:spcBef>
                <a:spcPts val="0"/>
              </a:spcBef>
              <a:spcAft>
                <a:spcPts val="0"/>
              </a:spcAft>
              <a:buNone/>
            </a:pPr>
            <a:r>
              <a:rPr b="0" lang="es-ES" sz="1230" u="none" strike="noStrike">
                <a:solidFill>
                  <a:srgbClr val="1F2937"/>
                </a:solidFill>
                <a:latin typeface="Arial"/>
                <a:ea typeface="Arial"/>
                <a:cs typeface="Arial"/>
                <a:sym typeface="Arial"/>
              </a:rPr>
              <a:t>✓ Play Mode ejecutado</a:t>
            </a:r>
            <a:endParaRPr b="0" sz="1230" u="none" strike="noStrike">
              <a:solidFill>
                <a:srgbClr val="000000"/>
              </a:solidFill>
              <a:latin typeface="Arial"/>
              <a:ea typeface="Arial"/>
              <a:cs typeface="Arial"/>
              <a:sym typeface="Arial"/>
            </a:endParaRPr>
          </a:p>
        </p:txBody>
      </p:sp>
      <p:sp>
        <p:nvSpPr>
          <p:cNvPr id="919" name="Google Shape;919;p76"/>
          <p:cNvSpPr/>
          <p:nvPr/>
        </p:nvSpPr>
        <p:spPr>
          <a:xfrm>
            <a:off x="6692760" y="4170195"/>
            <a:ext cx="2613300" cy="210900"/>
          </a:xfrm>
          <a:prstGeom prst="rect">
            <a:avLst/>
          </a:prstGeom>
          <a:noFill/>
          <a:ln>
            <a:noFill/>
          </a:ln>
        </p:spPr>
        <p:txBody>
          <a:bodyPr anchorCtr="0" anchor="ctr" bIns="350" lIns="350" spcFirstLastPara="1" rIns="350" wrap="square" tIns="350">
            <a:normAutofit/>
          </a:bodyPr>
          <a:lstStyle/>
          <a:p>
            <a:pPr indent="0" lvl="0" marL="0" marR="0" rtl="0" algn="l">
              <a:lnSpc>
                <a:spcPct val="100000"/>
              </a:lnSpc>
              <a:spcBef>
                <a:spcPts val="0"/>
              </a:spcBef>
              <a:spcAft>
                <a:spcPts val="0"/>
              </a:spcAft>
              <a:buNone/>
            </a:pPr>
            <a:r>
              <a:rPr b="0" lang="es-ES" sz="1230" u="none" strike="noStrike">
                <a:solidFill>
                  <a:srgbClr val="1F2937"/>
                </a:solidFill>
                <a:latin typeface="Arial"/>
                <a:ea typeface="Arial"/>
                <a:cs typeface="Arial"/>
                <a:sym typeface="Arial"/>
              </a:rPr>
              <a:t>✓ Console revisada</a:t>
            </a:r>
            <a:endParaRPr b="0" sz="1230" u="none" strike="noStrike">
              <a:solidFill>
                <a:srgbClr val="000000"/>
              </a:solidFill>
              <a:latin typeface="Arial"/>
              <a:ea typeface="Arial"/>
              <a:cs typeface="Arial"/>
              <a:sym typeface="Arial"/>
            </a:endParaRPr>
          </a:p>
        </p:txBody>
      </p:sp>
      <p:sp>
        <p:nvSpPr>
          <p:cNvPr id="920" name="Google Shape;920;p76"/>
          <p:cNvSpPr/>
          <p:nvPr/>
        </p:nvSpPr>
        <p:spPr>
          <a:xfrm>
            <a:off x="3207240" y="4745835"/>
            <a:ext cx="3522300" cy="567300"/>
          </a:xfrm>
          <a:prstGeom prst="rect">
            <a:avLst/>
          </a:prstGeom>
          <a:solidFill>
            <a:srgbClr val="111827"/>
          </a:solidFill>
          <a:ln cap="flat" cmpd="sng" w="12700">
            <a:solidFill>
              <a:srgbClr val="111827"/>
            </a:solidFill>
            <a:prstDash val="solid"/>
            <a:round/>
            <a:headEnd len="sm" w="sm" type="none"/>
            <a:tailEnd len="sm" w="sm" type="none"/>
          </a:ln>
        </p:spPr>
        <p:txBody>
          <a:bodyPr anchorCtr="0" anchor="ctr" bIns="1075" lIns="1075" spcFirstLastPara="1" rIns="1075" wrap="square" tIns="1075">
            <a:normAutofit/>
          </a:bodyPr>
          <a:lstStyle/>
          <a:p>
            <a:pPr indent="0" lvl="0" marL="0" marR="0" rtl="0" algn="ctr">
              <a:lnSpc>
                <a:spcPct val="80001"/>
              </a:lnSpc>
              <a:spcBef>
                <a:spcPts val="0"/>
              </a:spcBef>
              <a:spcAft>
                <a:spcPts val="0"/>
              </a:spcAft>
              <a:buNone/>
            </a:pPr>
            <a:r>
              <a:rPr b="1" lang="es-ES" sz="1360" u="none" strike="noStrike">
                <a:solidFill>
                  <a:srgbClr val="FFFFFF"/>
                </a:solidFill>
                <a:latin typeface="Arial"/>
                <a:ea typeface="Arial"/>
                <a:cs typeface="Arial"/>
                <a:sym typeface="Arial"/>
              </a:rPr>
              <a:t>P2: convertiremos esta escena estática</a:t>
            </a:r>
            <a:endParaRPr b="0" sz="1360" u="none" strike="noStrike">
              <a:solidFill>
                <a:srgbClr val="FFFFFF"/>
              </a:solidFill>
              <a:latin typeface="Arial"/>
              <a:ea typeface="Arial"/>
              <a:cs typeface="Arial"/>
              <a:sym typeface="Arial"/>
            </a:endParaRPr>
          </a:p>
          <a:p>
            <a:pPr indent="0" lvl="0" marL="0" marR="0" rtl="0" algn="ctr">
              <a:lnSpc>
                <a:spcPct val="80001"/>
              </a:lnSpc>
              <a:spcBef>
                <a:spcPts val="0"/>
              </a:spcBef>
              <a:spcAft>
                <a:spcPts val="0"/>
              </a:spcAft>
              <a:buNone/>
            </a:pPr>
            <a:r>
              <a:rPr b="1" lang="es-ES" sz="1360" u="none" strike="noStrike">
                <a:solidFill>
                  <a:srgbClr val="FFFFFF"/>
                </a:solidFill>
                <a:latin typeface="Arial"/>
                <a:ea typeface="Arial"/>
                <a:cs typeface="Arial"/>
                <a:sym typeface="Arial"/>
              </a:rPr>
              <a:t>en una escena interactiva.</a:t>
            </a:r>
            <a:endParaRPr b="0" sz="1360" u="none" strike="noStrike">
              <a:solidFill>
                <a:srgbClr val="FFFFFF"/>
              </a:solidFill>
              <a:latin typeface="Arial"/>
              <a:ea typeface="Arial"/>
              <a:cs typeface="Arial"/>
              <a:sym typeface="Arial"/>
            </a:endParaRPr>
          </a:p>
        </p:txBody>
      </p:sp>
      <p:sp>
        <p:nvSpPr>
          <p:cNvPr id="921" name="Google Shape;921;p76"/>
          <p:cNvSpPr txBox="1"/>
          <p:nvPr>
            <p:ph idx="12" type="sldNum"/>
          </p:nvPr>
        </p:nvSpPr>
        <p:spPr>
          <a:xfrm>
            <a:off x="6772920" y="5046031"/>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IFP Txurdinaga LHII">
      <a:dk1>
        <a:srgbClr val="000000"/>
      </a:dk1>
      <a:lt1>
        <a:srgbClr val="FFFFFF"/>
      </a:lt1>
      <a:dk2>
        <a:srgbClr val="AF206F"/>
      </a:dk2>
      <a:lt2>
        <a:srgbClr val="FEFFFF"/>
      </a:lt2>
      <a:accent1>
        <a:srgbClr val="31996E"/>
      </a:accent1>
      <a:accent2>
        <a:srgbClr val="DD5B2C"/>
      </a:accent2>
      <a:accent3>
        <a:srgbClr val="397FB7"/>
      </a:accent3>
      <a:accent4>
        <a:srgbClr val="62266A"/>
      </a:accent4>
      <a:accent5>
        <a:srgbClr val="C6D422"/>
      </a:accent5>
      <a:accent6>
        <a:srgbClr val="CE1137"/>
      </a:accent6>
      <a:hlink>
        <a:srgbClr val="0D4B87"/>
      </a:hlink>
      <a:folHlink>
        <a:srgbClr val="62266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2026-09-06T18:20:12Z</dcterms:created>
</cp:coreProperties>
</file>

<file path=docProps/custom.xml><?xml version="1.0" encoding="utf-8"?>
<Properties xmlns="http://schemas.openxmlformats.org/officeDocument/2006/custom-properties" xmlns:vt="http://schemas.openxmlformats.org/officeDocument/2006/docPropsVTypes"/>
</file>
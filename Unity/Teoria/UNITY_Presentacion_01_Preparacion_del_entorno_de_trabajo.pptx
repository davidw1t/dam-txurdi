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Lst>
  <p:sldSz cy="5670550" cx="10080625"/>
  <p:notesSz cx="7559675" cy="10691800"/>
  <p:embeddedFontLst>
    <p:embeddedFont>
      <p:font typeface="PT Serif"/>
      <p:regular r:id="rId84"/>
      <p:bold r:id="rId85"/>
      <p:italic r:id="rId86"/>
      <p:boldItalic r:id="rId87"/>
    </p:embeddedFont>
    <p:embeddedFont>
      <p:font typeface="PT Sans"/>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2" roundtripDataSignature="AMtx7mgStYqcyxgRhmrgxra4NlC7E/IJ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PTSerif-regular.fntdata"/><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font" Target="fonts/PTSerif-italic.fntdata"/><Relationship Id="rId41" Type="http://schemas.openxmlformats.org/officeDocument/2006/relationships/slide" Target="slides/slide37.xml"/><Relationship Id="rId85" Type="http://schemas.openxmlformats.org/officeDocument/2006/relationships/font" Target="fonts/PTSerif-bold.fntdata"/><Relationship Id="rId44" Type="http://schemas.openxmlformats.org/officeDocument/2006/relationships/slide" Target="slides/slide40.xml"/><Relationship Id="rId88" Type="http://schemas.openxmlformats.org/officeDocument/2006/relationships/font" Target="fonts/PTSans-regular.fntdata"/><Relationship Id="rId43" Type="http://schemas.openxmlformats.org/officeDocument/2006/relationships/slide" Target="slides/slide39.xml"/><Relationship Id="rId87" Type="http://schemas.openxmlformats.org/officeDocument/2006/relationships/font" Target="fonts/PTSerif-boldItalic.fntdata"/><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PTSans-bold.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schemas.openxmlformats.org/officeDocument/2006/relationships/font" Target="fonts/PTSans-boldItalic.fntdata"/><Relationship Id="rId90" Type="http://schemas.openxmlformats.org/officeDocument/2006/relationships/font" Target="fonts/PTSans-italic.fntdata"/><Relationship Id="rId92" Type="http://customschemas.google.com/relationships/presentationmetadata" Target="meta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s-E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unity.com/"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a3fcd0dc1_0_37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a3fcd0dc1_0_37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 name="Google Shape;241;g3fa3fcd0dc1_0_378: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6" name="Google Shape;246;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0" name="Google Shape;260;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8" name="Google Shape;268;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6:notes"/>
          <p:cNvSpPr/>
          <p:nvPr>
            <p:ph idx="2" type="sldImg"/>
          </p:nvPr>
        </p:nvSpPr>
        <p:spPr>
          <a:xfrm>
            <a:off x="216360" y="812520"/>
            <a:ext cx="712692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Cuidado con marcar/desmarcar los checks.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2" name="Google Shape;282;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4" name="Google Shape;304;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Cuidado con marcar/desmarcar los checks.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8" name="Google Shape;318;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5" name="Google Shape;325;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9" name="Google Shape;339;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1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De la extensión verificamos:</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El nombre: Unity</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El editor: Microsoft</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El identificador: VisualStudioToolsForUnity.vstuc</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8" name="Google Shape;358;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1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 el gestor de instalaciones y proyectos.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3" name="Google Shape;373;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0: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Si no tenemos cuenta nos lleva a la página de creación de cuenta.</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1: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Usamos cada uno el email que Txurdinaga nos ha dado.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2: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Después de crearnos la cuenta debería dirigirnos a la página de descarga.</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3" name="Google Shape;403;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0" name="Google Shape;410;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5: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Podemos desloguear del sitio web.</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Es el entorno de desarrollo de Unity.</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1" name="Google Shape;431;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8" name="Google Shape;438;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9: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Nos hace falta loguear en el sitio web de Unity.</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0: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Necesitamos una licencia Unity Personal.</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9" name="Google Shape;459;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6" name="Google Shape;466;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3: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3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Puede que Unity Editor 6.6 se empiece a descargar e instalar automáticamente y se encuentre en curso. Si tenemos la oportunidad, la cancelamos. Si no, no pasa nada por que la podemos desinstalar después.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4: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3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Vamos a instalar la versión Unity Editor 6.3 LTS (LTS de Long Term Support, que se presupone que son versiones más estables y conservadores, además de contar con un soporte en el tiempo habitualmente más largo)</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Si la versión 6.6 llegó a desinstalarse, simplemente la desinstalamos.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5: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Cuidado con marcar/desmarcar los checks.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6: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Puede que la descarga e instalación de Unity Editor 6.3 LTS lleve un tiempo.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2" name="Google Shape;502;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8: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Puede que la descarga e instalación de Unity Editor 6.3 LTS lleve un tiempo.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6" name="Google Shape;516;p3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El compilador de alto rendimiento de Unity, que se llama Unity Burst, genera código nativo/JIT durante el trabajo en el Editor y Smart App Control bloquea ejecutables o DLLs que no reconoce como confiables o que no tienen una forma válida. Por ello, Smart App Control puede suponer un obstáculo durante el uso de Unity.</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1" name="Google Shape;531;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8" name="Google Shape;538;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5" name="Google Shape;545;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2" name="Google Shape;552;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9" name="Google Shape;559;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2000"/>
              <a:buFont typeface="Arial"/>
              <a:buNone/>
            </a:pPr>
            <a:r>
              <a:rPr lang="es-ES" sz="2000">
                <a:solidFill>
                  <a:schemeClr val="dk1"/>
                </a:solidFill>
              </a:rPr>
              <a:t>Vamos a comprobar que git está instalado y con una versión apropiada.</a:t>
            </a:r>
            <a:endParaRPr sz="2000">
              <a:solidFill>
                <a:schemeClr val="dk1"/>
              </a:solidFill>
            </a:endParaRPr>
          </a:p>
          <a:p>
            <a:pPr indent="0" lvl="0" marL="0" rtl="0" algn="l">
              <a:spcBef>
                <a:spcPts val="0"/>
              </a:spcBef>
              <a:spcAft>
                <a:spcPts val="0"/>
              </a:spcAft>
              <a:buNone/>
            </a:pPr>
            <a:r>
              <a:t/>
            </a:r>
            <a:endParaRPr/>
          </a:p>
        </p:txBody>
      </p:sp>
      <p:sp>
        <p:nvSpPr>
          <p:cNvPr id="566" name="Google Shape;566;p4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Vamos a crear un proyecto de prueba en Unity para verificar que la preparación del entorno de trabajo se ha realizado apropiadamente.</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1" name="Google Shape;581;p4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5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8" name="Google Shape;588;p5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5" name="Google Shape;595;p5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52: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5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Elegimos la plantilla: “Universal 2D”</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Le damos al proyecto el nombre: “PruebaUnity2D”</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Para la ubicación, creamos en la carpeta de nuestro usuario la carpeta “UnityProjects” y la seleccionamos como la ubicación de nuestro proyecto.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3: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5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Puede que la creación del proyecto lleve un tiempo.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4: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5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Puede que nos pida aceptar los términos del software Unity Editor.</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5: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5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el panel, inferior, verificar que en la pestaña Console no se muestra ningún error ni advertencia.</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la esquina inferior derecha puede que le lleve un tiempo completar tareas como “Building assets search index”, pero son tareas que Unity puede hacer en segundo plano mientras nosotros trabajamos con Unity.</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5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Vamos a comprobar que VS Code funciona como editor de scripts en Unity. </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5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2" name="Google Shape;642;p5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8: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5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Verificamos que efectivamente VS Code viene configurado como editor externo de Scripts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8" name="Google Shape;658;p5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6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6" name="Google Shape;666;p6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61: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p6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Hacemos doble click sobre Prueba</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62: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2" name="Google Shape;682;p6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Verificamos que efectivamente tras haber hecho doble click sobre Prueba se abre VS Code como editor del script.</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63: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 name="Google Shape;689;p6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Introducimos la línea de código “Debug.Log(“VS Code funciona”);” y guardamos.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64: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p6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puede que nos toque esperar un poco a que Unity compile los scripts.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6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3" name="Google Shape;703;p6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66: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0" name="Google Shape;710;p6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Arrastramos el script Prueba a la zona vacía del panel Inspector del objeto Main Camera, para añadir dicho script a dicho objeto.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67: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 name="Google Shape;718;p6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Verificamos que el script se ha añadido.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8: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6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Le damos al play.</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Verificamos en el panel inferior, en la pestaña Console que efectivamente “VS Code funciona”.</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Le damos al stop.</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6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3" name="Google Shape;733;p6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70: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0" name="Google Shape;740;p7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Quitamos el script del objeto Main Camera para dejarlo como estaba.</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71: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8" name="Google Shape;748;p7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En el panel inferior, en la pestaña de Projects borramos el script Prueba para dejarlo como estaba.</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72: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7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Ahora vamos a borrar el proyecto, lo que ahora nos implica tres tareas:</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Borrarlo de la lista de proyectos en Unity Hub.</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Borrar la carpeta local del proyecto vía el explorador de archivos de Windows.</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 Borrar el proyecto de Unity Cloud.</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Primero, borramos el proyecto de la lista de proyectos en Unity Hub.</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73: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7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Segundo, borramos la carpeta local del proyecto vía el explorador de archivos de Windows.</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74: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7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Tercero, accedemos a Unity Cloud (</a:t>
            </a:r>
            <a:r>
              <a:rPr b="0" lang="es-ES" sz="2000" u="sng" strike="noStrike">
                <a:solidFill>
                  <a:srgbClr val="000000"/>
                </a:solidFill>
                <a:latin typeface="Arial"/>
                <a:ea typeface="Arial"/>
                <a:cs typeface="Arial"/>
                <a:sym typeface="Arial"/>
                <a:hlinkClick r:id="rId2">
                  <a:extLst>
                    <a:ext uri="{A12FA001-AC4F-418D-AE19-62706E023703}">
                      <ahyp:hlinkClr val="tx"/>
                    </a:ext>
                  </a:extLst>
                </a:hlinkClick>
              </a:rPr>
              <a:t>https://cloud.unity.com</a:t>
            </a:r>
            <a:r>
              <a:rPr b="0" lang="es-ES" sz="2000" u="none" strike="noStrike">
                <a:solidFill>
                  <a:srgbClr val="000000"/>
                </a:solidFill>
                <a:latin typeface="Arial"/>
                <a:ea typeface="Arial"/>
                <a:cs typeface="Arial"/>
                <a:sym typeface="Arial"/>
              </a:rPr>
              <a:t>) para borrar el proyecto de Unity Cloud.</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7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3" name="Google Shape;783;p7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76:notes"/>
          <p:cNvSpPr/>
          <p:nvPr>
            <p:ph idx="2" type="sldImg"/>
          </p:nvPr>
        </p:nvSpPr>
        <p:spPr>
          <a:xfrm>
            <a:off x="1440" y="0"/>
            <a:ext cx="360" cy="7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0" name="Google Shape;790;p7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2000"/>
              <a:buFont typeface="Arial"/>
              <a:buNone/>
            </a:pPr>
            <a:r>
              <a:rPr b="0" lang="es-ES" sz="2000" u="none" strike="noStrike">
                <a:solidFill>
                  <a:srgbClr val="000000"/>
                </a:solidFill>
                <a:latin typeface="Arial"/>
                <a:ea typeface="Arial"/>
                <a:cs typeface="Arial"/>
                <a:sym typeface="Arial"/>
              </a:rPr>
              <a:t>No podemos borrar el proyecto directamente, primero hay que archivarlo.</a:t>
            </a:r>
            <a:endParaRPr b="0" sz="2000" u="none" strike="noStrik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7" name="Google Shape;797;p7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7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5" name="Google Shape;805;p7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7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3" name="Google Shape;813;p7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8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1" name="Google Shape;821;p8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3.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3.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3.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type="title">
  <p:cSld name="TITLE">
    <p:spTree>
      <p:nvGrpSpPr>
        <p:cNvPr id="13" name="Shape 13"/>
        <p:cNvGrpSpPr/>
        <p:nvPr/>
      </p:nvGrpSpPr>
      <p:grpSpPr>
        <a:xfrm>
          <a:off x="0" y="0"/>
          <a:ext cx="0" cy="0"/>
          <a:chOff x="0" y="0"/>
          <a:chExt cx="0" cy="0"/>
        </a:xfrm>
      </p:grpSpPr>
      <p:sp>
        <p:nvSpPr>
          <p:cNvPr id="14" name="Google Shape;14;g3fa3fcd0dc1_0_4"/>
          <p:cNvSpPr/>
          <p:nvPr/>
        </p:nvSpPr>
        <p:spPr>
          <a:xfrm>
            <a:off x="6801508" y="4652361"/>
            <a:ext cx="2461871" cy="1042313"/>
          </a:xfrm>
          <a:custGeom>
            <a:rect b="b" l="l" r="r" t="t"/>
            <a:pathLst>
              <a:path extrusionOk="0" h="1549908" w="3660775">
                <a:moveTo>
                  <a:pt x="0" y="1549908"/>
                </a:moveTo>
                <a:lnTo>
                  <a:pt x="3660775" y="1549908"/>
                </a:lnTo>
                <a:lnTo>
                  <a:pt x="3660775" y="0"/>
                </a:lnTo>
                <a:lnTo>
                  <a:pt x="0" y="0"/>
                </a:lnTo>
                <a:close/>
              </a:path>
            </a:pathLst>
          </a:custGeom>
          <a:solidFill>
            <a:srgbClr val="D5D900"/>
          </a:solidFill>
          <a:ln>
            <a:noFill/>
          </a:ln>
        </p:spPr>
      </p:sp>
      <p:sp>
        <p:nvSpPr>
          <p:cNvPr id="15" name="Google Shape;15;g3fa3fcd0dc1_0_4"/>
          <p:cNvSpPr txBox="1"/>
          <p:nvPr>
            <p:ph type="ctrTitle"/>
          </p:nvPr>
        </p:nvSpPr>
        <p:spPr>
          <a:xfrm>
            <a:off x="708794" y="1651450"/>
            <a:ext cx="8033100" cy="1139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g3fa3fcd0dc1_0_4"/>
          <p:cNvSpPr txBox="1"/>
          <p:nvPr>
            <p:ph idx="1" type="subTitle"/>
          </p:nvPr>
        </p:nvSpPr>
        <p:spPr>
          <a:xfrm>
            <a:off x="1417588" y="3012480"/>
            <a:ext cx="6615300" cy="1358700"/>
          </a:xfrm>
          <a:prstGeom prst="rect">
            <a:avLst/>
          </a:prstGeom>
          <a:noFill/>
          <a:ln>
            <a:noFill/>
          </a:ln>
        </p:spPr>
        <p:txBody>
          <a:bodyPr anchorCtr="0" anchor="t" bIns="35425" lIns="70875" spcFirstLastPara="1" rIns="70875" wrap="square" tIns="35425">
            <a:normAutofit/>
          </a:bodyPr>
          <a:lstStyle>
            <a:lvl1pPr lvl="0" algn="ctr">
              <a:spcBef>
                <a:spcPts val="700"/>
              </a:spcBef>
              <a:spcAft>
                <a:spcPts val="0"/>
              </a:spcAft>
              <a:buClr>
                <a:srgbClr val="888888"/>
              </a:buClr>
              <a:buSzPts val="3300"/>
              <a:buNone/>
              <a:defRPr>
                <a:solidFill>
                  <a:srgbClr val="888888"/>
                </a:solidFill>
              </a:defRPr>
            </a:lvl1pPr>
            <a:lvl2pPr lvl="1" algn="ctr">
              <a:spcBef>
                <a:spcPts val="600"/>
              </a:spcBef>
              <a:spcAft>
                <a:spcPts val="0"/>
              </a:spcAft>
              <a:buClr>
                <a:srgbClr val="888888"/>
              </a:buClr>
              <a:buSzPts val="2900"/>
              <a:buNone/>
              <a:defRPr>
                <a:solidFill>
                  <a:srgbClr val="888888"/>
                </a:solidFill>
              </a:defRPr>
            </a:lvl2pPr>
            <a:lvl3pPr lvl="2" algn="ctr">
              <a:spcBef>
                <a:spcPts val="500"/>
              </a:spcBef>
              <a:spcAft>
                <a:spcPts val="0"/>
              </a:spcAft>
              <a:buClr>
                <a:srgbClr val="888888"/>
              </a:buClr>
              <a:buSzPts val="2500"/>
              <a:buNone/>
              <a:defRPr>
                <a:solidFill>
                  <a:srgbClr val="888888"/>
                </a:solidFill>
              </a:defRPr>
            </a:lvl3pPr>
            <a:lvl4pPr lvl="3" algn="ctr">
              <a:spcBef>
                <a:spcPts val="400"/>
              </a:spcBef>
              <a:spcAft>
                <a:spcPts val="0"/>
              </a:spcAft>
              <a:buClr>
                <a:srgbClr val="888888"/>
              </a:buClr>
              <a:buSzPts val="2100"/>
              <a:buNone/>
              <a:defRPr>
                <a:solidFill>
                  <a:srgbClr val="888888"/>
                </a:solidFill>
              </a:defRPr>
            </a:lvl4pPr>
            <a:lvl5pPr lvl="4" algn="ctr">
              <a:spcBef>
                <a:spcPts val="400"/>
              </a:spcBef>
              <a:spcAft>
                <a:spcPts val="0"/>
              </a:spcAft>
              <a:buClr>
                <a:srgbClr val="888888"/>
              </a:buClr>
              <a:buSzPts val="2100"/>
              <a:buNone/>
              <a:defRPr>
                <a:solidFill>
                  <a:srgbClr val="888888"/>
                </a:solidFill>
              </a:defRPr>
            </a:lvl5pPr>
            <a:lvl6pPr lvl="5" algn="ctr">
              <a:spcBef>
                <a:spcPts val="400"/>
              </a:spcBef>
              <a:spcAft>
                <a:spcPts val="0"/>
              </a:spcAft>
              <a:buClr>
                <a:srgbClr val="888888"/>
              </a:buClr>
              <a:buSzPts val="2100"/>
              <a:buNone/>
              <a:defRPr>
                <a:solidFill>
                  <a:srgbClr val="888888"/>
                </a:solidFill>
              </a:defRPr>
            </a:lvl6pPr>
            <a:lvl7pPr lvl="6" algn="ctr">
              <a:spcBef>
                <a:spcPts val="400"/>
              </a:spcBef>
              <a:spcAft>
                <a:spcPts val="0"/>
              </a:spcAft>
              <a:buClr>
                <a:srgbClr val="888888"/>
              </a:buClr>
              <a:buSzPts val="2100"/>
              <a:buNone/>
              <a:defRPr>
                <a:solidFill>
                  <a:srgbClr val="888888"/>
                </a:solidFill>
              </a:defRPr>
            </a:lvl7pPr>
            <a:lvl8pPr lvl="7" algn="ctr">
              <a:spcBef>
                <a:spcPts val="400"/>
              </a:spcBef>
              <a:spcAft>
                <a:spcPts val="0"/>
              </a:spcAft>
              <a:buClr>
                <a:srgbClr val="888888"/>
              </a:buClr>
              <a:buSzPts val="2100"/>
              <a:buNone/>
              <a:defRPr>
                <a:solidFill>
                  <a:srgbClr val="888888"/>
                </a:solidFill>
              </a:defRPr>
            </a:lvl8pPr>
            <a:lvl9pPr lvl="8" algn="ctr">
              <a:spcBef>
                <a:spcPts val="400"/>
              </a:spcBef>
              <a:spcAft>
                <a:spcPts val="0"/>
              </a:spcAft>
              <a:buClr>
                <a:srgbClr val="888888"/>
              </a:buClr>
              <a:buSzPts val="2100"/>
              <a:buNone/>
              <a:defRPr>
                <a:solidFill>
                  <a:srgbClr val="888888"/>
                </a:solidFill>
              </a:defRPr>
            </a:lvl9pPr>
          </a:lstStyle>
          <a:p/>
        </p:txBody>
      </p:sp>
      <p:sp>
        <p:nvSpPr>
          <p:cNvPr id="17" name="Google Shape;17;g3fa3fcd0dc1_0_4"/>
          <p:cNvSpPr/>
          <p:nvPr/>
        </p:nvSpPr>
        <p:spPr>
          <a:xfrm>
            <a:off x="0" y="1776614"/>
            <a:ext cx="892679" cy="3828477"/>
          </a:xfrm>
          <a:custGeom>
            <a:rect b="b" l="l" r="r" t="t"/>
            <a:pathLst>
              <a:path extrusionOk="0" h="5692902" w="1327404">
                <a:moveTo>
                  <a:pt x="0" y="0"/>
                </a:moveTo>
                <a:lnTo>
                  <a:pt x="0" y="5692902"/>
                </a:lnTo>
                <a:lnTo>
                  <a:pt x="1327404" y="2846578"/>
                </a:lnTo>
                <a:close/>
              </a:path>
            </a:pathLst>
          </a:custGeom>
          <a:solidFill>
            <a:srgbClr val="1C9F6F"/>
          </a:solidFill>
          <a:ln>
            <a:noFill/>
          </a:ln>
        </p:spPr>
      </p:sp>
      <p:sp>
        <p:nvSpPr>
          <p:cNvPr id="18" name="Google Shape;18;g3fa3fcd0dc1_0_4"/>
          <p:cNvSpPr/>
          <p:nvPr/>
        </p:nvSpPr>
        <p:spPr>
          <a:xfrm>
            <a:off x="9057736" y="0"/>
            <a:ext cx="1022413" cy="2044826"/>
          </a:xfrm>
          <a:custGeom>
            <a:rect b="b" l="l" r="r" t="t"/>
            <a:pathLst>
              <a:path extrusionOk="0" h="3040634" w="1520317">
                <a:moveTo>
                  <a:pt x="1520317" y="0"/>
                </a:moveTo>
                <a:cubicBezTo>
                  <a:pt x="680720" y="0"/>
                  <a:pt x="0" y="680720"/>
                  <a:pt x="0" y="1520317"/>
                </a:cubicBezTo>
                <a:cubicBezTo>
                  <a:pt x="0" y="2359914"/>
                  <a:pt x="680720" y="3040634"/>
                  <a:pt x="1520317" y="3040634"/>
                </a:cubicBezTo>
                <a:lnTo>
                  <a:pt x="1520317" y="0"/>
                </a:ln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pic>
        <p:nvPicPr>
          <p:cNvPr id="19" name="Google Shape;19;g3fa3fcd0dc1_0_4"/>
          <p:cNvPicPr preferRelativeResize="0"/>
          <p:nvPr/>
        </p:nvPicPr>
        <p:blipFill rotWithShape="1">
          <a:blip r:embed="rId2">
            <a:alphaModFix/>
          </a:blip>
          <a:srcRect b="28983" l="0" r="0" t="28136"/>
          <a:stretch/>
        </p:blipFill>
        <p:spPr>
          <a:xfrm>
            <a:off x="472529" y="0"/>
            <a:ext cx="3096034" cy="13276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ircular y contenido 1">
  <p:cSld name="Título circular y contenido 1">
    <p:spTree>
      <p:nvGrpSpPr>
        <p:cNvPr id="20" name="Shape 20"/>
        <p:cNvGrpSpPr/>
        <p:nvPr/>
      </p:nvGrpSpPr>
      <p:grpSpPr>
        <a:xfrm>
          <a:off x="0" y="0"/>
          <a:ext cx="0" cy="0"/>
          <a:chOff x="0" y="0"/>
          <a:chExt cx="0" cy="0"/>
        </a:xfrm>
      </p:grpSpPr>
      <p:sp>
        <p:nvSpPr>
          <p:cNvPr id="21" name="Google Shape;21;g3fa3fcd0dc1_0_11"/>
          <p:cNvSpPr/>
          <p:nvPr/>
        </p:nvSpPr>
        <p:spPr>
          <a:xfrm>
            <a:off x="472529" y="921709"/>
            <a:ext cx="3292612" cy="3292612"/>
          </a:xfrm>
          <a:custGeom>
            <a:rect b="b" l="l" r="r" t="t"/>
            <a:pathLst>
              <a:path extrusionOk="0" h="4248531" w="4248531">
                <a:moveTo>
                  <a:pt x="0" y="0"/>
                </a:moveTo>
                <a:lnTo>
                  <a:pt x="4248531" y="0"/>
                </a:lnTo>
                <a:lnTo>
                  <a:pt x="4248531" y="4248531"/>
                </a:lnTo>
                <a:lnTo>
                  <a:pt x="0" y="4248531"/>
                </a:lnTo>
                <a:lnTo>
                  <a:pt x="0" y="0"/>
                </a:lnTo>
                <a:close/>
              </a:path>
            </a:pathLst>
          </a:custGeom>
          <a:blipFill rotWithShape="1">
            <a:blip r:embed="rId2">
              <a:alphaModFix/>
            </a:blip>
            <a:stretch>
              <a:fillRect b="1" l="0" r="1" t="0"/>
            </a:stretch>
          </a:blip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 name="Google Shape;22;g3fa3fcd0dc1_0_11"/>
          <p:cNvSpPr txBox="1"/>
          <p:nvPr>
            <p:ph idx="1" type="body"/>
          </p:nvPr>
        </p:nvSpPr>
        <p:spPr>
          <a:xfrm>
            <a:off x="3694916" y="767887"/>
            <a:ext cx="5283000" cy="3981000"/>
          </a:xfrm>
          <a:prstGeom prst="rect">
            <a:avLst/>
          </a:prstGeom>
          <a:noFill/>
          <a:ln>
            <a:noFill/>
          </a:ln>
        </p:spPr>
        <p:txBody>
          <a:bodyPr anchorCtr="0" anchor="t" bIns="35425" lIns="70875" spcFirstLastPara="1" rIns="70875" wrap="square" tIns="35425">
            <a:normAutofit/>
          </a:bodyPr>
          <a:lstStyle>
            <a:lvl1pPr indent="-438150" lvl="0" marL="457200" algn="l">
              <a:spcBef>
                <a:spcPts val="700"/>
              </a:spcBef>
              <a:spcAft>
                <a:spcPts val="0"/>
              </a:spcAft>
              <a:buClr>
                <a:schemeClr val="dk1"/>
              </a:buClr>
              <a:buSzPts val="3300"/>
              <a:buChar char="•"/>
              <a:defRPr sz="3300"/>
            </a:lvl1pPr>
            <a:lvl2pPr indent="-412750" lvl="1" marL="914400" algn="l">
              <a:spcBef>
                <a:spcPts val="600"/>
              </a:spcBef>
              <a:spcAft>
                <a:spcPts val="0"/>
              </a:spcAft>
              <a:buClr>
                <a:schemeClr val="dk1"/>
              </a:buClr>
              <a:buSzPts val="2900"/>
              <a:buChar char="–"/>
              <a:defRPr sz="2900"/>
            </a:lvl2pPr>
            <a:lvl3pPr indent="-387350" lvl="2" marL="1371600" algn="l">
              <a:spcBef>
                <a:spcPts val="500"/>
              </a:spcBef>
              <a:spcAft>
                <a:spcPts val="0"/>
              </a:spcAft>
              <a:buClr>
                <a:schemeClr val="dk1"/>
              </a:buClr>
              <a:buSzPts val="2500"/>
              <a:buChar char="•"/>
              <a:defRPr sz="25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23" name="Google Shape;23;g3fa3fcd0dc1_0_11"/>
          <p:cNvSpPr txBox="1"/>
          <p:nvPr>
            <p:ph type="ctrTitle"/>
          </p:nvPr>
        </p:nvSpPr>
        <p:spPr>
          <a:xfrm>
            <a:off x="964747" y="1686424"/>
            <a:ext cx="2303700" cy="16806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100"/>
              <a:buFont typeface="PT Sans"/>
              <a:buNone/>
              <a:defRPr sz="31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ircular y contenido 2">
  <p:cSld name="Título circular y contenido 2">
    <p:bg>
      <p:bgPr>
        <a:solidFill>
          <a:srgbClr val="F4F8CF"/>
        </a:solidFill>
      </p:bgPr>
    </p:bg>
    <p:spTree>
      <p:nvGrpSpPr>
        <p:cNvPr id="24" name="Shape 24"/>
        <p:cNvGrpSpPr/>
        <p:nvPr/>
      </p:nvGrpSpPr>
      <p:grpSpPr>
        <a:xfrm>
          <a:off x="0" y="0"/>
          <a:ext cx="0" cy="0"/>
          <a:chOff x="0" y="0"/>
          <a:chExt cx="0" cy="0"/>
        </a:xfrm>
      </p:grpSpPr>
      <p:sp>
        <p:nvSpPr>
          <p:cNvPr id="25" name="Google Shape;25;g3fa3fcd0dc1_0_15"/>
          <p:cNvSpPr/>
          <p:nvPr/>
        </p:nvSpPr>
        <p:spPr>
          <a:xfrm>
            <a:off x="-157510" y="-1049671"/>
            <a:ext cx="10259568" cy="7767275"/>
          </a:xfrm>
          <a:custGeom>
            <a:rect b="b" l="l" r="r" t="t"/>
            <a:pathLst>
              <a:path extrusionOk="0" h="7614975" w="10058400">
                <a:moveTo>
                  <a:pt x="0" y="0"/>
                </a:moveTo>
                <a:lnTo>
                  <a:pt x="10058400" y="0"/>
                </a:lnTo>
                <a:lnTo>
                  <a:pt x="10058400" y="7614975"/>
                </a:lnTo>
                <a:lnTo>
                  <a:pt x="0" y="7614975"/>
                </a:lnTo>
                <a:lnTo>
                  <a:pt x="0" y="0"/>
                </a:lnTo>
                <a:close/>
              </a:path>
            </a:pathLst>
          </a:custGeom>
          <a:blipFill rotWithShape="1">
            <a:blip r:embed="rId2">
              <a:alphaModFix amt="82000"/>
            </a:blip>
            <a:stretch>
              <a:fillRect b="0" l="0" r="0" t="0"/>
            </a:stretch>
          </a:blipFill>
          <a:ln>
            <a:noFill/>
          </a:ln>
        </p:spPr>
      </p:sp>
      <p:sp>
        <p:nvSpPr>
          <p:cNvPr id="26" name="Google Shape;26;g3fa3fcd0dc1_0_15"/>
          <p:cNvSpPr/>
          <p:nvPr/>
        </p:nvSpPr>
        <p:spPr>
          <a:xfrm>
            <a:off x="472529" y="921709"/>
            <a:ext cx="2740302" cy="2740302"/>
          </a:xfrm>
          <a:custGeom>
            <a:rect b="b" l="l" r="r" t="t"/>
            <a:pathLst>
              <a:path extrusionOk="0" h="4248531" w="4248531">
                <a:moveTo>
                  <a:pt x="0" y="0"/>
                </a:moveTo>
                <a:lnTo>
                  <a:pt x="4248531" y="0"/>
                </a:lnTo>
                <a:lnTo>
                  <a:pt x="4248531" y="4248531"/>
                </a:lnTo>
                <a:lnTo>
                  <a:pt x="0" y="4248531"/>
                </a:lnTo>
                <a:lnTo>
                  <a:pt x="0" y="0"/>
                </a:lnTo>
                <a:close/>
              </a:path>
            </a:pathLst>
          </a:custGeom>
          <a:blipFill rotWithShape="1">
            <a:blip r:embed="rId3">
              <a:alphaModFix/>
            </a:blip>
            <a:stretch>
              <a:fillRect b="1" l="0" r="1" t="0"/>
            </a:stretch>
          </a:blip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7" name="Google Shape;27;g3fa3fcd0dc1_0_15"/>
          <p:cNvSpPr txBox="1"/>
          <p:nvPr>
            <p:ph idx="1" type="body"/>
          </p:nvPr>
        </p:nvSpPr>
        <p:spPr>
          <a:xfrm>
            <a:off x="3694916" y="767887"/>
            <a:ext cx="5283000" cy="3981000"/>
          </a:xfrm>
          <a:prstGeom prst="rect">
            <a:avLst/>
          </a:prstGeom>
          <a:noFill/>
          <a:ln>
            <a:noFill/>
          </a:ln>
        </p:spPr>
        <p:txBody>
          <a:bodyPr anchorCtr="0" anchor="t" bIns="35425" lIns="70875" spcFirstLastPara="1" rIns="70875" wrap="square" tIns="35425">
            <a:normAutofit/>
          </a:bodyPr>
          <a:lstStyle>
            <a:lvl1pPr indent="-438150" lvl="0" marL="457200" algn="l">
              <a:spcBef>
                <a:spcPts val="700"/>
              </a:spcBef>
              <a:spcAft>
                <a:spcPts val="0"/>
              </a:spcAft>
              <a:buClr>
                <a:schemeClr val="dk1"/>
              </a:buClr>
              <a:buSzPts val="3300"/>
              <a:buChar char="•"/>
              <a:defRPr sz="3300"/>
            </a:lvl1pPr>
            <a:lvl2pPr indent="-412750" lvl="1" marL="914400" algn="l">
              <a:spcBef>
                <a:spcPts val="600"/>
              </a:spcBef>
              <a:spcAft>
                <a:spcPts val="0"/>
              </a:spcAft>
              <a:buClr>
                <a:schemeClr val="dk1"/>
              </a:buClr>
              <a:buSzPts val="2900"/>
              <a:buChar char="–"/>
              <a:defRPr sz="2900"/>
            </a:lvl2pPr>
            <a:lvl3pPr indent="-387350" lvl="2" marL="1371600" algn="l">
              <a:spcBef>
                <a:spcPts val="500"/>
              </a:spcBef>
              <a:spcAft>
                <a:spcPts val="0"/>
              </a:spcAft>
              <a:buClr>
                <a:schemeClr val="dk1"/>
              </a:buClr>
              <a:buSzPts val="2500"/>
              <a:buChar char="•"/>
              <a:defRPr sz="2500"/>
            </a:lvl3pPr>
            <a:lvl4pPr indent="-361950" lvl="3" marL="1828800" algn="l">
              <a:spcBef>
                <a:spcPts val="400"/>
              </a:spcBef>
              <a:spcAft>
                <a:spcPts val="0"/>
              </a:spcAft>
              <a:buClr>
                <a:schemeClr val="dk1"/>
              </a:buClr>
              <a:buSzPts val="2100"/>
              <a:buChar char="–"/>
              <a:defRPr sz="2100"/>
            </a:lvl4pPr>
            <a:lvl5pPr indent="-361950" lvl="4" marL="2286000" algn="l">
              <a:spcBef>
                <a:spcPts val="400"/>
              </a:spcBef>
              <a:spcAft>
                <a:spcPts val="0"/>
              </a:spcAft>
              <a:buClr>
                <a:schemeClr val="dk1"/>
              </a:buClr>
              <a:buSzPts val="2100"/>
              <a:buChar char="»"/>
              <a:defRPr sz="2100"/>
            </a:lvl5pPr>
            <a:lvl6pPr indent="-361950" lvl="5" marL="2743200" algn="l">
              <a:spcBef>
                <a:spcPts val="400"/>
              </a:spcBef>
              <a:spcAft>
                <a:spcPts val="0"/>
              </a:spcAft>
              <a:buClr>
                <a:schemeClr val="dk1"/>
              </a:buClr>
              <a:buSzPts val="2100"/>
              <a:buChar char="•"/>
              <a:defRPr sz="2100"/>
            </a:lvl6pPr>
            <a:lvl7pPr indent="-361950" lvl="6" marL="3200400" algn="l">
              <a:spcBef>
                <a:spcPts val="400"/>
              </a:spcBef>
              <a:spcAft>
                <a:spcPts val="0"/>
              </a:spcAft>
              <a:buClr>
                <a:schemeClr val="dk1"/>
              </a:buClr>
              <a:buSzPts val="2100"/>
              <a:buChar char="•"/>
              <a:defRPr sz="2100"/>
            </a:lvl7pPr>
            <a:lvl8pPr indent="-361950" lvl="7" marL="3657600" algn="l">
              <a:spcBef>
                <a:spcPts val="400"/>
              </a:spcBef>
              <a:spcAft>
                <a:spcPts val="0"/>
              </a:spcAft>
              <a:buClr>
                <a:schemeClr val="dk1"/>
              </a:buClr>
              <a:buSzPts val="2100"/>
              <a:buChar char="•"/>
              <a:defRPr sz="2100"/>
            </a:lvl8pPr>
            <a:lvl9pPr indent="-361950" lvl="8" marL="4114800" algn="l">
              <a:spcBef>
                <a:spcPts val="400"/>
              </a:spcBef>
              <a:spcAft>
                <a:spcPts val="0"/>
              </a:spcAft>
              <a:buClr>
                <a:schemeClr val="dk1"/>
              </a:buClr>
              <a:buSzPts val="2100"/>
              <a:buChar char="•"/>
              <a:defRPr sz="2100"/>
            </a:lvl9pPr>
          </a:lstStyle>
          <a:p/>
        </p:txBody>
      </p:sp>
      <p:sp>
        <p:nvSpPr>
          <p:cNvPr id="28" name="Google Shape;28;g3fa3fcd0dc1_0_15"/>
          <p:cNvSpPr txBox="1"/>
          <p:nvPr>
            <p:ph type="ctrTitle"/>
          </p:nvPr>
        </p:nvSpPr>
        <p:spPr>
          <a:xfrm>
            <a:off x="688333" y="1449118"/>
            <a:ext cx="2303700" cy="16806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100"/>
              <a:buFont typeface="PT Sans"/>
              <a:buNone/>
              <a:defRPr sz="31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1">
  <p:cSld name="Círculo cambio de sección 1">
    <p:bg>
      <p:bgPr>
        <a:solidFill>
          <a:schemeClr val="lt1"/>
        </a:solidFill>
      </p:bgPr>
    </p:bg>
    <p:spTree>
      <p:nvGrpSpPr>
        <p:cNvPr id="29" name="Shape 29"/>
        <p:cNvGrpSpPr/>
        <p:nvPr/>
      </p:nvGrpSpPr>
      <p:grpSpPr>
        <a:xfrm>
          <a:off x="0" y="0"/>
          <a:ext cx="0" cy="0"/>
          <a:chOff x="0" y="0"/>
          <a:chExt cx="0" cy="0"/>
        </a:xfrm>
      </p:grpSpPr>
      <p:grpSp>
        <p:nvGrpSpPr>
          <p:cNvPr id="30" name="Google Shape;30;g3fa3fcd0dc1_0_20"/>
          <p:cNvGrpSpPr/>
          <p:nvPr/>
        </p:nvGrpSpPr>
        <p:grpSpPr>
          <a:xfrm>
            <a:off x="-46" y="-1535759"/>
            <a:ext cx="10080370" cy="8741476"/>
            <a:chOff x="2755900" y="-304800"/>
            <a:chExt cx="15112998" cy="12776201"/>
          </a:xfrm>
        </p:grpSpPr>
        <p:pic>
          <p:nvPicPr>
            <p:cNvPr id="31" name="Google Shape;31;g3fa3fcd0dc1_0_20"/>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32" name="Google Shape;32;g3fa3fcd0dc1_0_20"/>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33" name="Google Shape;33;g3fa3fcd0dc1_0_20"/>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34" name="Google Shape;34;g3fa3fcd0dc1_0_20"/>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35" name="Google Shape;35;g3fa3fcd0dc1_0_20"/>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36" name="Google Shape;36;g3fa3fcd0dc1_0_20"/>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2">
  <p:cSld name="Círculo cambio de sección 2">
    <p:bg>
      <p:bgPr>
        <a:solidFill>
          <a:schemeClr val="accent1"/>
        </a:solidFill>
      </p:bgPr>
    </p:bg>
    <p:spTree>
      <p:nvGrpSpPr>
        <p:cNvPr id="37" name="Shape 37"/>
        <p:cNvGrpSpPr/>
        <p:nvPr/>
      </p:nvGrpSpPr>
      <p:grpSpPr>
        <a:xfrm>
          <a:off x="0" y="0"/>
          <a:ext cx="0" cy="0"/>
          <a:chOff x="0" y="0"/>
          <a:chExt cx="0" cy="0"/>
        </a:xfrm>
      </p:grpSpPr>
      <p:grpSp>
        <p:nvGrpSpPr>
          <p:cNvPr id="38" name="Google Shape;38;g3fa3fcd0dc1_0_28"/>
          <p:cNvGrpSpPr/>
          <p:nvPr/>
        </p:nvGrpSpPr>
        <p:grpSpPr>
          <a:xfrm>
            <a:off x="-46" y="-1535759"/>
            <a:ext cx="10080370" cy="8741476"/>
            <a:chOff x="2755900" y="-304800"/>
            <a:chExt cx="15112998" cy="12776201"/>
          </a:xfrm>
        </p:grpSpPr>
        <p:pic>
          <p:nvPicPr>
            <p:cNvPr id="39" name="Google Shape;39;g3fa3fcd0dc1_0_28"/>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40" name="Google Shape;40;g3fa3fcd0dc1_0_28"/>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41" name="Google Shape;41;g3fa3fcd0dc1_0_28"/>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42" name="Google Shape;42;g3fa3fcd0dc1_0_28"/>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43" name="Google Shape;43;g3fa3fcd0dc1_0_28"/>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44" name="Google Shape;44;g3fa3fcd0dc1_0_28"/>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írculo cambio de sección 3">
  <p:cSld name="Círculo cambio de sección 3">
    <p:bg>
      <p:bgPr>
        <a:solidFill>
          <a:srgbClr val="FEC20D"/>
        </a:solidFill>
      </p:bgPr>
    </p:bg>
    <p:spTree>
      <p:nvGrpSpPr>
        <p:cNvPr id="45" name="Shape 45"/>
        <p:cNvGrpSpPr/>
        <p:nvPr/>
      </p:nvGrpSpPr>
      <p:grpSpPr>
        <a:xfrm>
          <a:off x="0" y="0"/>
          <a:ext cx="0" cy="0"/>
          <a:chOff x="0" y="0"/>
          <a:chExt cx="0" cy="0"/>
        </a:xfrm>
      </p:grpSpPr>
      <p:grpSp>
        <p:nvGrpSpPr>
          <p:cNvPr id="46" name="Google Shape;46;g3fa3fcd0dc1_0_36"/>
          <p:cNvGrpSpPr/>
          <p:nvPr/>
        </p:nvGrpSpPr>
        <p:grpSpPr>
          <a:xfrm>
            <a:off x="-46" y="-1535759"/>
            <a:ext cx="10080370" cy="8741476"/>
            <a:chOff x="2755900" y="-304800"/>
            <a:chExt cx="15112998" cy="12776201"/>
          </a:xfrm>
        </p:grpSpPr>
        <p:pic>
          <p:nvPicPr>
            <p:cNvPr id="47" name="Google Shape;47;g3fa3fcd0dc1_0_36"/>
            <p:cNvPicPr preferRelativeResize="0"/>
            <p:nvPr/>
          </p:nvPicPr>
          <p:blipFill rotWithShape="1">
            <a:blip r:embed="rId2">
              <a:alphaModFix/>
            </a:blip>
            <a:srcRect b="0" l="0" r="0" t="0"/>
            <a:stretch/>
          </p:blipFill>
          <p:spPr>
            <a:xfrm>
              <a:off x="2755900" y="-304800"/>
              <a:ext cx="7556498" cy="6388101"/>
            </a:xfrm>
            <a:prstGeom prst="rect">
              <a:avLst/>
            </a:prstGeom>
            <a:noFill/>
            <a:ln>
              <a:noFill/>
            </a:ln>
          </p:spPr>
        </p:pic>
        <p:pic>
          <p:nvPicPr>
            <p:cNvPr id="48" name="Google Shape;48;g3fa3fcd0dc1_0_36"/>
            <p:cNvPicPr preferRelativeResize="0"/>
            <p:nvPr/>
          </p:nvPicPr>
          <p:blipFill rotWithShape="1">
            <a:blip r:embed="rId2">
              <a:alphaModFix/>
            </a:blip>
            <a:srcRect b="0" l="0" r="0" t="0"/>
            <a:stretch/>
          </p:blipFill>
          <p:spPr>
            <a:xfrm>
              <a:off x="10312400" y="-304800"/>
              <a:ext cx="7556498" cy="6388101"/>
            </a:xfrm>
            <a:prstGeom prst="rect">
              <a:avLst/>
            </a:prstGeom>
            <a:noFill/>
            <a:ln>
              <a:noFill/>
            </a:ln>
          </p:spPr>
        </p:pic>
        <p:pic>
          <p:nvPicPr>
            <p:cNvPr id="49" name="Google Shape;49;g3fa3fcd0dc1_0_36"/>
            <p:cNvPicPr preferRelativeResize="0"/>
            <p:nvPr/>
          </p:nvPicPr>
          <p:blipFill rotWithShape="1">
            <a:blip r:embed="rId2">
              <a:alphaModFix/>
            </a:blip>
            <a:srcRect b="0" l="0" r="0" t="0"/>
            <a:stretch/>
          </p:blipFill>
          <p:spPr>
            <a:xfrm>
              <a:off x="2755900" y="6083300"/>
              <a:ext cx="7556498" cy="6388101"/>
            </a:xfrm>
            <a:prstGeom prst="rect">
              <a:avLst/>
            </a:prstGeom>
            <a:noFill/>
            <a:ln>
              <a:noFill/>
            </a:ln>
          </p:spPr>
        </p:pic>
        <p:pic>
          <p:nvPicPr>
            <p:cNvPr id="50" name="Google Shape;50;g3fa3fcd0dc1_0_36"/>
            <p:cNvPicPr preferRelativeResize="0"/>
            <p:nvPr/>
          </p:nvPicPr>
          <p:blipFill rotWithShape="1">
            <a:blip r:embed="rId2">
              <a:alphaModFix/>
            </a:blip>
            <a:srcRect b="0" l="0" r="0" t="0"/>
            <a:stretch/>
          </p:blipFill>
          <p:spPr>
            <a:xfrm>
              <a:off x="10312400" y="6083300"/>
              <a:ext cx="7556498" cy="6388101"/>
            </a:xfrm>
            <a:prstGeom prst="rect">
              <a:avLst/>
            </a:prstGeom>
            <a:noFill/>
            <a:ln>
              <a:noFill/>
            </a:ln>
          </p:spPr>
        </p:pic>
      </p:grpSp>
      <p:sp>
        <p:nvSpPr>
          <p:cNvPr id="51" name="Google Shape;51;g3fa3fcd0dc1_0_36"/>
          <p:cNvSpPr/>
          <p:nvPr/>
        </p:nvSpPr>
        <p:spPr>
          <a:xfrm>
            <a:off x="2851873" y="818882"/>
            <a:ext cx="4057816" cy="4057816"/>
          </a:xfrm>
          <a:custGeom>
            <a:rect b="b" l="l" r="r" t="t"/>
            <a:pathLst>
              <a:path extrusionOk="0" h="3930088" w="3930088">
                <a:moveTo>
                  <a:pt x="0" y="0"/>
                </a:moveTo>
                <a:lnTo>
                  <a:pt x="3930088" y="0"/>
                </a:lnTo>
                <a:lnTo>
                  <a:pt x="3930088" y="3930088"/>
                </a:lnTo>
                <a:lnTo>
                  <a:pt x="0" y="3930088"/>
                </a:lnTo>
                <a:lnTo>
                  <a:pt x="0" y="0"/>
                </a:lnTo>
                <a:close/>
              </a:path>
            </a:pathLst>
          </a:custGeom>
          <a:blipFill rotWithShape="1">
            <a:blip r:embed="rId3">
              <a:alphaModFix/>
            </a:blip>
            <a:stretch>
              <a:fillRect b="0" l="0" r="0" t="0"/>
            </a:stretch>
          </a:blipFill>
          <a:ln>
            <a:noFill/>
          </a:ln>
        </p:spPr>
      </p:sp>
      <p:sp>
        <p:nvSpPr>
          <p:cNvPr id="52" name="Google Shape;52;g3fa3fcd0dc1_0_36"/>
          <p:cNvSpPr txBox="1"/>
          <p:nvPr>
            <p:ph type="ctrTitle"/>
          </p:nvPr>
        </p:nvSpPr>
        <p:spPr>
          <a:xfrm>
            <a:off x="3445526" y="1594842"/>
            <a:ext cx="2835300" cy="2598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lt1"/>
              </a:buClr>
              <a:buSzPts val="3400"/>
              <a:buFont typeface="PT Sans"/>
              <a:buNone/>
              <a:defRPr sz="3400">
                <a:solidFill>
                  <a:schemeClr val="lt1"/>
                </a:solidFill>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subtitulo y contenido">
  <p:cSld name="Título subtitulo y contenido">
    <p:spTree>
      <p:nvGrpSpPr>
        <p:cNvPr id="53" name="Shape 53"/>
        <p:cNvGrpSpPr/>
        <p:nvPr/>
      </p:nvGrpSpPr>
      <p:grpSpPr>
        <a:xfrm>
          <a:off x="0" y="0"/>
          <a:ext cx="0" cy="0"/>
          <a:chOff x="0" y="0"/>
          <a:chExt cx="0" cy="0"/>
        </a:xfrm>
      </p:grpSpPr>
      <p:sp>
        <p:nvSpPr>
          <p:cNvPr id="54" name="Google Shape;54;g3fa3fcd0dc1_0_44"/>
          <p:cNvSpPr txBox="1"/>
          <p:nvPr>
            <p:ph type="title"/>
          </p:nvPr>
        </p:nvSpPr>
        <p:spPr>
          <a:xfrm>
            <a:off x="3948288" y="116702"/>
            <a:ext cx="5029800" cy="979800"/>
          </a:xfrm>
          <a:prstGeom prst="rect">
            <a:avLst/>
          </a:prstGeom>
          <a:noFill/>
          <a:ln>
            <a:noFill/>
          </a:ln>
        </p:spPr>
        <p:txBody>
          <a:bodyPr anchorCtr="0" anchor="ctr" bIns="35425" lIns="70875" spcFirstLastPara="1" rIns="70875" wrap="square" tIns="35425">
            <a:normAutofit/>
          </a:bodyPr>
          <a:lstStyle>
            <a:lvl1pPr lvl="0" algn="r">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g3fa3fcd0dc1_0_44"/>
          <p:cNvSpPr txBox="1"/>
          <p:nvPr>
            <p:ph idx="1" type="body"/>
          </p:nvPr>
        </p:nvSpPr>
        <p:spPr>
          <a:xfrm>
            <a:off x="472529" y="1811162"/>
            <a:ext cx="8373000" cy="29376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56" name="Google Shape;56;g3fa3fcd0dc1_0_44"/>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g3fa3fcd0dc1_0_44"/>
          <p:cNvSpPr/>
          <p:nvPr/>
        </p:nvSpPr>
        <p:spPr>
          <a:xfrm>
            <a:off x="623534" y="382732"/>
            <a:ext cx="1409010" cy="1220195"/>
          </a:xfrm>
          <a:custGeom>
            <a:rect b="b" l="l" r="r" t="t"/>
            <a:pathLst>
              <a:path extrusionOk="0" h="1217152" w="1405496">
                <a:moveTo>
                  <a:pt x="0" y="0"/>
                </a:moveTo>
                <a:lnTo>
                  <a:pt x="1405496" y="0"/>
                </a:lnTo>
                <a:lnTo>
                  <a:pt x="1405496" y="1217152"/>
                </a:lnTo>
                <a:lnTo>
                  <a:pt x="0" y="1217152"/>
                </a:lnTo>
                <a:lnTo>
                  <a:pt x="0" y="0"/>
                </a:lnTo>
                <a:close/>
              </a:path>
            </a:pathLst>
          </a:custGeom>
          <a:blipFill rotWithShape="1">
            <a:blip r:embed="rId2">
              <a:alphaModFix/>
            </a:blip>
            <a:stretch>
              <a:fillRect b="0" l="-64" r="-64" t="0"/>
            </a:stretch>
          </a:blipFill>
          <a:ln>
            <a:noFill/>
          </a:ln>
        </p:spPr>
      </p:sp>
      <p:sp>
        <p:nvSpPr>
          <p:cNvPr id="58" name="Google Shape;58;g3fa3fcd0dc1_0_44"/>
          <p:cNvSpPr/>
          <p:nvPr/>
        </p:nvSpPr>
        <p:spPr>
          <a:xfrm>
            <a:off x="1854957" y="-23667"/>
            <a:ext cx="2242874" cy="1121389"/>
          </a:xfrm>
          <a:custGeom>
            <a:rect b="b" l="l" r="r" t="t"/>
            <a:pathLst>
              <a:path extrusionOk="0" h="1490218" w="2980563">
                <a:moveTo>
                  <a:pt x="0" y="0"/>
                </a:moveTo>
                <a:cubicBezTo>
                  <a:pt x="0" y="823087"/>
                  <a:pt x="667258" y="1490218"/>
                  <a:pt x="1490218" y="1490218"/>
                </a:cubicBezTo>
                <a:cubicBezTo>
                  <a:pt x="2313178" y="1490218"/>
                  <a:pt x="2980563" y="823087"/>
                  <a:pt x="2980563"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59" name="Google Shape;59;g3fa3fcd0dc1_0_44"/>
          <p:cNvSpPr/>
          <p:nvPr/>
        </p:nvSpPr>
        <p:spPr>
          <a:xfrm>
            <a:off x="8845441" y="1054887"/>
            <a:ext cx="1220875" cy="4621071"/>
          </a:xfrm>
          <a:custGeom>
            <a:rect b="b" l="l" r="r" t="t"/>
            <a:pathLst>
              <a:path extrusionOk="0" h="6140958" w="1622425">
                <a:moveTo>
                  <a:pt x="1606550" y="0"/>
                </a:moveTo>
                <a:lnTo>
                  <a:pt x="0" y="3445256"/>
                </a:lnTo>
                <a:lnTo>
                  <a:pt x="1257046" y="6140958"/>
                </a:lnTo>
                <a:lnTo>
                  <a:pt x="1622425" y="6140958"/>
                </a:lnTo>
                <a:lnTo>
                  <a:pt x="1622425" y="34290"/>
                </a:lnTo>
                <a:lnTo>
                  <a:pt x="1606550" y="0"/>
                </a:lnTo>
                <a:close/>
              </a:path>
            </a:pathLst>
          </a:custGeom>
          <a:solidFill>
            <a:srgbClr val="FDC20B"/>
          </a:solidFill>
          <a:ln>
            <a:noFill/>
          </a:ln>
        </p:spPr>
      </p:sp>
      <p:sp>
        <p:nvSpPr>
          <p:cNvPr id="60" name="Google Shape;60;g3fa3fcd0dc1_0_44"/>
          <p:cNvSpPr/>
          <p:nvPr/>
        </p:nvSpPr>
        <p:spPr>
          <a:xfrm>
            <a:off x="-419160" y="4041222"/>
            <a:ext cx="3249958" cy="3249958"/>
          </a:xfrm>
          <a:custGeom>
            <a:rect b="b" l="l" r="r" t="t"/>
            <a:pathLst>
              <a:path extrusionOk="0" h="7344537" w="7344537">
                <a:moveTo>
                  <a:pt x="0" y="0"/>
                </a:moveTo>
                <a:lnTo>
                  <a:pt x="7344537" y="0"/>
                </a:lnTo>
                <a:lnTo>
                  <a:pt x="7344537" y="7344537"/>
                </a:lnTo>
                <a:lnTo>
                  <a:pt x="0" y="7344537"/>
                </a:lnTo>
                <a:lnTo>
                  <a:pt x="0" y="0"/>
                </a:lnTo>
                <a:close/>
              </a:path>
            </a:pathLst>
          </a:custGeom>
          <a:blipFill rotWithShape="1">
            <a:blip r:embed="rId3">
              <a:alphaModFix/>
            </a:blip>
            <a:stretch>
              <a:fillRect b="0" l="0" r="0" t="0"/>
            </a:stretch>
          </a:blipFill>
          <a:ln>
            <a:noFill/>
          </a:ln>
        </p:spPr>
      </p:sp>
      <p:sp>
        <p:nvSpPr>
          <p:cNvPr id="61" name="Google Shape;61;g3fa3fcd0dc1_0_44"/>
          <p:cNvSpPr txBox="1"/>
          <p:nvPr>
            <p:ph idx="2" type="subTitle"/>
          </p:nvPr>
        </p:nvSpPr>
        <p:spPr>
          <a:xfrm>
            <a:off x="3918055" y="1096833"/>
            <a:ext cx="5029800" cy="477600"/>
          </a:xfrm>
          <a:prstGeom prst="rect">
            <a:avLst/>
          </a:prstGeom>
          <a:noFill/>
          <a:ln>
            <a:noFill/>
          </a:ln>
        </p:spPr>
        <p:txBody>
          <a:bodyPr anchorCtr="0" anchor="t" bIns="35425" lIns="70875" spcFirstLastPara="1" rIns="70875" wrap="square" tIns="35425">
            <a:noAutofit/>
          </a:bodyPr>
          <a:lstStyle>
            <a:lvl1pPr lvl="0" algn="r">
              <a:spcBef>
                <a:spcPts val="500"/>
              </a:spcBef>
              <a:spcAft>
                <a:spcPts val="0"/>
              </a:spcAft>
              <a:buClr>
                <a:srgbClr val="888888"/>
              </a:buClr>
              <a:buSzPts val="2500"/>
              <a:buNone/>
              <a:defRPr sz="2500">
                <a:solidFill>
                  <a:srgbClr val="888888"/>
                </a:solidFill>
              </a:defRPr>
            </a:lvl1pPr>
            <a:lvl2pPr lvl="1" algn="ctr">
              <a:spcBef>
                <a:spcPts val="600"/>
              </a:spcBef>
              <a:spcAft>
                <a:spcPts val="0"/>
              </a:spcAft>
              <a:buClr>
                <a:srgbClr val="888888"/>
              </a:buClr>
              <a:buSzPts val="2900"/>
              <a:buNone/>
              <a:defRPr>
                <a:solidFill>
                  <a:srgbClr val="888888"/>
                </a:solidFill>
              </a:defRPr>
            </a:lvl2pPr>
            <a:lvl3pPr lvl="2" algn="ctr">
              <a:spcBef>
                <a:spcPts val="500"/>
              </a:spcBef>
              <a:spcAft>
                <a:spcPts val="0"/>
              </a:spcAft>
              <a:buClr>
                <a:srgbClr val="888888"/>
              </a:buClr>
              <a:buSzPts val="2500"/>
              <a:buNone/>
              <a:defRPr>
                <a:solidFill>
                  <a:srgbClr val="888888"/>
                </a:solidFill>
              </a:defRPr>
            </a:lvl3pPr>
            <a:lvl4pPr lvl="3" algn="ctr">
              <a:spcBef>
                <a:spcPts val="400"/>
              </a:spcBef>
              <a:spcAft>
                <a:spcPts val="0"/>
              </a:spcAft>
              <a:buClr>
                <a:srgbClr val="888888"/>
              </a:buClr>
              <a:buSzPts val="2100"/>
              <a:buNone/>
              <a:defRPr>
                <a:solidFill>
                  <a:srgbClr val="888888"/>
                </a:solidFill>
              </a:defRPr>
            </a:lvl4pPr>
            <a:lvl5pPr lvl="4" algn="ctr">
              <a:spcBef>
                <a:spcPts val="400"/>
              </a:spcBef>
              <a:spcAft>
                <a:spcPts val="0"/>
              </a:spcAft>
              <a:buClr>
                <a:srgbClr val="888888"/>
              </a:buClr>
              <a:buSzPts val="2100"/>
              <a:buNone/>
              <a:defRPr>
                <a:solidFill>
                  <a:srgbClr val="888888"/>
                </a:solidFill>
              </a:defRPr>
            </a:lvl5pPr>
            <a:lvl6pPr lvl="5" algn="ctr">
              <a:spcBef>
                <a:spcPts val="400"/>
              </a:spcBef>
              <a:spcAft>
                <a:spcPts val="0"/>
              </a:spcAft>
              <a:buClr>
                <a:srgbClr val="888888"/>
              </a:buClr>
              <a:buSzPts val="2100"/>
              <a:buNone/>
              <a:defRPr>
                <a:solidFill>
                  <a:srgbClr val="888888"/>
                </a:solidFill>
              </a:defRPr>
            </a:lvl6pPr>
            <a:lvl7pPr lvl="6" algn="ctr">
              <a:spcBef>
                <a:spcPts val="400"/>
              </a:spcBef>
              <a:spcAft>
                <a:spcPts val="0"/>
              </a:spcAft>
              <a:buClr>
                <a:srgbClr val="888888"/>
              </a:buClr>
              <a:buSzPts val="2100"/>
              <a:buNone/>
              <a:defRPr>
                <a:solidFill>
                  <a:srgbClr val="888888"/>
                </a:solidFill>
              </a:defRPr>
            </a:lvl7pPr>
            <a:lvl8pPr lvl="7" algn="ctr">
              <a:spcBef>
                <a:spcPts val="400"/>
              </a:spcBef>
              <a:spcAft>
                <a:spcPts val="0"/>
              </a:spcAft>
              <a:buClr>
                <a:srgbClr val="888888"/>
              </a:buClr>
              <a:buSzPts val="2100"/>
              <a:buNone/>
              <a:defRPr>
                <a:solidFill>
                  <a:srgbClr val="888888"/>
                </a:solidFill>
              </a:defRPr>
            </a:lvl8pPr>
            <a:lvl9pPr lvl="8" algn="ctr">
              <a:spcBef>
                <a:spcPts val="400"/>
              </a:spcBef>
              <a:spcAft>
                <a:spcPts val="0"/>
              </a:spcAft>
              <a:buClr>
                <a:srgbClr val="888888"/>
              </a:buClr>
              <a:buSzPts val="2100"/>
              <a:buNone/>
              <a:defRPr>
                <a:solidFill>
                  <a:srgbClr val="888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contenido">
  <p:cSld name="Solo contenido">
    <p:spTree>
      <p:nvGrpSpPr>
        <p:cNvPr id="62" name="Shape 62"/>
        <p:cNvGrpSpPr/>
        <p:nvPr/>
      </p:nvGrpSpPr>
      <p:grpSpPr>
        <a:xfrm>
          <a:off x="0" y="0"/>
          <a:ext cx="0" cy="0"/>
          <a:chOff x="0" y="0"/>
          <a:chExt cx="0" cy="0"/>
        </a:xfrm>
      </p:grpSpPr>
      <p:sp>
        <p:nvSpPr>
          <p:cNvPr id="63" name="Google Shape;63;g3fa3fcd0dc1_0_53"/>
          <p:cNvSpPr txBox="1"/>
          <p:nvPr>
            <p:ph idx="1" type="body"/>
          </p:nvPr>
        </p:nvSpPr>
        <p:spPr>
          <a:xfrm>
            <a:off x="1102530" y="1155076"/>
            <a:ext cx="7743000" cy="35940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4" name="Google Shape;64;g3fa3fcd0dc1_0_53"/>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65" name="Google Shape;65;g3fa3fcd0dc1_0_53"/>
          <p:cNvSpPr/>
          <p:nvPr/>
        </p:nvSpPr>
        <p:spPr>
          <a:xfrm>
            <a:off x="-27565" y="3299827"/>
            <a:ext cx="1127935" cy="1906750"/>
          </a:xfrm>
          <a:custGeom>
            <a:rect b="b" l="l" r="r" t="t"/>
            <a:pathLst>
              <a:path extrusionOk="0" h="3359912" w="1987550">
                <a:moveTo>
                  <a:pt x="0" y="3359912"/>
                </a:moveTo>
                <a:lnTo>
                  <a:pt x="1987550" y="3359912"/>
                </a:lnTo>
                <a:lnTo>
                  <a:pt x="1987550" y="0"/>
                </a:lnTo>
                <a:lnTo>
                  <a:pt x="0" y="0"/>
                </a:lnTo>
                <a:close/>
              </a:path>
            </a:pathLst>
          </a:custGeom>
          <a:solidFill>
            <a:srgbClr val="D5D900"/>
          </a:solidFill>
          <a:ln>
            <a:noFill/>
          </a:ln>
        </p:spPr>
      </p:sp>
      <p:sp>
        <p:nvSpPr>
          <p:cNvPr id="66" name="Google Shape;66;g3fa3fcd0dc1_0_53"/>
          <p:cNvSpPr/>
          <p:nvPr/>
        </p:nvSpPr>
        <p:spPr>
          <a:xfrm>
            <a:off x="537486" y="0"/>
            <a:ext cx="1898565" cy="983361"/>
          </a:xfrm>
          <a:custGeom>
            <a:rect b="b" l="l" r="r" t="t"/>
            <a:pathLst>
              <a:path extrusionOk="0" h="1473200" w="2844292">
                <a:moveTo>
                  <a:pt x="889" y="0"/>
                </a:moveTo>
                <a:cubicBezTo>
                  <a:pt x="254" y="16891"/>
                  <a:pt x="0" y="33909"/>
                  <a:pt x="0" y="51054"/>
                </a:cubicBezTo>
                <a:cubicBezTo>
                  <a:pt x="0" y="836422"/>
                  <a:pt x="636778" y="1473200"/>
                  <a:pt x="1422146" y="1473200"/>
                </a:cubicBezTo>
                <a:cubicBezTo>
                  <a:pt x="2207514" y="1473200"/>
                  <a:pt x="2844292" y="836422"/>
                  <a:pt x="2844292" y="51054"/>
                </a:cubicBezTo>
                <a:cubicBezTo>
                  <a:pt x="2844292" y="34036"/>
                  <a:pt x="2844038" y="17018"/>
                  <a:pt x="2843403"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67" name="Google Shape;67;g3fa3fcd0dc1_0_53"/>
          <p:cNvSpPr/>
          <p:nvPr/>
        </p:nvSpPr>
        <p:spPr>
          <a:xfrm>
            <a:off x="8954429" y="1502448"/>
            <a:ext cx="1166470" cy="4148597"/>
          </a:xfrm>
          <a:custGeom>
            <a:rect b="b" l="l" r="r" t="t"/>
            <a:pathLst>
              <a:path extrusionOk="0" h="6215126" w="1747520">
                <a:moveTo>
                  <a:pt x="1154938" y="0"/>
                </a:moveTo>
                <a:lnTo>
                  <a:pt x="0" y="2476881"/>
                </a:lnTo>
                <a:lnTo>
                  <a:pt x="1743202" y="6215126"/>
                </a:lnTo>
                <a:lnTo>
                  <a:pt x="1745869" y="6215126"/>
                </a:lnTo>
                <a:lnTo>
                  <a:pt x="1747520" y="6211570"/>
                </a:lnTo>
                <a:lnTo>
                  <a:pt x="1747520" y="0"/>
                </a:lnTo>
                <a:close/>
              </a:path>
            </a:pathLst>
          </a:custGeom>
          <a:solidFill>
            <a:srgbClr val="EB5D12"/>
          </a:solidFill>
          <a:ln>
            <a:noFill/>
          </a:ln>
        </p:spPr>
      </p:sp>
      <p:sp>
        <p:nvSpPr>
          <p:cNvPr id="68" name="Google Shape;68;g3fa3fcd0dc1_0_53"/>
          <p:cNvSpPr/>
          <p:nvPr/>
        </p:nvSpPr>
        <p:spPr>
          <a:xfrm>
            <a:off x="7112594" y="150478"/>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1">
  <p:cSld name="Título y contenido 1">
    <p:spTree>
      <p:nvGrpSpPr>
        <p:cNvPr id="69" name="Shape 69"/>
        <p:cNvGrpSpPr/>
        <p:nvPr/>
      </p:nvGrpSpPr>
      <p:grpSpPr>
        <a:xfrm>
          <a:off x="0" y="0"/>
          <a:ext cx="0" cy="0"/>
          <a:chOff x="0" y="0"/>
          <a:chExt cx="0" cy="0"/>
        </a:xfrm>
      </p:grpSpPr>
      <p:sp>
        <p:nvSpPr>
          <p:cNvPr id="70" name="Google Shape;70;g3fa3fcd0dc1_0_60"/>
          <p:cNvSpPr txBox="1"/>
          <p:nvPr>
            <p:ph idx="1" type="body"/>
          </p:nvPr>
        </p:nvSpPr>
        <p:spPr>
          <a:xfrm>
            <a:off x="1102537" y="2008320"/>
            <a:ext cx="7743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1" name="Google Shape;71;g3fa3fcd0dc1_0_6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72" name="Google Shape;72;g3fa3fcd0dc1_0_60"/>
          <p:cNvSpPr/>
          <p:nvPr/>
        </p:nvSpPr>
        <p:spPr>
          <a:xfrm>
            <a:off x="7127142" y="-16340"/>
            <a:ext cx="1717015" cy="875449"/>
          </a:xfrm>
          <a:custGeom>
            <a:rect b="b" l="l" r="r" t="t"/>
            <a:pathLst>
              <a:path extrusionOk="0" h="1509395" w="2960370">
                <a:moveTo>
                  <a:pt x="254" y="0"/>
                </a:moveTo>
                <a:cubicBezTo>
                  <a:pt x="127" y="9652"/>
                  <a:pt x="0" y="19304"/>
                  <a:pt x="0" y="29083"/>
                </a:cubicBezTo>
                <a:cubicBezTo>
                  <a:pt x="0" y="846582"/>
                  <a:pt x="662686" y="1509395"/>
                  <a:pt x="1480185" y="1509395"/>
                </a:cubicBezTo>
                <a:cubicBezTo>
                  <a:pt x="2297684" y="1509395"/>
                  <a:pt x="2960370" y="846582"/>
                  <a:pt x="2960370" y="29083"/>
                </a:cubicBezTo>
                <a:cubicBezTo>
                  <a:pt x="2960370" y="19304"/>
                  <a:pt x="2960243" y="9652"/>
                  <a:pt x="2960116"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73" name="Google Shape;73;g3fa3fcd0dc1_0_60"/>
          <p:cNvSpPr/>
          <p:nvPr/>
        </p:nvSpPr>
        <p:spPr>
          <a:xfrm>
            <a:off x="7875" y="1063869"/>
            <a:ext cx="601508" cy="3540100"/>
          </a:xfrm>
          <a:custGeom>
            <a:rect b="b" l="l" r="r" t="t"/>
            <a:pathLst>
              <a:path extrusionOk="0" h="6103620" w="1037082">
                <a:moveTo>
                  <a:pt x="0" y="6103620"/>
                </a:moveTo>
                <a:lnTo>
                  <a:pt x="1037082" y="6103620"/>
                </a:lnTo>
                <a:lnTo>
                  <a:pt x="1037082" y="0"/>
                </a:lnTo>
                <a:lnTo>
                  <a:pt x="0" y="0"/>
                </a:lnTo>
                <a:close/>
              </a:path>
            </a:pathLst>
          </a:custGeom>
          <a:solidFill>
            <a:srgbClr val="2084C7"/>
          </a:solidFill>
          <a:ln>
            <a:noFill/>
          </a:ln>
        </p:spPr>
      </p:sp>
      <p:sp>
        <p:nvSpPr>
          <p:cNvPr id="74" name="Google Shape;74;g3fa3fcd0dc1_0_60"/>
          <p:cNvSpPr/>
          <p:nvPr/>
        </p:nvSpPr>
        <p:spPr>
          <a:xfrm>
            <a:off x="9088893" y="2008320"/>
            <a:ext cx="1030356" cy="3672540"/>
          </a:xfrm>
          <a:custGeom>
            <a:rect b="b" l="l" r="r" t="t"/>
            <a:pathLst>
              <a:path extrusionOk="0" h="6331966" w="1776476">
                <a:moveTo>
                  <a:pt x="0" y="3809619"/>
                </a:moveTo>
                <a:lnTo>
                  <a:pt x="1176274" y="6331966"/>
                </a:lnTo>
                <a:lnTo>
                  <a:pt x="1776476" y="6331966"/>
                </a:lnTo>
                <a:lnTo>
                  <a:pt x="1776476" y="0"/>
                </a:lnTo>
                <a:close/>
              </a:path>
            </a:pathLst>
          </a:custGeom>
          <a:solidFill>
            <a:srgbClr val="FDC20B"/>
          </a:solidFill>
          <a:ln>
            <a:noFill/>
          </a:ln>
        </p:spPr>
      </p:sp>
      <p:sp>
        <p:nvSpPr>
          <p:cNvPr id="75" name="Google Shape;75;g3fa3fcd0dc1_0_60"/>
          <p:cNvSpPr/>
          <p:nvPr/>
        </p:nvSpPr>
        <p:spPr>
          <a:xfrm>
            <a:off x="1086786" y="172379"/>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76" name="Google Shape;76;g3fa3fcd0dc1_0_60"/>
          <p:cNvSpPr txBox="1"/>
          <p:nvPr>
            <p:ph type="title"/>
          </p:nvPr>
        </p:nvSpPr>
        <p:spPr>
          <a:xfrm>
            <a:off x="1086786" y="910251"/>
            <a:ext cx="7743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2">
  <p:cSld name="Título y contenido 2">
    <p:spTree>
      <p:nvGrpSpPr>
        <p:cNvPr id="77" name="Shape 77"/>
        <p:cNvGrpSpPr/>
        <p:nvPr/>
      </p:nvGrpSpPr>
      <p:grpSpPr>
        <a:xfrm>
          <a:off x="0" y="0"/>
          <a:ext cx="0" cy="0"/>
          <a:chOff x="0" y="0"/>
          <a:chExt cx="0" cy="0"/>
        </a:xfrm>
      </p:grpSpPr>
      <p:sp>
        <p:nvSpPr>
          <p:cNvPr id="78" name="Google Shape;78;g3fa3fcd0dc1_0_68"/>
          <p:cNvSpPr txBox="1"/>
          <p:nvPr>
            <p:ph idx="1" type="body"/>
          </p:nvPr>
        </p:nvSpPr>
        <p:spPr>
          <a:xfrm>
            <a:off x="1102537" y="2008320"/>
            <a:ext cx="7743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9" name="Google Shape;79;g3fa3fcd0dc1_0_68"/>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80" name="Google Shape;80;g3fa3fcd0dc1_0_68"/>
          <p:cNvSpPr txBox="1"/>
          <p:nvPr>
            <p:ph type="title"/>
          </p:nvPr>
        </p:nvSpPr>
        <p:spPr>
          <a:xfrm>
            <a:off x="1086786" y="910251"/>
            <a:ext cx="7743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g3fa3fcd0dc1_0_68"/>
          <p:cNvSpPr/>
          <p:nvPr/>
        </p:nvSpPr>
        <p:spPr>
          <a:xfrm>
            <a:off x="-39377" y="1329118"/>
            <a:ext cx="2025613" cy="4343680"/>
          </a:xfrm>
          <a:custGeom>
            <a:rect b="b" l="l" r="r" t="t"/>
            <a:pathLst>
              <a:path extrusionOk="0" h="5830443" w="2718943">
                <a:moveTo>
                  <a:pt x="0" y="5830443"/>
                </a:moveTo>
                <a:lnTo>
                  <a:pt x="2718943" y="5830443"/>
                </a:lnTo>
                <a:lnTo>
                  <a:pt x="0" y="0"/>
                </a:lnTo>
                <a:close/>
              </a:path>
            </a:pathLst>
          </a:custGeom>
          <a:solidFill>
            <a:srgbClr val="FDC20B"/>
          </a:solidFill>
          <a:ln>
            <a:noFill/>
          </a:ln>
        </p:spPr>
      </p:sp>
      <p:sp>
        <p:nvSpPr>
          <p:cNvPr id="82" name="Google Shape;82;g3fa3fcd0dc1_0_68"/>
          <p:cNvSpPr/>
          <p:nvPr/>
        </p:nvSpPr>
        <p:spPr>
          <a:xfrm>
            <a:off x="1086786" y="-15576"/>
            <a:ext cx="1587490" cy="893666"/>
          </a:xfrm>
          <a:custGeom>
            <a:rect b="b" l="l" r="r" t="t"/>
            <a:pathLst>
              <a:path extrusionOk="0" h="1654937" w="2939796">
                <a:moveTo>
                  <a:pt x="11557" y="0"/>
                </a:moveTo>
                <a:cubicBezTo>
                  <a:pt x="3937" y="60706"/>
                  <a:pt x="0" y="122428"/>
                  <a:pt x="0" y="185166"/>
                </a:cubicBezTo>
                <a:cubicBezTo>
                  <a:pt x="0" y="996823"/>
                  <a:pt x="658114" y="1654937"/>
                  <a:pt x="1469898" y="1654937"/>
                </a:cubicBezTo>
                <a:cubicBezTo>
                  <a:pt x="2281682" y="1654937"/>
                  <a:pt x="2939796" y="996823"/>
                  <a:pt x="2939796" y="185166"/>
                </a:cubicBezTo>
                <a:cubicBezTo>
                  <a:pt x="2939796" y="122428"/>
                  <a:pt x="2935859" y="60706"/>
                  <a:pt x="2928239"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83" name="Google Shape;83;g3fa3fcd0dc1_0_68"/>
          <p:cNvSpPr/>
          <p:nvPr/>
        </p:nvSpPr>
        <p:spPr>
          <a:xfrm>
            <a:off x="9338753" y="1081933"/>
            <a:ext cx="741731" cy="4587589"/>
          </a:xfrm>
          <a:custGeom>
            <a:rect b="b" l="l" r="r" t="t"/>
            <a:pathLst>
              <a:path extrusionOk="0" h="5919470" w="957072">
                <a:moveTo>
                  <a:pt x="0" y="5919470"/>
                </a:moveTo>
                <a:lnTo>
                  <a:pt x="957072" y="5919470"/>
                </a:lnTo>
                <a:lnTo>
                  <a:pt x="957072" y="0"/>
                </a:lnTo>
                <a:lnTo>
                  <a:pt x="0" y="0"/>
                </a:lnTo>
                <a:close/>
              </a:path>
            </a:pathLst>
          </a:custGeom>
          <a:solidFill>
            <a:srgbClr val="2084C7"/>
          </a:solidFill>
          <a:ln>
            <a:noFill/>
          </a:ln>
        </p:spPr>
      </p:sp>
      <p:sp>
        <p:nvSpPr>
          <p:cNvPr id="84" name="Google Shape;84;g3fa3fcd0dc1_0_68"/>
          <p:cNvSpPr/>
          <p:nvPr/>
        </p:nvSpPr>
        <p:spPr>
          <a:xfrm>
            <a:off x="6840095" y="71918"/>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3">
  <p:cSld name="Título y contenido 3">
    <p:spTree>
      <p:nvGrpSpPr>
        <p:cNvPr id="85" name="Shape 85"/>
        <p:cNvGrpSpPr/>
        <p:nvPr/>
      </p:nvGrpSpPr>
      <p:grpSpPr>
        <a:xfrm>
          <a:off x="0" y="0"/>
          <a:ext cx="0" cy="0"/>
          <a:chOff x="0" y="0"/>
          <a:chExt cx="0" cy="0"/>
        </a:xfrm>
      </p:grpSpPr>
      <p:sp>
        <p:nvSpPr>
          <p:cNvPr id="86" name="Google Shape;86;g3fa3fcd0dc1_0_76"/>
          <p:cNvSpPr txBox="1"/>
          <p:nvPr>
            <p:ph idx="1" type="body"/>
          </p:nvPr>
        </p:nvSpPr>
        <p:spPr>
          <a:xfrm>
            <a:off x="1177564" y="2008320"/>
            <a:ext cx="7668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87" name="Google Shape;87;g3fa3fcd0dc1_0_76"/>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88" name="Google Shape;88;g3fa3fcd0dc1_0_76"/>
          <p:cNvSpPr txBox="1"/>
          <p:nvPr>
            <p:ph type="title"/>
          </p:nvPr>
        </p:nvSpPr>
        <p:spPr>
          <a:xfrm>
            <a:off x="1161812" y="910251"/>
            <a:ext cx="7668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g3fa3fcd0dc1_0_76"/>
          <p:cNvSpPr/>
          <p:nvPr/>
        </p:nvSpPr>
        <p:spPr>
          <a:xfrm>
            <a:off x="0" y="2752014"/>
            <a:ext cx="1177623" cy="1990748"/>
          </a:xfrm>
          <a:custGeom>
            <a:rect b="b" l="l" r="r" t="t"/>
            <a:pathLst>
              <a:path extrusionOk="0" h="3359912" w="1987550">
                <a:moveTo>
                  <a:pt x="0" y="3359912"/>
                </a:moveTo>
                <a:lnTo>
                  <a:pt x="1987550" y="3359912"/>
                </a:lnTo>
                <a:lnTo>
                  <a:pt x="1987550" y="0"/>
                </a:lnTo>
                <a:lnTo>
                  <a:pt x="0" y="0"/>
                </a:lnTo>
                <a:close/>
              </a:path>
            </a:pathLst>
          </a:custGeom>
          <a:solidFill>
            <a:srgbClr val="D5D900"/>
          </a:solidFill>
          <a:ln>
            <a:noFill/>
          </a:ln>
        </p:spPr>
      </p:sp>
      <p:sp>
        <p:nvSpPr>
          <p:cNvPr id="90" name="Google Shape;90;g3fa3fcd0dc1_0_76"/>
          <p:cNvSpPr/>
          <p:nvPr/>
        </p:nvSpPr>
        <p:spPr>
          <a:xfrm>
            <a:off x="8831933" y="769126"/>
            <a:ext cx="1249477" cy="4443815"/>
          </a:xfrm>
          <a:custGeom>
            <a:rect b="b" l="l" r="r" t="t"/>
            <a:pathLst>
              <a:path extrusionOk="0" h="6215126" w="1747520">
                <a:moveTo>
                  <a:pt x="1154938" y="0"/>
                </a:moveTo>
                <a:lnTo>
                  <a:pt x="0" y="2476881"/>
                </a:lnTo>
                <a:lnTo>
                  <a:pt x="1743202" y="6215126"/>
                </a:lnTo>
                <a:lnTo>
                  <a:pt x="1745869" y="6215126"/>
                </a:lnTo>
                <a:lnTo>
                  <a:pt x="1747520" y="6211570"/>
                </a:lnTo>
                <a:lnTo>
                  <a:pt x="1747520" y="0"/>
                </a:lnTo>
                <a:close/>
              </a:path>
            </a:pathLst>
          </a:custGeom>
          <a:solidFill>
            <a:srgbClr val="EB5D12"/>
          </a:solidFill>
          <a:ln>
            <a:noFill/>
          </a:ln>
        </p:spPr>
      </p:sp>
      <p:sp>
        <p:nvSpPr>
          <p:cNvPr id="91" name="Google Shape;91;g3fa3fcd0dc1_0_76"/>
          <p:cNvSpPr/>
          <p:nvPr/>
        </p:nvSpPr>
        <p:spPr>
          <a:xfrm>
            <a:off x="1086786" y="-15576"/>
            <a:ext cx="1587490" cy="893666"/>
          </a:xfrm>
          <a:custGeom>
            <a:rect b="b" l="l" r="r" t="t"/>
            <a:pathLst>
              <a:path extrusionOk="0" h="1654937" w="2939796">
                <a:moveTo>
                  <a:pt x="11557" y="0"/>
                </a:moveTo>
                <a:cubicBezTo>
                  <a:pt x="3937" y="60706"/>
                  <a:pt x="0" y="122428"/>
                  <a:pt x="0" y="185166"/>
                </a:cubicBezTo>
                <a:cubicBezTo>
                  <a:pt x="0" y="996823"/>
                  <a:pt x="658114" y="1654937"/>
                  <a:pt x="1469898" y="1654937"/>
                </a:cubicBezTo>
                <a:cubicBezTo>
                  <a:pt x="2281682" y="1654937"/>
                  <a:pt x="2939796" y="996823"/>
                  <a:pt x="2939796" y="185166"/>
                </a:cubicBezTo>
                <a:cubicBezTo>
                  <a:pt x="2939796" y="122428"/>
                  <a:pt x="2935859" y="60706"/>
                  <a:pt x="2928239"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92" name="Google Shape;92;g3fa3fcd0dc1_0_76"/>
          <p:cNvSpPr/>
          <p:nvPr/>
        </p:nvSpPr>
        <p:spPr>
          <a:xfrm>
            <a:off x="6840095" y="71918"/>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4">
  <p:cSld name="Título y contenido 4">
    <p:spTree>
      <p:nvGrpSpPr>
        <p:cNvPr id="93" name="Shape 93"/>
        <p:cNvGrpSpPr/>
        <p:nvPr/>
      </p:nvGrpSpPr>
      <p:grpSpPr>
        <a:xfrm>
          <a:off x="0" y="0"/>
          <a:ext cx="0" cy="0"/>
          <a:chOff x="0" y="0"/>
          <a:chExt cx="0" cy="0"/>
        </a:xfrm>
      </p:grpSpPr>
      <p:sp>
        <p:nvSpPr>
          <p:cNvPr id="94" name="Google Shape;94;g3fa3fcd0dc1_0_84"/>
          <p:cNvSpPr txBox="1"/>
          <p:nvPr>
            <p:ph idx="1" type="body"/>
          </p:nvPr>
        </p:nvSpPr>
        <p:spPr>
          <a:xfrm>
            <a:off x="1177564" y="2008320"/>
            <a:ext cx="7668000" cy="27405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95" name="Google Shape;95;g3fa3fcd0dc1_0_84"/>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6" name="Google Shape;96;g3fa3fcd0dc1_0_84"/>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97" name="Google Shape;97;g3fa3fcd0dc1_0_84"/>
          <p:cNvSpPr txBox="1"/>
          <p:nvPr>
            <p:ph type="title"/>
          </p:nvPr>
        </p:nvSpPr>
        <p:spPr>
          <a:xfrm>
            <a:off x="1161812" y="910251"/>
            <a:ext cx="7668000" cy="979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300"/>
              <a:buFont typeface="PT Serif"/>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g3fa3fcd0dc1_0_84"/>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99" name="Google Shape;99;g3fa3fcd0dc1_0_84"/>
          <p:cNvSpPr/>
          <p:nvPr/>
        </p:nvSpPr>
        <p:spPr>
          <a:xfrm>
            <a:off x="1058440" y="152907"/>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00" name="Google Shape;100;g3fa3fcd0dc1_0_84"/>
          <p:cNvSpPr/>
          <p:nvPr/>
        </p:nvSpPr>
        <p:spPr>
          <a:xfrm>
            <a:off x="6329897" y="4571744"/>
            <a:ext cx="2195947" cy="1097889"/>
          </a:xfrm>
          <a:custGeom>
            <a:rect b="b" l="l" r="r" t="t"/>
            <a:pathLst>
              <a:path extrusionOk="0" h="1644777" w="3289808">
                <a:moveTo>
                  <a:pt x="1644904" y="0"/>
                </a:moveTo>
                <a:cubicBezTo>
                  <a:pt x="736473" y="0"/>
                  <a:pt x="0" y="736346"/>
                  <a:pt x="0" y="1644777"/>
                </a:cubicBezTo>
                <a:lnTo>
                  <a:pt x="3289808" y="1644777"/>
                </a:lnTo>
                <a:cubicBezTo>
                  <a:pt x="3289808" y="736346"/>
                  <a:pt x="2553335" y="0"/>
                  <a:pt x="1644904"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01" name="Google Shape;101;g3fa3fcd0dc1_0_84"/>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 con título">
  <p:cSld name="Dos columnas con título">
    <p:spTree>
      <p:nvGrpSpPr>
        <p:cNvPr id="102" name="Shape 102"/>
        <p:cNvGrpSpPr/>
        <p:nvPr/>
      </p:nvGrpSpPr>
      <p:grpSpPr>
        <a:xfrm>
          <a:off x="0" y="0"/>
          <a:ext cx="0" cy="0"/>
          <a:chOff x="0" y="0"/>
          <a:chExt cx="0" cy="0"/>
        </a:xfrm>
      </p:grpSpPr>
      <p:sp>
        <p:nvSpPr>
          <p:cNvPr id="103" name="Google Shape;103;g3fa3fcd0dc1_0_93"/>
          <p:cNvSpPr txBox="1"/>
          <p:nvPr>
            <p:ph type="title"/>
          </p:nvPr>
        </p:nvSpPr>
        <p:spPr>
          <a:xfrm>
            <a:off x="477200" y="1128227"/>
            <a:ext cx="8505600" cy="7200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800"/>
              <a:buFont typeface="PT Sans"/>
              <a:buNone/>
              <a:defRPr sz="3800">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g3fa3fcd0dc1_0_93"/>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5" name="Google Shape;105;g3fa3fcd0dc1_0_93"/>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06" name="Google Shape;106;g3fa3fcd0dc1_0_93"/>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07" name="Google Shape;107;g3fa3fcd0dc1_0_93"/>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08" name="Google Shape;108;g3fa3fcd0dc1_0_93"/>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09" name="Google Shape;109;g3fa3fcd0dc1_0_93"/>
          <p:cNvSpPr txBox="1"/>
          <p:nvPr>
            <p:ph idx="1" type="body"/>
          </p:nvPr>
        </p:nvSpPr>
        <p:spPr>
          <a:xfrm>
            <a:off x="1378210" y="2126456"/>
            <a:ext cx="37803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10" name="Google Shape;110;g3fa3fcd0dc1_0_93"/>
          <p:cNvSpPr txBox="1"/>
          <p:nvPr>
            <p:ph idx="2" type="body"/>
          </p:nvPr>
        </p:nvSpPr>
        <p:spPr>
          <a:xfrm>
            <a:off x="5221348" y="2128493"/>
            <a:ext cx="37803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s columnas con título">
  <p:cSld name="Tres columnas con título">
    <p:spTree>
      <p:nvGrpSpPr>
        <p:cNvPr id="111" name="Shape 111"/>
        <p:cNvGrpSpPr/>
        <p:nvPr/>
      </p:nvGrpSpPr>
      <p:grpSpPr>
        <a:xfrm>
          <a:off x="0" y="0"/>
          <a:ext cx="0" cy="0"/>
          <a:chOff x="0" y="0"/>
          <a:chExt cx="0" cy="0"/>
        </a:xfrm>
      </p:grpSpPr>
      <p:sp>
        <p:nvSpPr>
          <p:cNvPr id="112" name="Google Shape;112;g3fa3fcd0dc1_0_102"/>
          <p:cNvSpPr txBox="1"/>
          <p:nvPr>
            <p:ph type="title"/>
          </p:nvPr>
        </p:nvSpPr>
        <p:spPr>
          <a:xfrm>
            <a:off x="477200" y="1081484"/>
            <a:ext cx="8505600" cy="766800"/>
          </a:xfrm>
          <a:prstGeom prst="rect">
            <a:avLst/>
          </a:prstGeom>
          <a:noFill/>
          <a:ln>
            <a:noFill/>
          </a:ln>
        </p:spPr>
        <p:txBody>
          <a:bodyPr anchorCtr="0" anchor="ctr" bIns="35425" lIns="70875" spcFirstLastPara="1" rIns="70875" wrap="square" tIns="35425">
            <a:normAutofit/>
          </a:bodyPr>
          <a:lstStyle>
            <a:lvl1pPr lvl="0" algn="l">
              <a:spcBef>
                <a:spcPts val="0"/>
              </a:spcBef>
              <a:spcAft>
                <a:spcPts val="0"/>
              </a:spcAft>
              <a:buClr>
                <a:schemeClr val="dk1"/>
              </a:buClr>
              <a:buSzPts val="3900"/>
              <a:buFont typeface="PT Sans"/>
              <a:buNone/>
              <a:defRPr sz="3900">
                <a:latin typeface="PT Sans"/>
                <a:ea typeface="PT Sans"/>
                <a:cs typeface="PT Sans"/>
                <a:sym typeface="PT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g3fa3fcd0dc1_0_102"/>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4" name="Google Shape;114;g3fa3fcd0dc1_0_102"/>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15" name="Google Shape;115;g3fa3fcd0dc1_0_102"/>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16" name="Google Shape;116;g3fa3fcd0dc1_0_102"/>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17" name="Google Shape;117;g3fa3fcd0dc1_0_102"/>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18" name="Google Shape;118;g3fa3fcd0dc1_0_102"/>
          <p:cNvSpPr txBox="1"/>
          <p:nvPr>
            <p:ph idx="1" type="body"/>
          </p:nvPr>
        </p:nvSpPr>
        <p:spPr>
          <a:xfrm>
            <a:off x="1378210" y="2126456"/>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19" name="Google Shape;119;g3fa3fcd0dc1_0_102"/>
          <p:cNvSpPr txBox="1"/>
          <p:nvPr>
            <p:ph idx="2" type="body"/>
          </p:nvPr>
        </p:nvSpPr>
        <p:spPr>
          <a:xfrm>
            <a:off x="3882257" y="2128493"/>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20" name="Google Shape;120;g3fa3fcd0dc1_0_102"/>
          <p:cNvSpPr txBox="1"/>
          <p:nvPr>
            <p:ph idx="3" type="body"/>
          </p:nvPr>
        </p:nvSpPr>
        <p:spPr>
          <a:xfrm>
            <a:off x="6386303" y="2127798"/>
            <a:ext cx="2421600" cy="26223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
  <p:cSld name="Dos columnas">
    <p:spTree>
      <p:nvGrpSpPr>
        <p:cNvPr id="121" name="Shape 121"/>
        <p:cNvGrpSpPr/>
        <p:nvPr/>
      </p:nvGrpSpPr>
      <p:grpSpPr>
        <a:xfrm>
          <a:off x="0" y="0"/>
          <a:ext cx="0" cy="0"/>
          <a:chOff x="0" y="0"/>
          <a:chExt cx="0" cy="0"/>
        </a:xfrm>
      </p:grpSpPr>
      <p:sp>
        <p:nvSpPr>
          <p:cNvPr id="122" name="Google Shape;122;g3fa3fcd0dc1_0_112"/>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23" name="Google Shape;123;g3fa3fcd0dc1_0_112"/>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24" name="Google Shape;124;g3fa3fcd0dc1_0_112"/>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25" name="Google Shape;125;g3fa3fcd0dc1_0_112"/>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26" name="Google Shape;126;g3fa3fcd0dc1_0_112"/>
          <p:cNvSpPr txBox="1"/>
          <p:nvPr>
            <p:ph idx="1" type="body"/>
          </p:nvPr>
        </p:nvSpPr>
        <p:spPr>
          <a:xfrm>
            <a:off x="1548705" y="1116557"/>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27" name="Google Shape;127;g3fa3fcd0dc1_0_112"/>
          <p:cNvSpPr txBox="1"/>
          <p:nvPr>
            <p:ph idx="2" type="body"/>
          </p:nvPr>
        </p:nvSpPr>
        <p:spPr>
          <a:xfrm>
            <a:off x="5299845" y="1121601"/>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columnas_2">
  <p:cSld name="Dos columnas_2">
    <p:spTree>
      <p:nvGrpSpPr>
        <p:cNvPr id="128" name="Shape 128"/>
        <p:cNvGrpSpPr/>
        <p:nvPr/>
      </p:nvGrpSpPr>
      <p:grpSpPr>
        <a:xfrm>
          <a:off x="0" y="0"/>
          <a:ext cx="0" cy="0"/>
          <a:chOff x="0" y="0"/>
          <a:chExt cx="0" cy="0"/>
        </a:xfrm>
      </p:grpSpPr>
      <p:sp>
        <p:nvSpPr>
          <p:cNvPr id="129" name="Google Shape;129;g3fa3fcd0dc1_0_119"/>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30" name="Google Shape;130;g3fa3fcd0dc1_0_119"/>
          <p:cNvSpPr txBox="1"/>
          <p:nvPr>
            <p:ph idx="1" type="body"/>
          </p:nvPr>
        </p:nvSpPr>
        <p:spPr>
          <a:xfrm>
            <a:off x="1548705" y="1116557"/>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31" name="Google Shape;131;g3fa3fcd0dc1_0_119"/>
          <p:cNvSpPr txBox="1"/>
          <p:nvPr>
            <p:ph idx="2" type="body"/>
          </p:nvPr>
        </p:nvSpPr>
        <p:spPr>
          <a:xfrm>
            <a:off x="5299845" y="1121601"/>
            <a:ext cx="35082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32" name="Google Shape;132;g3fa3fcd0dc1_0_119"/>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133" name="Google Shape;133;g3fa3fcd0dc1_0_119"/>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s columnas">
  <p:cSld name="Tres columnas">
    <p:spTree>
      <p:nvGrpSpPr>
        <p:cNvPr id="134" name="Shape 134"/>
        <p:cNvGrpSpPr/>
        <p:nvPr/>
      </p:nvGrpSpPr>
      <p:grpSpPr>
        <a:xfrm>
          <a:off x="0" y="0"/>
          <a:ext cx="0" cy="0"/>
          <a:chOff x="0" y="0"/>
          <a:chExt cx="0" cy="0"/>
        </a:xfrm>
      </p:grpSpPr>
      <p:sp>
        <p:nvSpPr>
          <p:cNvPr id="135" name="Google Shape;135;g3fa3fcd0dc1_0_125"/>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36" name="Google Shape;136;g3fa3fcd0dc1_0_125"/>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37" name="Google Shape;137;g3fa3fcd0dc1_0_125"/>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38" name="Google Shape;138;g3fa3fcd0dc1_0_125"/>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39" name="Google Shape;139;g3fa3fcd0dc1_0_125"/>
          <p:cNvSpPr/>
          <p:nvPr/>
        </p:nvSpPr>
        <p:spPr>
          <a:xfrm>
            <a:off x="6707571" y="4582818"/>
            <a:ext cx="2536139" cy="1085202"/>
          </a:xfrm>
          <a:custGeom>
            <a:rect b="b" l="l" r="r" t="t"/>
            <a:pathLst>
              <a:path extrusionOk="0" h="1550289" w="3623056">
                <a:moveTo>
                  <a:pt x="0" y="1550289"/>
                </a:moveTo>
                <a:lnTo>
                  <a:pt x="3623056" y="1550289"/>
                </a:lnTo>
                <a:lnTo>
                  <a:pt x="3623056" y="0"/>
                </a:lnTo>
                <a:lnTo>
                  <a:pt x="0" y="0"/>
                </a:lnTo>
                <a:close/>
              </a:path>
            </a:pathLst>
          </a:custGeom>
          <a:solidFill>
            <a:srgbClr val="D5D900"/>
          </a:solidFill>
          <a:ln>
            <a:noFill/>
          </a:ln>
        </p:spPr>
      </p:sp>
      <p:sp>
        <p:nvSpPr>
          <p:cNvPr id="140" name="Google Shape;140;g3fa3fcd0dc1_0_125"/>
          <p:cNvSpPr txBox="1"/>
          <p:nvPr>
            <p:ph idx="1" type="body"/>
          </p:nvPr>
        </p:nvSpPr>
        <p:spPr>
          <a:xfrm>
            <a:off x="1378210" y="1120259"/>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1" name="Google Shape;141;g3fa3fcd0dc1_0_125"/>
          <p:cNvSpPr txBox="1"/>
          <p:nvPr>
            <p:ph idx="2" type="body"/>
          </p:nvPr>
        </p:nvSpPr>
        <p:spPr>
          <a:xfrm>
            <a:off x="3882257" y="1122296"/>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2" name="Google Shape;142;g3fa3fcd0dc1_0_125"/>
          <p:cNvSpPr txBox="1"/>
          <p:nvPr>
            <p:ph idx="3" type="body"/>
          </p:nvPr>
        </p:nvSpPr>
        <p:spPr>
          <a:xfrm>
            <a:off x="6386303" y="1121601"/>
            <a:ext cx="2421600" cy="36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tro elementos">
  <p:cSld name="Cuatro elementos">
    <p:spTree>
      <p:nvGrpSpPr>
        <p:cNvPr id="143" name="Shape 143"/>
        <p:cNvGrpSpPr/>
        <p:nvPr/>
      </p:nvGrpSpPr>
      <p:grpSpPr>
        <a:xfrm>
          <a:off x="0" y="0"/>
          <a:ext cx="0" cy="0"/>
          <a:chOff x="0" y="0"/>
          <a:chExt cx="0" cy="0"/>
        </a:xfrm>
      </p:grpSpPr>
      <p:sp>
        <p:nvSpPr>
          <p:cNvPr id="144" name="Google Shape;144;g3fa3fcd0dc1_0_134"/>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45" name="Google Shape;145;g3fa3fcd0dc1_0_134"/>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146" name="Google Shape;146;g3fa3fcd0dc1_0_134"/>
          <p:cNvSpPr txBox="1"/>
          <p:nvPr>
            <p:ph idx="1" type="body"/>
          </p:nvPr>
        </p:nvSpPr>
        <p:spPr>
          <a:xfrm>
            <a:off x="1363083" y="1120259"/>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1"/>
              </a:buClr>
              <a:buSzPts val="2200"/>
              <a:buNone/>
              <a:defRPr b="1" sz="2200">
                <a:solidFill>
                  <a:schemeClr val="accent1"/>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7" name="Google Shape;147;g3fa3fcd0dc1_0_134"/>
          <p:cNvSpPr txBox="1"/>
          <p:nvPr>
            <p:ph idx="2" type="body"/>
          </p:nvPr>
        </p:nvSpPr>
        <p:spPr>
          <a:xfrm>
            <a:off x="5357647" y="1120259"/>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2"/>
              </a:buClr>
              <a:buSzPts val="2200"/>
              <a:buNone/>
              <a:defRPr b="1" sz="2200">
                <a:solidFill>
                  <a:schemeClr val="accent2"/>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8" name="Google Shape;148;g3fa3fcd0dc1_0_134"/>
          <p:cNvSpPr txBox="1"/>
          <p:nvPr>
            <p:ph idx="3" type="body"/>
          </p:nvPr>
        </p:nvSpPr>
        <p:spPr>
          <a:xfrm>
            <a:off x="1363083" y="3365695"/>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3"/>
              </a:buClr>
              <a:buSzPts val="2200"/>
              <a:buNone/>
              <a:defRPr b="1" sz="2200">
                <a:solidFill>
                  <a:schemeClr val="accent3"/>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49" name="Google Shape;149;g3fa3fcd0dc1_0_134"/>
          <p:cNvSpPr txBox="1"/>
          <p:nvPr>
            <p:ph idx="4" type="body"/>
          </p:nvPr>
        </p:nvSpPr>
        <p:spPr>
          <a:xfrm>
            <a:off x="5357647" y="3365695"/>
            <a:ext cx="3867300" cy="2128500"/>
          </a:xfrm>
          <a:prstGeom prst="rect">
            <a:avLst/>
          </a:prstGeom>
          <a:noFill/>
          <a:ln>
            <a:noFill/>
          </a:ln>
        </p:spPr>
        <p:txBody>
          <a:bodyPr anchorCtr="0" anchor="t" bIns="35425" lIns="70875" spcFirstLastPara="1" rIns="70875" wrap="square" tIns="35425">
            <a:normAutofit/>
          </a:bodyPr>
          <a:lstStyle>
            <a:lvl1pPr indent="-228600" lvl="0" marL="457200" algn="l">
              <a:spcBef>
                <a:spcPts val="400"/>
              </a:spcBef>
              <a:spcAft>
                <a:spcPts val="0"/>
              </a:spcAft>
              <a:buClr>
                <a:schemeClr val="accent4"/>
              </a:buClr>
              <a:buSzPts val="2200"/>
              <a:buNone/>
              <a:defRPr b="1" sz="2200">
                <a:solidFill>
                  <a:schemeClr val="accent4"/>
                </a:solidFill>
              </a:defRPr>
            </a:lvl1pPr>
            <a:lvl2pPr indent="-228600" lvl="1" marL="914400" algn="l">
              <a:spcBef>
                <a:spcPts val="400"/>
              </a:spcBef>
              <a:spcAft>
                <a:spcPts val="0"/>
              </a:spcAft>
              <a:buClr>
                <a:schemeClr val="dk1"/>
              </a:buClr>
              <a:buSzPts val="1900"/>
              <a:buFont typeface="Arial"/>
              <a:buNone/>
              <a:defRPr b="1" sz="1900"/>
            </a:lvl2pPr>
            <a:lvl3pPr indent="-228600" lvl="2" marL="1371600" algn="l">
              <a:spcBef>
                <a:spcPts val="300"/>
              </a:spcBef>
              <a:spcAft>
                <a:spcPts val="0"/>
              </a:spcAft>
              <a:buClr>
                <a:schemeClr val="dk1"/>
              </a:buClr>
              <a:buSzPts val="1600"/>
              <a:buNone/>
              <a:defRPr sz="1600"/>
            </a:lvl3pPr>
            <a:lvl4pPr indent="-228600" lvl="3" marL="1828800" algn="l">
              <a:spcBef>
                <a:spcPts val="400"/>
              </a:spcBef>
              <a:spcAft>
                <a:spcPts val="0"/>
              </a:spcAft>
              <a:buClr>
                <a:schemeClr val="dk1"/>
              </a:buClr>
              <a:buSzPts val="1900"/>
              <a:buNone/>
              <a:defRPr sz="1900"/>
            </a:lvl4pPr>
            <a:lvl5pPr indent="-228600" lvl="4" marL="2286000" algn="l">
              <a:spcBef>
                <a:spcPts val="400"/>
              </a:spcBef>
              <a:spcAft>
                <a:spcPts val="0"/>
              </a:spcAft>
              <a:buClr>
                <a:schemeClr val="dk1"/>
              </a:buClr>
              <a:buSzPts val="1900"/>
              <a:buNone/>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50" name="Google Shape;150;g3fa3fcd0dc1_0_134"/>
          <p:cNvSpPr/>
          <p:nvPr/>
        </p:nvSpPr>
        <p:spPr>
          <a:xfrm>
            <a:off x="-39377" y="1788368"/>
            <a:ext cx="1107807" cy="3879020"/>
          </a:xfrm>
          <a:custGeom>
            <a:rect b="b" l="l" r="r" t="t"/>
            <a:pathLst>
              <a:path extrusionOk="0" h="5811266" w="1659636">
                <a:moveTo>
                  <a:pt x="0" y="0"/>
                </a:moveTo>
                <a:lnTo>
                  <a:pt x="0" y="5748528"/>
                </a:lnTo>
                <a:lnTo>
                  <a:pt x="29210" y="5811266"/>
                </a:lnTo>
                <a:lnTo>
                  <a:pt x="1659636" y="2314956"/>
                </a:lnTo>
                <a:lnTo>
                  <a:pt x="580263" y="0"/>
                </a:lnTo>
                <a:close/>
              </a:path>
            </a:pathLst>
          </a:custGeom>
          <a:solidFill>
            <a:srgbClr val="64257E"/>
          </a:solidFill>
          <a:ln>
            <a:noFill/>
          </a:ln>
        </p:spPr>
      </p:sp>
      <p:sp>
        <p:nvSpPr>
          <p:cNvPr id="151" name="Google Shape;151;g3fa3fcd0dc1_0_134"/>
          <p:cNvSpPr/>
          <p:nvPr/>
        </p:nvSpPr>
        <p:spPr>
          <a:xfrm>
            <a:off x="8429717" y="0"/>
            <a:ext cx="1649588" cy="3537896"/>
          </a:xfrm>
          <a:custGeom>
            <a:rect b="b" l="l" r="r" t="t"/>
            <a:pathLst>
              <a:path extrusionOk="0" h="5300218" w="2471293">
                <a:moveTo>
                  <a:pt x="0" y="0"/>
                </a:moveTo>
                <a:lnTo>
                  <a:pt x="2471293" y="5300218"/>
                </a:lnTo>
                <a:lnTo>
                  <a:pt x="2471293" y="0"/>
                </a:lnTo>
                <a:close/>
              </a:path>
            </a:pathLst>
          </a:custGeom>
          <a:solidFill>
            <a:srgbClr val="52AE3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logotipo">
  <p:cSld name="Solo logotipo">
    <p:spTree>
      <p:nvGrpSpPr>
        <p:cNvPr id="152" name="Shape 152"/>
        <p:cNvGrpSpPr/>
        <p:nvPr/>
      </p:nvGrpSpPr>
      <p:grpSpPr>
        <a:xfrm>
          <a:off x="0" y="0"/>
          <a:ext cx="0" cy="0"/>
          <a:chOff x="0" y="0"/>
          <a:chExt cx="0" cy="0"/>
        </a:xfrm>
      </p:grpSpPr>
      <p:sp>
        <p:nvSpPr>
          <p:cNvPr id="153" name="Google Shape;153;g3fa3fcd0dc1_0_143"/>
          <p:cNvSpPr txBox="1"/>
          <p:nvPr>
            <p:ph idx="1" type="body"/>
          </p:nvPr>
        </p:nvSpPr>
        <p:spPr>
          <a:xfrm>
            <a:off x="196887" y="945091"/>
            <a:ext cx="9450600" cy="45531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54" name="Google Shape;154;g3fa3fcd0dc1_0_143"/>
          <p:cNvSpPr/>
          <p:nvPr/>
        </p:nvSpPr>
        <p:spPr>
          <a:xfrm>
            <a:off x="1086786" y="172379"/>
            <a:ext cx="1742059" cy="619975"/>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55" name="Shape 155"/>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dk2"/>
        </a:solidFill>
      </p:bgPr>
    </p:bg>
    <p:spTree>
      <p:nvGrpSpPr>
        <p:cNvPr id="156" name="Shape 156"/>
        <p:cNvGrpSpPr/>
        <p:nvPr/>
      </p:nvGrpSpPr>
      <p:grpSpPr>
        <a:xfrm>
          <a:off x="0" y="0"/>
          <a:ext cx="0" cy="0"/>
          <a:chOff x="0" y="0"/>
          <a:chExt cx="0" cy="0"/>
        </a:xfrm>
      </p:grpSpPr>
      <p:sp>
        <p:nvSpPr>
          <p:cNvPr id="157" name="Google Shape;157;g3fa3fcd0dc1_0_147"/>
          <p:cNvSpPr txBox="1"/>
          <p:nvPr>
            <p:ph type="ctrTitle"/>
          </p:nvPr>
        </p:nvSpPr>
        <p:spPr>
          <a:xfrm>
            <a:off x="1261626" y="2677438"/>
            <a:ext cx="7716300" cy="11394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Clr>
                <a:schemeClr val="lt1"/>
              </a:buClr>
              <a:buSzPts val="5400"/>
              <a:buFont typeface="PT Serif"/>
              <a:buNone/>
              <a:defRPr sz="5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8" name="Google Shape;158;g3fa3fcd0dc1_0_147"/>
          <p:cNvSpPr/>
          <p:nvPr/>
        </p:nvSpPr>
        <p:spPr>
          <a:xfrm>
            <a:off x="0" y="1379503"/>
            <a:ext cx="1996705" cy="4281638"/>
          </a:xfrm>
          <a:custGeom>
            <a:rect b="b" l="l" r="r" t="t"/>
            <a:pathLst>
              <a:path extrusionOk="0" h="7287895" w="3398647">
                <a:moveTo>
                  <a:pt x="0" y="7287895"/>
                </a:moveTo>
                <a:lnTo>
                  <a:pt x="3398647" y="7287895"/>
                </a:lnTo>
                <a:lnTo>
                  <a:pt x="0" y="0"/>
                </a:lnTo>
                <a:close/>
              </a:path>
            </a:pathLst>
          </a:custGeom>
          <a:solidFill>
            <a:srgbClr val="FDC20B"/>
          </a:solidFill>
          <a:ln>
            <a:noFill/>
          </a:ln>
        </p:spPr>
      </p:sp>
      <p:sp>
        <p:nvSpPr>
          <p:cNvPr id="159" name="Google Shape;159;g3fa3fcd0dc1_0_147"/>
          <p:cNvSpPr/>
          <p:nvPr/>
        </p:nvSpPr>
        <p:spPr>
          <a:xfrm>
            <a:off x="1762808" y="-6693"/>
            <a:ext cx="2158987" cy="1215363"/>
          </a:xfrm>
          <a:custGeom>
            <a:rect b="b" l="l" r="r" t="t"/>
            <a:pathLst>
              <a:path extrusionOk="0" h="2068703" w="3674872">
                <a:moveTo>
                  <a:pt x="14478" y="0"/>
                </a:moveTo>
                <a:cubicBezTo>
                  <a:pt x="4953" y="75819"/>
                  <a:pt x="0" y="153035"/>
                  <a:pt x="0" y="231394"/>
                </a:cubicBezTo>
                <a:cubicBezTo>
                  <a:pt x="0" y="1245997"/>
                  <a:pt x="822579" y="2068703"/>
                  <a:pt x="1837309" y="2068703"/>
                </a:cubicBezTo>
                <a:cubicBezTo>
                  <a:pt x="2852039" y="2068703"/>
                  <a:pt x="3674872" y="1245997"/>
                  <a:pt x="3674872" y="231394"/>
                </a:cubicBezTo>
                <a:cubicBezTo>
                  <a:pt x="3674872" y="153035"/>
                  <a:pt x="3669919" y="75819"/>
                  <a:pt x="3660394" y="0"/>
                </a:cubicBezTo>
                <a:close/>
              </a:path>
            </a:pathLst>
          </a:custGeom>
          <a:solidFill>
            <a:srgbClr val="000000"/>
          </a:solid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160" name="Google Shape;160;g3fa3fcd0dc1_0_147"/>
          <p:cNvSpPr/>
          <p:nvPr/>
        </p:nvSpPr>
        <p:spPr>
          <a:xfrm>
            <a:off x="8978057" y="3483830"/>
            <a:ext cx="702850" cy="4347073"/>
          </a:xfrm>
          <a:custGeom>
            <a:rect b="b" l="l" r="r" t="t"/>
            <a:pathLst>
              <a:path extrusionOk="0" h="7399274" w="1196340">
                <a:moveTo>
                  <a:pt x="0" y="7399274"/>
                </a:moveTo>
                <a:lnTo>
                  <a:pt x="1196340" y="7399274"/>
                </a:lnTo>
                <a:lnTo>
                  <a:pt x="1196340" y="0"/>
                </a:lnTo>
                <a:lnTo>
                  <a:pt x="0" y="0"/>
                </a:lnTo>
                <a:close/>
              </a:path>
            </a:pathLst>
          </a:custGeom>
          <a:solidFill>
            <a:srgbClr val="2084C7"/>
          </a:solidFill>
          <a:ln>
            <a:noFill/>
          </a:ln>
        </p:spPr>
        <p:txBody>
          <a:bodyPr anchorCtr="0" anchor="t" bIns="35425" lIns="70875" spcFirstLastPara="1" rIns="70875" wrap="square" tIns="3542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pic>
        <p:nvPicPr>
          <p:cNvPr id="161" name="Google Shape;161;g3fa3fcd0dc1_0_147"/>
          <p:cNvPicPr preferRelativeResize="0"/>
          <p:nvPr/>
        </p:nvPicPr>
        <p:blipFill rotWithShape="1">
          <a:blip r:embed="rId2">
            <a:alphaModFix/>
          </a:blip>
          <a:srcRect b="28562" l="0" r="0" t="31269"/>
          <a:stretch/>
        </p:blipFill>
        <p:spPr>
          <a:xfrm>
            <a:off x="6055592" y="64611"/>
            <a:ext cx="3273252" cy="1314890"/>
          </a:xfrm>
          <a:prstGeom prst="rect">
            <a:avLst/>
          </a:prstGeom>
          <a:noFill/>
          <a:ln>
            <a:noFill/>
          </a:ln>
        </p:spPr>
      </p:pic>
      <p:sp>
        <p:nvSpPr>
          <p:cNvPr id="162" name="Google Shape;162;g3fa3fcd0dc1_0_147"/>
          <p:cNvSpPr txBox="1"/>
          <p:nvPr>
            <p:ph idx="12" type="sldNum"/>
          </p:nvPr>
        </p:nvSpPr>
        <p:spPr>
          <a:xfrm>
            <a:off x="8978057" y="5093241"/>
            <a:ext cx="701700" cy="222900"/>
          </a:xfrm>
          <a:prstGeom prst="rect">
            <a:avLst/>
          </a:prstGeom>
          <a:noFill/>
          <a:ln>
            <a:noFill/>
          </a:ln>
        </p:spPr>
        <p:txBody>
          <a:bodyPr anchorCtr="0" anchor="ctr" bIns="35425" lIns="70875" spcFirstLastPara="1" rIns="70875" wrap="square" tIns="35425">
            <a:noAutofit/>
          </a:bodyPr>
          <a:lstStyle>
            <a:lvl1pPr indent="0" lvl="0" marL="0" algn="ctr">
              <a:spcBef>
                <a:spcPts val="0"/>
              </a:spcBef>
              <a:buNone/>
              <a:defRPr b="0" i="0" sz="1200" u="none" cap="none" strike="noStrike">
                <a:solidFill>
                  <a:schemeClr val="lt1"/>
                </a:solidFill>
                <a:latin typeface="PT Sans"/>
                <a:ea typeface="PT Sans"/>
                <a:cs typeface="PT Sans"/>
                <a:sym typeface="PT Sans"/>
              </a:defRPr>
            </a:lvl1pPr>
            <a:lvl2pPr indent="0" lvl="1" marL="0" algn="ctr">
              <a:spcBef>
                <a:spcPts val="0"/>
              </a:spcBef>
              <a:buNone/>
              <a:defRPr b="0" i="0" sz="1200" u="none" cap="none" strike="noStrike">
                <a:solidFill>
                  <a:schemeClr val="lt1"/>
                </a:solidFill>
                <a:latin typeface="PT Sans"/>
                <a:ea typeface="PT Sans"/>
                <a:cs typeface="PT Sans"/>
                <a:sym typeface="PT Sans"/>
              </a:defRPr>
            </a:lvl2pPr>
            <a:lvl3pPr indent="0" lvl="2" marL="0" algn="ctr">
              <a:spcBef>
                <a:spcPts val="0"/>
              </a:spcBef>
              <a:buNone/>
              <a:defRPr b="0" i="0" sz="1200" u="none" cap="none" strike="noStrike">
                <a:solidFill>
                  <a:schemeClr val="lt1"/>
                </a:solidFill>
                <a:latin typeface="PT Sans"/>
                <a:ea typeface="PT Sans"/>
                <a:cs typeface="PT Sans"/>
                <a:sym typeface="PT Sans"/>
              </a:defRPr>
            </a:lvl3pPr>
            <a:lvl4pPr indent="0" lvl="3" marL="0" algn="ctr">
              <a:spcBef>
                <a:spcPts val="0"/>
              </a:spcBef>
              <a:buNone/>
              <a:defRPr b="0" i="0" sz="1200" u="none" cap="none" strike="noStrike">
                <a:solidFill>
                  <a:schemeClr val="lt1"/>
                </a:solidFill>
                <a:latin typeface="PT Sans"/>
                <a:ea typeface="PT Sans"/>
                <a:cs typeface="PT Sans"/>
                <a:sym typeface="PT Sans"/>
              </a:defRPr>
            </a:lvl4pPr>
            <a:lvl5pPr indent="0" lvl="4" marL="0" algn="ctr">
              <a:spcBef>
                <a:spcPts val="0"/>
              </a:spcBef>
              <a:buNone/>
              <a:defRPr b="0" i="0" sz="1200" u="none" cap="none" strike="noStrike">
                <a:solidFill>
                  <a:schemeClr val="lt1"/>
                </a:solidFill>
                <a:latin typeface="PT Sans"/>
                <a:ea typeface="PT Sans"/>
                <a:cs typeface="PT Sans"/>
                <a:sym typeface="PT Sans"/>
              </a:defRPr>
            </a:lvl5pPr>
            <a:lvl6pPr indent="0" lvl="5" marL="0" algn="ctr">
              <a:spcBef>
                <a:spcPts val="0"/>
              </a:spcBef>
              <a:buNone/>
              <a:defRPr b="0" i="0" sz="1200" u="none" cap="none" strike="noStrike">
                <a:solidFill>
                  <a:schemeClr val="lt1"/>
                </a:solidFill>
                <a:latin typeface="PT Sans"/>
                <a:ea typeface="PT Sans"/>
                <a:cs typeface="PT Sans"/>
                <a:sym typeface="PT Sans"/>
              </a:defRPr>
            </a:lvl6pPr>
            <a:lvl7pPr indent="0" lvl="6" marL="0" algn="ctr">
              <a:spcBef>
                <a:spcPts val="0"/>
              </a:spcBef>
              <a:buNone/>
              <a:defRPr b="0" i="0" sz="1200" u="none" cap="none" strike="noStrike">
                <a:solidFill>
                  <a:schemeClr val="lt1"/>
                </a:solidFill>
                <a:latin typeface="PT Sans"/>
                <a:ea typeface="PT Sans"/>
                <a:cs typeface="PT Sans"/>
                <a:sym typeface="PT Sans"/>
              </a:defRPr>
            </a:lvl7pPr>
            <a:lvl8pPr indent="0" lvl="7" marL="0" algn="ctr">
              <a:spcBef>
                <a:spcPts val="0"/>
              </a:spcBef>
              <a:buNone/>
              <a:defRPr b="0" i="0" sz="1200" u="none" cap="none" strike="noStrike">
                <a:solidFill>
                  <a:schemeClr val="lt1"/>
                </a:solidFill>
                <a:latin typeface="PT Sans"/>
                <a:ea typeface="PT Sans"/>
                <a:cs typeface="PT Sans"/>
                <a:sym typeface="PT Sans"/>
              </a:defRPr>
            </a:lvl8pPr>
            <a:lvl9pPr indent="0" lvl="8" marL="0" algn="ctr">
              <a:spcBef>
                <a:spcPts val="0"/>
              </a:spcBef>
              <a:buNone/>
              <a:defRPr b="0" i="0" sz="1200" u="none" cap="none" strike="noStrike">
                <a:solidFill>
                  <a:schemeClr val="lt1"/>
                </a:solidFill>
                <a:latin typeface="PT Sans"/>
                <a:ea typeface="PT Sans"/>
                <a:cs typeface="PT Sans"/>
                <a:sym typeface="PT Sans"/>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accent5"/>
        </a:solidFill>
      </p:bgPr>
    </p:bg>
    <p:spTree>
      <p:nvGrpSpPr>
        <p:cNvPr id="163" name="Shape 163"/>
        <p:cNvGrpSpPr/>
        <p:nvPr/>
      </p:nvGrpSpPr>
      <p:grpSpPr>
        <a:xfrm>
          <a:off x="0" y="0"/>
          <a:ext cx="0" cy="0"/>
          <a:chOff x="0" y="0"/>
          <a:chExt cx="0" cy="0"/>
        </a:xfrm>
      </p:grpSpPr>
      <p:sp>
        <p:nvSpPr>
          <p:cNvPr id="164" name="Google Shape;164;g3fa3fcd0dc1_0_154"/>
          <p:cNvSpPr/>
          <p:nvPr/>
        </p:nvSpPr>
        <p:spPr>
          <a:xfrm>
            <a:off x="-39377" y="1165865"/>
            <a:ext cx="1286218" cy="4503692"/>
          </a:xfrm>
          <a:custGeom>
            <a:rect b="b" l="l" r="r" t="t"/>
            <a:pathLst>
              <a:path extrusionOk="0" h="7264019" w="2074545">
                <a:moveTo>
                  <a:pt x="0" y="0"/>
                </a:moveTo>
                <a:lnTo>
                  <a:pt x="0" y="7185660"/>
                </a:lnTo>
                <a:lnTo>
                  <a:pt x="36576" y="7264019"/>
                </a:lnTo>
                <a:lnTo>
                  <a:pt x="2074545" y="2893568"/>
                </a:lnTo>
                <a:lnTo>
                  <a:pt x="725297" y="0"/>
                </a:lnTo>
                <a:close/>
              </a:path>
            </a:pathLst>
          </a:custGeom>
          <a:solidFill>
            <a:srgbClr val="64257E"/>
          </a:solidFill>
          <a:ln>
            <a:noFill/>
          </a:ln>
        </p:spPr>
      </p:sp>
      <p:sp>
        <p:nvSpPr>
          <p:cNvPr id="165" name="Google Shape;165;g3fa3fcd0dc1_0_154"/>
          <p:cNvSpPr/>
          <p:nvPr/>
        </p:nvSpPr>
        <p:spPr>
          <a:xfrm>
            <a:off x="7067362" y="4395538"/>
            <a:ext cx="2549601" cy="1274722"/>
          </a:xfrm>
          <a:custGeom>
            <a:rect b="b" l="l" r="r" t="t"/>
            <a:pathLst>
              <a:path extrusionOk="0" h="2056003" w="4112260">
                <a:moveTo>
                  <a:pt x="2056130" y="0"/>
                </a:moveTo>
                <a:cubicBezTo>
                  <a:pt x="920623" y="0"/>
                  <a:pt x="0" y="920496"/>
                  <a:pt x="0" y="2056003"/>
                </a:cubicBezTo>
                <a:lnTo>
                  <a:pt x="4112260" y="2056003"/>
                </a:lnTo>
                <a:cubicBezTo>
                  <a:pt x="4112260" y="920496"/>
                  <a:pt x="3191637" y="0"/>
                  <a:pt x="2056130"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66" name="Google Shape;166;g3fa3fcd0dc1_0_154"/>
          <p:cNvSpPr/>
          <p:nvPr/>
        </p:nvSpPr>
        <p:spPr>
          <a:xfrm>
            <a:off x="8160524" y="0"/>
            <a:ext cx="1915272" cy="4107708"/>
          </a:xfrm>
          <a:custGeom>
            <a:rect b="b" l="l" r="r" t="t"/>
            <a:pathLst>
              <a:path extrusionOk="0" h="6625336" w="3089148">
                <a:moveTo>
                  <a:pt x="0" y="0"/>
                </a:moveTo>
                <a:lnTo>
                  <a:pt x="3089148" y="6625336"/>
                </a:lnTo>
                <a:lnTo>
                  <a:pt x="3089148" y="0"/>
                </a:lnTo>
                <a:close/>
              </a:path>
            </a:pathLst>
          </a:custGeom>
          <a:solidFill>
            <a:srgbClr val="52AE32"/>
          </a:solidFill>
          <a:ln>
            <a:noFill/>
          </a:ln>
        </p:spPr>
      </p:sp>
      <p:pic>
        <p:nvPicPr>
          <p:cNvPr id="167" name="Google Shape;167;g3fa3fcd0dc1_0_154"/>
          <p:cNvPicPr preferRelativeResize="0"/>
          <p:nvPr/>
        </p:nvPicPr>
        <p:blipFill rotWithShape="1">
          <a:blip r:embed="rId2">
            <a:alphaModFix/>
          </a:blip>
          <a:srcRect b="28562" l="0" r="0" t="31269"/>
          <a:stretch/>
        </p:blipFill>
        <p:spPr>
          <a:xfrm>
            <a:off x="777754" y="26897"/>
            <a:ext cx="3315022" cy="1331671"/>
          </a:xfrm>
          <a:prstGeom prst="rect">
            <a:avLst/>
          </a:prstGeom>
          <a:noFill/>
          <a:ln>
            <a:noFill/>
          </a:ln>
        </p:spPr>
      </p:pic>
      <p:sp>
        <p:nvSpPr>
          <p:cNvPr id="168" name="Google Shape;168;g3fa3fcd0dc1_0_154"/>
          <p:cNvSpPr txBox="1"/>
          <p:nvPr>
            <p:ph type="ctrTitle"/>
          </p:nvPr>
        </p:nvSpPr>
        <p:spPr>
          <a:xfrm>
            <a:off x="1496343" y="1651450"/>
            <a:ext cx="7245300" cy="1139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4500"/>
              <a:buFont typeface="PT Serif"/>
              <a:buNone/>
              <a:defRPr sz="45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g3fa3fcd0dc1_0_154"/>
          <p:cNvSpPr txBox="1"/>
          <p:nvPr>
            <p:ph idx="1" type="subTitle"/>
          </p:nvPr>
        </p:nvSpPr>
        <p:spPr>
          <a:xfrm>
            <a:off x="2066158" y="3012480"/>
            <a:ext cx="5966700" cy="1358700"/>
          </a:xfrm>
          <a:prstGeom prst="rect">
            <a:avLst/>
          </a:prstGeom>
          <a:noFill/>
          <a:ln>
            <a:noFill/>
          </a:ln>
        </p:spPr>
        <p:txBody>
          <a:bodyPr anchorCtr="0" anchor="t" bIns="35425" lIns="70875" spcFirstLastPara="1" rIns="70875" wrap="square" tIns="35425">
            <a:normAutofit/>
          </a:bodyPr>
          <a:lstStyle>
            <a:lvl1pPr lvl="0" algn="ctr">
              <a:spcBef>
                <a:spcPts val="800"/>
              </a:spcBef>
              <a:spcAft>
                <a:spcPts val="0"/>
              </a:spcAft>
              <a:buClr>
                <a:schemeClr val="dk1"/>
              </a:buClr>
              <a:buSzPts val="3100"/>
              <a:buNone/>
              <a:defRPr sz="3100">
                <a:solidFill>
                  <a:schemeClr val="dk1"/>
                </a:solidFill>
              </a:defRPr>
            </a:lvl1pPr>
            <a:lvl2pPr lvl="1" algn="ctr">
              <a:spcBef>
                <a:spcPts val="600"/>
              </a:spcBef>
              <a:spcAft>
                <a:spcPts val="0"/>
              </a:spcAft>
              <a:buClr>
                <a:schemeClr val="lt1"/>
              </a:buClr>
              <a:buSzPts val="2900"/>
              <a:buNone/>
              <a:defRPr>
                <a:solidFill>
                  <a:schemeClr val="lt1"/>
                </a:solidFill>
              </a:defRPr>
            </a:lvl2pPr>
            <a:lvl3pPr lvl="2" algn="ctr">
              <a:spcBef>
                <a:spcPts val="500"/>
              </a:spcBef>
              <a:spcAft>
                <a:spcPts val="0"/>
              </a:spcAft>
              <a:buClr>
                <a:schemeClr val="lt1"/>
              </a:buClr>
              <a:buSzPts val="2500"/>
              <a:buNone/>
              <a:defRPr>
                <a:solidFill>
                  <a:schemeClr val="lt1"/>
                </a:solidFill>
              </a:defRPr>
            </a:lvl3pPr>
            <a:lvl4pPr lvl="3" algn="ctr">
              <a:spcBef>
                <a:spcPts val="400"/>
              </a:spcBef>
              <a:spcAft>
                <a:spcPts val="0"/>
              </a:spcAft>
              <a:buClr>
                <a:schemeClr val="lt1"/>
              </a:buClr>
              <a:buSzPts val="2100"/>
              <a:buNone/>
              <a:defRPr>
                <a:solidFill>
                  <a:schemeClr val="lt1"/>
                </a:solidFill>
              </a:defRPr>
            </a:lvl4pPr>
            <a:lvl5pPr lvl="4" algn="ctr">
              <a:spcBef>
                <a:spcPts val="400"/>
              </a:spcBef>
              <a:spcAft>
                <a:spcPts val="0"/>
              </a:spcAft>
              <a:buClr>
                <a:schemeClr val="lt1"/>
              </a:buClr>
              <a:buSzPts val="2100"/>
              <a:buNone/>
              <a:defRPr>
                <a:solidFill>
                  <a:schemeClr val="lt1"/>
                </a:solidFill>
              </a:defRPr>
            </a:lvl5pPr>
            <a:lvl6pPr lvl="5" algn="ctr">
              <a:spcBef>
                <a:spcPts val="400"/>
              </a:spcBef>
              <a:spcAft>
                <a:spcPts val="0"/>
              </a:spcAft>
              <a:buClr>
                <a:schemeClr val="lt1"/>
              </a:buClr>
              <a:buSzPts val="2100"/>
              <a:buNone/>
              <a:defRPr>
                <a:solidFill>
                  <a:schemeClr val="lt1"/>
                </a:solidFill>
              </a:defRPr>
            </a:lvl6pPr>
            <a:lvl7pPr lvl="6" algn="ctr">
              <a:spcBef>
                <a:spcPts val="400"/>
              </a:spcBef>
              <a:spcAft>
                <a:spcPts val="0"/>
              </a:spcAft>
              <a:buClr>
                <a:schemeClr val="lt1"/>
              </a:buClr>
              <a:buSzPts val="2100"/>
              <a:buNone/>
              <a:defRPr>
                <a:solidFill>
                  <a:schemeClr val="lt1"/>
                </a:solidFill>
              </a:defRPr>
            </a:lvl7pPr>
            <a:lvl8pPr lvl="7" algn="ctr">
              <a:spcBef>
                <a:spcPts val="400"/>
              </a:spcBef>
              <a:spcAft>
                <a:spcPts val="0"/>
              </a:spcAft>
              <a:buClr>
                <a:schemeClr val="lt1"/>
              </a:buClr>
              <a:buSzPts val="2100"/>
              <a:buNone/>
              <a:defRPr>
                <a:solidFill>
                  <a:schemeClr val="lt1"/>
                </a:solidFill>
              </a:defRPr>
            </a:lvl8pPr>
            <a:lvl9pPr lvl="8" algn="ctr">
              <a:spcBef>
                <a:spcPts val="400"/>
              </a:spcBef>
              <a:spcAft>
                <a:spcPts val="0"/>
              </a:spcAft>
              <a:buClr>
                <a:schemeClr val="lt1"/>
              </a:buClr>
              <a:buSzPts val="2100"/>
              <a:buNone/>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0" name="Shape 170"/>
        <p:cNvGrpSpPr/>
        <p:nvPr/>
      </p:nvGrpSpPr>
      <p:grpSpPr>
        <a:xfrm>
          <a:off x="0" y="0"/>
          <a:ext cx="0" cy="0"/>
          <a:chOff x="0" y="0"/>
          <a:chExt cx="0" cy="0"/>
        </a:xfrm>
      </p:grpSpPr>
      <p:sp>
        <p:nvSpPr>
          <p:cNvPr id="171" name="Google Shape;171;g3fa3fcd0dc1_0_161"/>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600"/>
              <a:buNone/>
              <a:defRPr sz="3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2" name="Google Shape;172;g3fa3fcd0dc1_0_161"/>
          <p:cNvSpPr txBox="1"/>
          <p:nvPr>
            <p:ph idx="1" type="body"/>
          </p:nvPr>
        </p:nvSpPr>
        <p:spPr>
          <a:xfrm>
            <a:off x="472529" y="1240434"/>
            <a:ext cx="4173900" cy="3508500"/>
          </a:xfrm>
          <a:prstGeom prst="rect">
            <a:avLst/>
          </a:prstGeom>
          <a:noFill/>
          <a:ln>
            <a:noFill/>
          </a:ln>
        </p:spPr>
        <p:txBody>
          <a:bodyPr anchorCtr="0" anchor="t" bIns="35425" lIns="70875" spcFirstLastPara="1" rIns="70875" wrap="square" tIns="35425">
            <a:normAutofit/>
          </a:bodyPr>
          <a:lstStyle>
            <a:lvl1pPr indent="-412750" lvl="0" marL="457200" algn="l">
              <a:spcBef>
                <a:spcPts val="600"/>
              </a:spcBef>
              <a:spcAft>
                <a:spcPts val="0"/>
              </a:spcAft>
              <a:buClr>
                <a:schemeClr val="dk1"/>
              </a:buClr>
              <a:buSzPts val="2900"/>
              <a:buChar char="•"/>
              <a:defRPr sz="2900"/>
            </a:lvl1pPr>
            <a:lvl2pPr indent="-387350" lvl="1" marL="914400" algn="l">
              <a:spcBef>
                <a:spcPts val="500"/>
              </a:spcBef>
              <a:spcAft>
                <a:spcPts val="0"/>
              </a:spcAft>
              <a:buClr>
                <a:schemeClr val="dk1"/>
              </a:buClr>
              <a:buSzPts val="2500"/>
              <a:buChar char="–"/>
              <a:defRPr sz="2500"/>
            </a:lvl2pPr>
            <a:lvl3pPr indent="-361950" lvl="2" marL="1371600" algn="l">
              <a:spcBef>
                <a:spcPts val="400"/>
              </a:spcBef>
              <a:spcAft>
                <a:spcPts val="0"/>
              </a:spcAft>
              <a:buClr>
                <a:schemeClr val="dk1"/>
              </a:buClr>
              <a:buSzPts val="2100"/>
              <a:buChar char="•"/>
              <a:defRPr sz="21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73" name="Google Shape;173;g3fa3fcd0dc1_0_161"/>
          <p:cNvSpPr txBox="1"/>
          <p:nvPr>
            <p:ph idx="2" type="body"/>
          </p:nvPr>
        </p:nvSpPr>
        <p:spPr>
          <a:xfrm>
            <a:off x="4804048" y="1240434"/>
            <a:ext cx="4173900" cy="3508500"/>
          </a:xfrm>
          <a:prstGeom prst="rect">
            <a:avLst/>
          </a:prstGeom>
          <a:noFill/>
          <a:ln>
            <a:noFill/>
          </a:ln>
        </p:spPr>
        <p:txBody>
          <a:bodyPr anchorCtr="0" anchor="t" bIns="35425" lIns="70875" spcFirstLastPara="1" rIns="70875" wrap="square" tIns="35425">
            <a:normAutofit/>
          </a:bodyPr>
          <a:lstStyle>
            <a:lvl1pPr indent="-412750" lvl="0" marL="457200" algn="l">
              <a:spcBef>
                <a:spcPts val="600"/>
              </a:spcBef>
              <a:spcAft>
                <a:spcPts val="0"/>
              </a:spcAft>
              <a:buClr>
                <a:schemeClr val="dk1"/>
              </a:buClr>
              <a:buSzPts val="2900"/>
              <a:buChar char="•"/>
              <a:defRPr sz="2900"/>
            </a:lvl1pPr>
            <a:lvl2pPr indent="-387350" lvl="1" marL="914400" algn="l">
              <a:spcBef>
                <a:spcPts val="500"/>
              </a:spcBef>
              <a:spcAft>
                <a:spcPts val="0"/>
              </a:spcAft>
              <a:buClr>
                <a:schemeClr val="dk1"/>
              </a:buClr>
              <a:buSzPts val="2500"/>
              <a:buChar char="–"/>
              <a:defRPr sz="2500"/>
            </a:lvl2pPr>
            <a:lvl3pPr indent="-361950" lvl="2" marL="1371600" algn="l">
              <a:spcBef>
                <a:spcPts val="400"/>
              </a:spcBef>
              <a:spcAft>
                <a:spcPts val="0"/>
              </a:spcAft>
              <a:buClr>
                <a:schemeClr val="dk1"/>
              </a:buClr>
              <a:buSzPts val="2100"/>
              <a:buChar char="•"/>
              <a:defRPr sz="21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
        <p:nvSpPr>
          <p:cNvPr id="174" name="Google Shape;174;g3fa3fcd0dc1_0_161"/>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5" name="Shape 175"/>
        <p:cNvGrpSpPr/>
        <p:nvPr/>
      </p:nvGrpSpPr>
      <p:grpSpPr>
        <a:xfrm>
          <a:off x="0" y="0"/>
          <a:ext cx="0" cy="0"/>
          <a:chOff x="0" y="0"/>
          <a:chExt cx="0" cy="0"/>
        </a:xfrm>
      </p:grpSpPr>
      <p:sp>
        <p:nvSpPr>
          <p:cNvPr id="176" name="Google Shape;176;g3fa3fcd0dc1_0_166"/>
          <p:cNvSpPr txBox="1"/>
          <p:nvPr>
            <p:ph type="title"/>
          </p:nvPr>
        </p:nvSpPr>
        <p:spPr>
          <a:xfrm>
            <a:off x="746531" y="3416113"/>
            <a:ext cx="8033100" cy="1055700"/>
          </a:xfrm>
          <a:prstGeom prst="rect">
            <a:avLst/>
          </a:prstGeom>
          <a:noFill/>
          <a:ln>
            <a:noFill/>
          </a:ln>
        </p:spPr>
        <p:txBody>
          <a:bodyPr anchorCtr="0" anchor="t" bIns="35425" lIns="70875" spcFirstLastPara="1" rIns="70875" wrap="square" tIns="35425">
            <a:normAutofit/>
          </a:bodyPr>
          <a:lstStyle>
            <a:lvl1pPr lvl="0" algn="l">
              <a:spcBef>
                <a:spcPts val="0"/>
              </a:spcBef>
              <a:spcAft>
                <a:spcPts val="0"/>
              </a:spcAft>
              <a:buClr>
                <a:schemeClr val="dk1"/>
              </a:buClr>
              <a:buSzPts val="3500"/>
              <a:buFont typeface="PT Serif"/>
              <a:buNone/>
              <a:defRPr b="1" sz="35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7" name="Google Shape;177;g3fa3fcd0dc1_0_166"/>
          <p:cNvSpPr txBox="1"/>
          <p:nvPr>
            <p:ph idx="1" type="body"/>
          </p:nvPr>
        </p:nvSpPr>
        <p:spPr>
          <a:xfrm>
            <a:off x="746531" y="2253208"/>
            <a:ext cx="8033100" cy="1162800"/>
          </a:xfrm>
          <a:prstGeom prst="rect">
            <a:avLst/>
          </a:prstGeom>
          <a:noFill/>
          <a:ln>
            <a:noFill/>
          </a:ln>
        </p:spPr>
        <p:txBody>
          <a:bodyPr anchorCtr="0" anchor="b" bIns="35425" lIns="70875" spcFirstLastPara="1" rIns="70875" wrap="square" tIns="35425">
            <a:normAutofit/>
          </a:bodyPr>
          <a:lstStyle>
            <a:lvl1pPr indent="-228600" lvl="0" marL="457200" algn="l">
              <a:spcBef>
                <a:spcPts val="400"/>
              </a:spcBef>
              <a:spcAft>
                <a:spcPts val="0"/>
              </a:spcAft>
              <a:buClr>
                <a:srgbClr val="888888"/>
              </a:buClr>
              <a:buSzPts val="2100"/>
              <a:buNone/>
              <a:defRPr sz="2100">
                <a:solidFill>
                  <a:srgbClr val="888888"/>
                </a:solidFill>
              </a:defRPr>
            </a:lvl1pPr>
            <a:lvl2pPr indent="-228600" lvl="1" marL="914400" algn="l">
              <a:spcBef>
                <a:spcPts val="400"/>
              </a:spcBef>
              <a:spcAft>
                <a:spcPts val="0"/>
              </a:spcAft>
              <a:buClr>
                <a:srgbClr val="888888"/>
              </a:buClr>
              <a:buSzPts val="1900"/>
              <a:buNone/>
              <a:defRPr sz="1900">
                <a:solidFill>
                  <a:srgbClr val="888888"/>
                </a:solidFill>
              </a:defRPr>
            </a:lvl2pPr>
            <a:lvl3pPr indent="-228600" lvl="2" marL="1371600" algn="l">
              <a:spcBef>
                <a:spcPts val="300"/>
              </a:spcBef>
              <a:spcAft>
                <a:spcPts val="0"/>
              </a:spcAft>
              <a:buClr>
                <a:srgbClr val="888888"/>
              </a:buClr>
              <a:buSzPts val="1700"/>
              <a:buNone/>
              <a:defRPr sz="1700">
                <a:solidFill>
                  <a:srgbClr val="888888"/>
                </a:solidFill>
              </a:defRPr>
            </a:lvl3pPr>
            <a:lvl4pPr indent="-228600" lvl="3" marL="1828800" algn="l">
              <a:spcBef>
                <a:spcPts val="300"/>
              </a:spcBef>
              <a:spcAft>
                <a:spcPts val="0"/>
              </a:spcAft>
              <a:buClr>
                <a:srgbClr val="888888"/>
              </a:buClr>
              <a:buSzPts val="1400"/>
              <a:buNone/>
              <a:defRPr sz="1400">
                <a:solidFill>
                  <a:srgbClr val="888888"/>
                </a:solidFill>
              </a:defRPr>
            </a:lvl4pPr>
            <a:lvl5pPr indent="-228600" lvl="4" marL="2286000" algn="l">
              <a:spcBef>
                <a:spcPts val="300"/>
              </a:spcBef>
              <a:spcAft>
                <a:spcPts val="0"/>
              </a:spcAft>
              <a:buClr>
                <a:srgbClr val="888888"/>
              </a:buClr>
              <a:buSzPts val="1400"/>
              <a:buNone/>
              <a:defRPr sz="1400">
                <a:solidFill>
                  <a:srgbClr val="888888"/>
                </a:solidFill>
              </a:defRPr>
            </a:lvl5pPr>
            <a:lvl6pPr indent="-228600" lvl="5" marL="2743200" algn="l">
              <a:spcBef>
                <a:spcPts val="300"/>
              </a:spcBef>
              <a:spcAft>
                <a:spcPts val="0"/>
              </a:spcAft>
              <a:buClr>
                <a:srgbClr val="888888"/>
              </a:buClr>
              <a:buSzPts val="1400"/>
              <a:buNone/>
              <a:defRPr sz="1400">
                <a:solidFill>
                  <a:srgbClr val="888888"/>
                </a:solidFill>
              </a:defRPr>
            </a:lvl6pPr>
            <a:lvl7pPr indent="-228600" lvl="6" marL="3200400" algn="l">
              <a:spcBef>
                <a:spcPts val="300"/>
              </a:spcBef>
              <a:spcAft>
                <a:spcPts val="0"/>
              </a:spcAft>
              <a:buClr>
                <a:srgbClr val="888888"/>
              </a:buClr>
              <a:buSzPts val="1400"/>
              <a:buNone/>
              <a:defRPr sz="1400">
                <a:solidFill>
                  <a:srgbClr val="888888"/>
                </a:solidFill>
              </a:defRPr>
            </a:lvl7pPr>
            <a:lvl8pPr indent="-228600" lvl="7" marL="3657600" algn="l">
              <a:spcBef>
                <a:spcPts val="300"/>
              </a:spcBef>
              <a:spcAft>
                <a:spcPts val="0"/>
              </a:spcAft>
              <a:buClr>
                <a:srgbClr val="888888"/>
              </a:buClr>
              <a:buSzPts val="1400"/>
              <a:buNone/>
              <a:defRPr sz="1400">
                <a:solidFill>
                  <a:srgbClr val="888888"/>
                </a:solidFill>
              </a:defRPr>
            </a:lvl8pPr>
            <a:lvl9pPr indent="-228600" lvl="8" marL="4114800" algn="l">
              <a:spcBef>
                <a:spcPts val="300"/>
              </a:spcBef>
              <a:spcAft>
                <a:spcPts val="0"/>
              </a:spcAft>
              <a:buClr>
                <a:srgbClr val="888888"/>
              </a:buClr>
              <a:buSzPts val="1400"/>
              <a:buNone/>
              <a:defRPr sz="1400">
                <a:solidFill>
                  <a:srgbClr val="888888"/>
                </a:solidFill>
              </a:defRPr>
            </a:lvl9pPr>
          </a:lstStyle>
          <a:p/>
        </p:txBody>
      </p:sp>
      <p:sp>
        <p:nvSpPr>
          <p:cNvPr id="178" name="Google Shape;178;g3fa3fcd0dc1_0_166"/>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9" name="Shape 179"/>
        <p:cNvGrpSpPr/>
        <p:nvPr/>
      </p:nvGrpSpPr>
      <p:grpSpPr>
        <a:xfrm>
          <a:off x="0" y="0"/>
          <a:ext cx="0" cy="0"/>
          <a:chOff x="0" y="0"/>
          <a:chExt cx="0" cy="0"/>
        </a:xfrm>
      </p:grpSpPr>
      <p:sp>
        <p:nvSpPr>
          <p:cNvPr id="180" name="Google Shape;180;g3fa3fcd0dc1_0_170"/>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4500"/>
              <a:buFont typeface="PT Serif"/>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1" name="Google Shape;181;g3fa3fcd0dc1_0_170"/>
          <p:cNvSpPr txBox="1"/>
          <p:nvPr>
            <p:ph idx="1" type="body"/>
          </p:nvPr>
        </p:nvSpPr>
        <p:spPr>
          <a:xfrm>
            <a:off x="472529" y="1189979"/>
            <a:ext cx="4175700" cy="495900"/>
          </a:xfrm>
          <a:prstGeom prst="rect">
            <a:avLst/>
          </a:prstGeom>
          <a:noFill/>
          <a:ln>
            <a:noFill/>
          </a:ln>
        </p:spPr>
        <p:txBody>
          <a:bodyPr anchorCtr="0" anchor="b" bIns="35425" lIns="70875" spcFirstLastPara="1" rIns="70875" wrap="square" tIns="35425">
            <a:normAutofit/>
          </a:bodyPr>
          <a:lstStyle>
            <a:lvl1pPr indent="-228600" lvl="0" marL="457200" algn="l">
              <a:spcBef>
                <a:spcPts val="500"/>
              </a:spcBef>
              <a:spcAft>
                <a:spcPts val="0"/>
              </a:spcAft>
              <a:buClr>
                <a:schemeClr val="dk1"/>
              </a:buClr>
              <a:buSzPts val="2500"/>
              <a:buNone/>
              <a:defRPr b="1" sz="2500"/>
            </a:lvl1pPr>
            <a:lvl2pPr indent="-228600" lvl="1" marL="914400" algn="l">
              <a:spcBef>
                <a:spcPts val="400"/>
              </a:spcBef>
              <a:spcAft>
                <a:spcPts val="0"/>
              </a:spcAft>
              <a:buClr>
                <a:schemeClr val="dk1"/>
              </a:buClr>
              <a:buSzPts val="2100"/>
              <a:buNone/>
              <a:defRPr b="1" sz="21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182" name="Google Shape;182;g3fa3fcd0dc1_0_170"/>
          <p:cNvSpPr txBox="1"/>
          <p:nvPr>
            <p:ph idx="2" type="body"/>
          </p:nvPr>
        </p:nvSpPr>
        <p:spPr>
          <a:xfrm>
            <a:off x="472529" y="1685906"/>
            <a:ext cx="4175700" cy="3063000"/>
          </a:xfrm>
          <a:prstGeom prst="rect">
            <a:avLst/>
          </a:prstGeom>
          <a:noFill/>
          <a:ln>
            <a:noFill/>
          </a:ln>
        </p:spPr>
        <p:txBody>
          <a:bodyPr anchorCtr="0" anchor="t" bIns="35425" lIns="70875" spcFirstLastPara="1" rIns="70875" wrap="square" tIns="35425">
            <a:normAutofit/>
          </a:bodyPr>
          <a:lstStyle>
            <a:lvl1pPr indent="-387350" lvl="0" marL="457200" algn="l">
              <a:spcBef>
                <a:spcPts val="500"/>
              </a:spcBef>
              <a:spcAft>
                <a:spcPts val="0"/>
              </a:spcAft>
              <a:buClr>
                <a:schemeClr val="dk1"/>
              </a:buClr>
              <a:buSzPts val="2500"/>
              <a:buChar char="•"/>
              <a:defRPr sz="2500"/>
            </a:lvl1pPr>
            <a:lvl2pPr indent="-361950" lvl="1" marL="914400" algn="l">
              <a:spcBef>
                <a:spcPts val="400"/>
              </a:spcBef>
              <a:spcAft>
                <a:spcPts val="0"/>
              </a:spcAft>
              <a:buClr>
                <a:schemeClr val="dk1"/>
              </a:buClr>
              <a:buSzPts val="2100"/>
              <a:buChar char="–"/>
              <a:defRPr sz="21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83" name="Google Shape;183;g3fa3fcd0dc1_0_170"/>
          <p:cNvSpPr txBox="1"/>
          <p:nvPr>
            <p:ph idx="3" type="body"/>
          </p:nvPr>
        </p:nvSpPr>
        <p:spPr>
          <a:xfrm>
            <a:off x="4800767" y="1189979"/>
            <a:ext cx="4177200" cy="495900"/>
          </a:xfrm>
          <a:prstGeom prst="rect">
            <a:avLst/>
          </a:prstGeom>
          <a:noFill/>
          <a:ln>
            <a:noFill/>
          </a:ln>
        </p:spPr>
        <p:txBody>
          <a:bodyPr anchorCtr="0" anchor="b" bIns="35425" lIns="70875" spcFirstLastPara="1" rIns="70875" wrap="square" tIns="35425">
            <a:normAutofit/>
          </a:bodyPr>
          <a:lstStyle>
            <a:lvl1pPr indent="-228600" lvl="0" marL="457200" algn="l">
              <a:spcBef>
                <a:spcPts val="500"/>
              </a:spcBef>
              <a:spcAft>
                <a:spcPts val="0"/>
              </a:spcAft>
              <a:buClr>
                <a:schemeClr val="dk1"/>
              </a:buClr>
              <a:buSzPts val="2500"/>
              <a:buNone/>
              <a:defRPr b="1" sz="2500"/>
            </a:lvl1pPr>
            <a:lvl2pPr indent="-228600" lvl="1" marL="914400" algn="l">
              <a:spcBef>
                <a:spcPts val="400"/>
              </a:spcBef>
              <a:spcAft>
                <a:spcPts val="0"/>
              </a:spcAft>
              <a:buClr>
                <a:schemeClr val="dk1"/>
              </a:buClr>
              <a:buSzPts val="2100"/>
              <a:buNone/>
              <a:defRPr b="1" sz="2100"/>
            </a:lvl2pPr>
            <a:lvl3pPr indent="-228600" lvl="2" marL="1371600" algn="l">
              <a:spcBef>
                <a:spcPts val="400"/>
              </a:spcBef>
              <a:spcAft>
                <a:spcPts val="0"/>
              </a:spcAft>
              <a:buClr>
                <a:schemeClr val="dk1"/>
              </a:buClr>
              <a:buSzPts val="1900"/>
              <a:buNone/>
              <a:defRPr b="1" sz="1900"/>
            </a:lvl3pPr>
            <a:lvl4pPr indent="-228600" lvl="3" marL="1828800" algn="l">
              <a:spcBef>
                <a:spcPts val="300"/>
              </a:spcBef>
              <a:spcAft>
                <a:spcPts val="0"/>
              </a:spcAft>
              <a:buClr>
                <a:schemeClr val="dk1"/>
              </a:buClr>
              <a:buSzPts val="1700"/>
              <a:buNone/>
              <a:defRPr b="1" sz="1700"/>
            </a:lvl4pPr>
            <a:lvl5pPr indent="-228600" lvl="4" marL="2286000" algn="l">
              <a:spcBef>
                <a:spcPts val="300"/>
              </a:spcBef>
              <a:spcAft>
                <a:spcPts val="0"/>
              </a:spcAft>
              <a:buClr>
                <a:schemeClr val="dk1"/>
              </a:buClr>
              <a:buSzPts val="1700"/>
              <a:buNone/>
              <a:defRPr b="1" sz="1700"/>
            </a:lvl5pPr>
            <a:lvl6pPr indent="-228600" lvl="5" marL="2743200" algn="l">
              <a:spcBef>
                <a:spcPts val="300"/>
              </a:spcBef>
              <a:spcAft>
                <a:spcPts val="0"/>
              </a:spcAft>
              <a:buClr>
                <a:schemeClr val="dk1"/>
              </a:buClr>
              <a:buSzPts val="1700"/>
              <a:buNone/>
              <a:defRPr b="1" sz="1700"/>
            </a:lvl6pPr>
            <a:lvl7pPr indent="-228600" lvl="6" marL="3200400" algn="l">
              <a:spcBef>
                <a:spcPts val="300"/>
              </a:spcBef>
              <a:spcAft>
                <a:spcPts val="0"/>
              </a:spcAft>
              <a:buClr>
                <a:schemeClr val="dk1"/>
              </a:buClr>
              <a:buSzPts val="1700"/>
              <a:buNone/>
              <a:defRPr b="1" sz="1700"/>
            </a:lvl7pPr>
            <a:lvl8pPr indent="-228600" lvl="7" marL="3657600" algn="l">
              <a:spcBef>
                <a:spcPts val="300"/>
              </a:spcBef>
              <a:spcAft>
                <a:spcPts val="0"/>
              </a:spcAft>
              <a:buClr>
                <a:schemeClr val="dk1"/>
              </a:buClr>
              <a:buSzPts val="1700"/>
              <a:buNone/>
              <a:defRPr b="1" sz="1700"/>
            </a:lvl8pPr>
            <a:lvl9pPr indent="-228600" lvl="8" marL="4114800" algn="l">
              <a:spcBef>
                <a:spcPts val="300"/>
              </a:spcBef>
              <a:spcAft>
                <a:spcPts val="0"/>
              </a:spcAft>
              <a:buClr>
                <a:schemeClr val="dk1"/>
              </a:buClr>
              <a:buSzPts val="1700"/>
              <a:buNone/>
              <a:defRPr b="1" sz="1700"/>
            </a:lvl9pPr>
          </a:lstStyle>
          <a:p/>
        </p:txBody>
      </p:sp>
      <p:sp>
        <p:nvSpPr>
          <p:cNvPr id="184" name="Google Shape;184;g3fa3fcd0dc1_0_170"/>
          <p:cNvSpPr txBox="1"/>
          <p:nvPr>
            <p:ph idx="4" type="body"/>
          </p:nvPr>
        </p:nvSpPr>
        <p:spPr>
          <a:xfrm>
            <a:off x="4800767" y="1685906"/>
            <a:ext cx="4177200" cy="3063000"/>
          </a:xfrm>
          <a:prstGeom prst="rect">
            <a:avLst/>
          </a:prstGeom>
          <a:noFill/>
          <a:ln>
            <a:noFill/>
          </a:ln>
        </p:spPr>
        <p:txBody>
          <a:bodyPr anchorCtr="0" anchor="t" bIns="35425" lIns="70875" spcFirstLastPara="1" rIns="70875" wrap="square" tIns="35425">
            <a:normAutofit/>
          </a:bodyPr>
          <a:lstStyle>
            <a:lvl1pPr indent="-387350" lvl="0" marL="457200" algn="l">
              <a:spcBef>
                <a:spcPts val="500"/>
              </a:spcBef>
              <a:spcAft>
                <a:spcPts val="0"/>
              </a:spcAft>
              <a:buClr>
                <a:schemeClr val="dk1"/>
              </a:buClr>
              <a:buSzPts val="2500"/>
              <a:buChar char="•"/>
              <a:defRPr sz="2500"/>
            </a:lvl1pPr>
            <a:lvl2pPr indent="-361950" lvl="1" marL="914400" algn="l">
              <a:spcBef>
                <a:spcPts val="400"/>
              </a:spcBef>
              <a:spcAft>
                <a:spcPts val="0"/>
              </a:spcAft>
              <a:buClr>
                <a:schemeClr val="dk1"/>
              </a:buClr>
              <a:buSzPts val="2100"/>
              <a:buChar char="–"/>
              <a:defRPr sz="2100"/>
            </a:lvl2pPr>
            <a:lvl3pPr indent="-349250" lvl="2" marL="1371600" algn="l">
              <a:spcBef>
                <a:spcPts val="400"/>
              </a:spcBef>
              <a:spcAft>
                <a:spcPts val="0"/>
              </a:spcAft>
              <a:buClr>
                <a:schemeClr val="dk1"/>
              </a:buClr>
              <a:buSzPts val="1900"/>
              <a:buChar char="•"/>
              <a:defRPr sz="19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85" name="Google Shape;185;g3fa3fcd0dc1_0_17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86" name="Shape 186"/>
        <p:cNvGrpSpPr/>
        <p:nvPr/>
      </p:nvGrpSpPr>
      <p:grpSpPr>
        <a:xfrm>
          <a:off x="0" y="0"/>
          <a:ext cx="0" cy="0"/>
          <a:chOff x="0" y="0"/>
          <a:chExt cx="0" cy="0"/>
        </a:xfrm>
      </p:grpSpPr>
      <p:sp>
        <p:nvSpPr>
          <p:cNvPr id="187" name="Google Shape;187;g3fa3fcd0dc1_0_177"/>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y subtítulo" type="picTx">
  <p:cSld name="PICTURE_WITH_CAPTION_TEXT">
    <p:spTree>
      <p:nvGrpSpPr>
        <p:cNvPr id="188" name="Shape 188"/>
        <p:cNvGrpSpPr/>
        <p:nvPr/>
      </p:nvGrpSpPr>
      <p:grpSpPr>
        <a:xfrm>
          <a:off x="0" y="0"/>
          <a:ext cx="0" cy="0"/>
          <a:chOff x="0" y="0"/>
          <a:chExt cx="0" cy="0"/>
        </a:xfrm>
      </p:grpSpPr>
      <p:sp>
        <p:nvSpPr>
          <p:cNvPr id="189" name="Google Shape;189;g3fa3fcd0dc1_0_179"/>
          <p:cNvSpPr txBox="1"/>
          <p:nvPr>
            <p:ph type="title"/>
          </p:nvPr>
        </p:nvSpPr>
        <p:spPr>
          <a:xfrm>
            <a:off x="4769593" y="206855"/>
            <a:ext cx="5097000" cy="1258200"/>
          </a:xfrm>
          <a:prstGeom prst="rect">
            <a:avLst/>
          </a:prstGeom>
          <a:noFill/>
          <a:ln>
            <a:noFill/>
          </a:ln>
        </p:spPr>
        <p:txBody>
          <a:bodyPr anchorCtr="0" anchor="b" bIns="35425" lIns="70875" spcFirstLastPara="1" rIns="70875" wrap="square" tIns="35425">
            <a:noAutofit/>
          </a:bodyPr>
          <a:lstStyle>
            <a:lvl1pPr lvl="0" algn="r">
              <a:spcBef>
                <a:spcPts val="0"/>
              </a:spcBef>
              <a:spcAft>
                <a:spcPts val="0"/>
              </a:spcAft>
              <a:buClr>
                <a:schemeClr val="dk1"/>
              </a:buClr>
              <a:buSzPts val="3300"/>
              <a:buFont typeface="PT Serif"/>
              <a:buNone/>
              <a:defRPr b="1" sz="3300"/>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190" name="Google Shape;190;g3fa3fcd0dc1_0_179"/>
          <p:cNvSpPr/>
          <p:nvPr>
            <p:ph idx="2" type="pic"/>
          </p:nvPr>
        </p:nvSpPr>
        <p:spPr>
          <a:xfrm>
            <a:off x="1951275" y="2102977"/>
            <a:ext cx="7026600" cy="3567600"/>
          </a:xfrm>
          <a:prstGeom prst="rect">
            <a:avLst/>
          </a:prstGeom>
          <a:noFill/>
          <a:ln>
            <a:noFill/>
          </a:ln>
        </p:spPr>
      </p:sp>
      <p:sp>
        <p:nvSpPr>
          <p:cNvPr id="191" name="Google Shape;191;g3fa3fcd0dc1_0_179"/>
          <p:cNvSpPr txBox="1"/>
          <p:nvPr>
            <p:ph idx="1" type="body"/>
          </p:nvPr>
        </p:nvSpPr>
        <p:spPr>
          <a:xfrm>
            <a:off x="3614425" y="1659823"/>
            <a:ext cx="6252300" cy="317100"/>
          </a:xfrm>
          <a:prstGeom prst="rect">
            <a:avLst/>
          </a:prstGeom>
          <a:noFill/>
          <a:ln>
            <a:noFill/>
          </a:ln>
        </p:spPr>
        <p:txBody>
          <a:bodyPr anchorCtr="0" anchor="t" bIns="35425" lIns="70875" spcFirstLastPara="1" rIns="70875" wrap="square" tIns="35425">
            <a:normAutofit/>
          </a:bodyPr>
          <a:lstStyle>
            <a:lvl1pPr indent="-228600" lvl="0" marL="457200" algn="r">
              <a:spcBef>
                <a:spcPts val="300"/>
              </a:spcBef>
              <a:spcAft>
                <a:spcPts val="0"/>
              </a:spcAft>
              <a:buClr>
                <a:schemeClr val="dk1"/>
              </a:buClr>
              <a:buSzPts val="1400"/>
              <a:buNone/>
              <a:defRPr sz="1400"/>
            </a:lvl1pPr>
            <a:lvl2pPr indent="-228600" lvl="1" marL="914400" algn="r">
              <a:spcBef>
                <a:spcPts val="200"/>
              </a:spcBef>
              <a:spcAft>
                <a:spcPts val="0"/>
              </a:spcAft>
              <a:buClr>
                <a:schemeClr val="dk1"/>
              </a:buClr>
              <a:buSzPts val="1200"/>
              <a:buNone/>
              <a:defRPr sz="1200"/>
            </a:lvl2pPr>
            <a:lvl3pPr indent="-228600" lvl="2" marL="1371600" algn="r">
              <a:spcBef>
                <a:spcPts val="200"/>
              </a:spcBef>
              <a:spcAft>
                <a:spcPts val="0"/>
              </a:spcAft>
              <a:buClr>
                <a:schemeClr val="dk1"/>
              </a:buClr>
              <a:buSzPts val="1000"/>
              <a:buNone/>
              <a:defRPr sz="1000"/>
            </a:lvl3pPr>
            <a:lvl4pPr indent="-228600" lvl="3" marL="1828800" algn="r">
              <a:spcBef>
                <a:spcPts val="200"/>
              </a:spcBef>
              <a:spcAft>
                <a:spcPts val="0"/>
              </a:spcAft>
              <a:buClr>
                <a:schemeClr val="dk1"/>
              </a:buClr>
              <a:buSzPts val="900"/>
              <a:buNone/>
              <a:defRPr sz="900"/>
            </a:lvl4pPr>
            <a:lvl5pPr indent="-228600" lvl="4" marL="2286000" algn="r">
              <a:spcBef>
                <a:spcPts val="200"/>
              </a:spcBef>
              <a:spcAft>
                <a:spcPts val="0"/>
              </a:spcAft>
              <a:buClr>
                <a:schemeClr val="dk1"/>
              </a:buClr>
              <a:buSzPts val="900"/>
              <a:buNone/>
              <a:defRPr sz="900"/>
            </a:lvl5pPr>
            <a:lvl6pPr indent="-228600" lvl="5" marL="2743200" algn="r">
              <a:spcBef>
                <a:spcPts val="200"/>
              </a:spcBef>
              <a:spcAft>
                <a:spcPts val="0"/>
              </a:spcAft>
              <a:buClr>
                <a:schemeClr val="dk1"/>
              </a:buClr>
              <a:buSzPts val="900"/>
              <a:buNone/>
              <a:defRPr sz="900"/>
            </a:lvl6pPr>
            <a:lvl7pPr indent="-228600" lvl="6" marL="3200400" algn="r">
              <a:spcBef>
                <a:spcPts val="200"/>
              </a:spcBef>
              <a:spcAft>
                <a:spcPts val="0"/>
              </a:spcAft>
              <a:buClr>
                <a:schemeClr val="dk1"/>
              </a:buClr>
              <a:buSzPts val="900"/>
              <a:buNone/>
              <a:defRPr sz="900"/>
            </a:lvl7pPr>
            <a:lvl8pPr indent="-228600" lvl="7" marL="3657600" algn="r">
              <a:spcBef>
                <a:spcPts val="200"/>
              </a:spcBef>
              <a:spcAft>
                <a:spcPts val="0"/>
              </a:spcAft>
              <a:buClr>
                <a:schemeClr val="dk1"/>
              </a:buClr>
              <a:buSzPts val="900"/>
              <a:buNone/>
              <a:defRPr sz="900"/>
            </a:lvl8pPr>
            <a:lvl9pPr indent="-228600" lvl="8" marL="4114800" algn="r">
              <a:spcBef>
                <a:spcPts val="200"/>
              </a:spcBef>
              <a:spcAft>
                <a:spcPts val="0"/>
              </a:spcAft>
              <a:buClr>
                <a:schemeClr val="dk1"/>
              </a:buClr>
              <a:buSzPts val="900"/>
              <a:buNone/>
              <a:defRPr sz="900"/>
            </a:lvl9pPr>
          </a:lstStyle>
          <a:p/>
        </p:txBody>
      </p:sp>
      <p:sp>
        <p:nvSpPr>
          <p:cNvPr id="192" name="Google Shape;192;g3fa3fcd0dc1_0_179"/>
          <p:cNvSpPr/>
          <p:nvPr/>
        </p:nvSpPr>
        <p:spPr>
          <a:xfrm>
            <a:off x="498677" y="305100"/>
            <a:ext cx="1451175" cy="1256709"/>
          </a:xfrm>
          <a:custGeom>
            <a:rect b="b" l="l" r="r" t="t"/>
            <a:pathLst>
              <a:path extrusionOk="0" h="1217152" w="1405496">
                <a:moveTo>
                  <a:pt x="0" y="0"/>
                </a:moveTo>
                <a:lnTo>
                  <a:pt x="1405496" y="0"/>
                </a:lnTo>
                <a:lnTo>
                  <a:pt x="1405496" y="1217153"/>
                </a:lnTo>
                <a:lnTo>
                  <a:pt x="0" y="1217153"/>
                </a:lnTo>
                <a:lnTo>
                  <a:pt x="0" y="0"/>
                </a:lnTo>
                <a:close/>
              </a:path>
            </a:pathLst>
          </a:custGeom>
          <a:blipFill rotWithShape="1">
            <a:blip r:embed="rId2">
              <a:alphaModFix/>
            </a:blip>
            <a:stretch>
              <a:fillRect b="0" l="0" r="0" t="0"/>
            </a:stretch>
          </a:blipFill>
          <a:ln>
            <a:noFill/>
          </a:ln>
        </p:spPr>
      </p:sp>
      <p:sp>
        <p:nvSpPr>
          <p:cNvPr id="193" name="Google Shape;193;g3fa3fcd0dc1_0_179"/>
          <p:cNvSpPr/>
          <p:nvPr/>
        </p:nvSpPr>
        <p:spPr>
          <a:xfrm>
            <a:off x="2459249" y="-101260"/>
            <a:ext cx="2309917" cy="1154958"/>
          </a:xfrm>
          <a:custGeom>
            <a:rect b="b" l="l" r="r" t="t"/>
            <a:pathLst>
              <a:path extrusionOk="0" h="1862836" w="3725672">
                <a:moveTo>
                  <a:pt x="0" y="0"/>
                </a:moveTo>
                <a:cubicBezTo>
                  <a:pt x="0" y="1028827"/>
                  <a:pt x="834009" y="1862836"/>
                  <a:pt x="1862836" y="1862836"/>
                </a:cubicBezTo>
                <a:cubicBezTo>
                  <a:pt x="2891663" y="1862836"/>
                  <a:pt x="3725672" y="1028827"/>
                  <a:pt x="3725672"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
        <p:nvSpPr>
          <p:cNvPr id="194" name="Google Shape;194;g3fa3fcd0dc1_0_179"/>
          <p:cNvSpPr/>
          <p:nvPr/>
        </p:nvSpPr>
        <p:spPr>
          <a:xfrm>
            <a:off x="374086" y="3279029"/>
            <a:ext cx="1531663" cy="2395306"/>
          </a:xfrm>
          <a:custGeom>
            <a:rect b="b" l="l" r="r" t="t"/>
            <a:pathLst>
              <a:path extrusionOk="0" h="5413121" w="3461385">
                <a:moveTo>
                  <a:pt x="0" y="5413121"/>
                </a:moveTo>
                <a:lnTo>
                  <a:pt x="3461385" y="5413121"/>
                </a:lnTo>
                <a:lnTo>
                  <a:pt x="3461385" y="0"/>
                </a:lnTo>
                <a:lnTo>
                  <a:pt x="0" y="0"/>
                </a:lnTo>
                <a:close/>
              </a:path>
            </a:pathLst>
          </a:custGeom>
          <a:solidFill>
            <a:srgbClr val="2084C7"/>
          </a:solidFill>
          <a:ln>
            <a:noFill/>
          </a:ln>
        </p:spPr>
      </p:sp>
      <p:sp>
        <p:nvSpPr>
          <p:cNvPr id="195" name="Google Shape;195;g3fa3fcd0dc1_0_179"/>
          <p:cNvSpPr/>
          <p:nvPr/>
        </p:nvSpPr>
        <p:spPr>
          <a:xfrm>
            <a:off x="8978002" y="1497109"/>
            <a:ext cx="1100224" cy="4164303"/>
          </a:xfrm>
          <a:custGeom>
            <a:rect b="b" l="l" r="r" t="t"/>
            <a:pathLst>
              <a:path extrusionOk="0" h="7676134" w="2028063">
                <a:moveTo>
                  <a:pt x="2008124" y="0"/>
                </a:moveTo>
                <a:lnTo>
                  <a:pt x="0" y="4306570"/>
                </a:lnTo>
                <a:lnTo>
                  <a:pt x="1571371" y="7676134"/>
                </a:lnTo>
                <a:lnTo>
                  <a:pt x="2028063" y="7676134"/>
                </a:lnTo>
                <a:lnTo>
                  <a:pt x="2028063" y="42799"/>
                </a:lnTo>
                <a:lnTo>
                  <a:pt x="2008124" y="0"/>
                </a:lnTo>
                <a:close/>
              </a:path>
            </a:pathLst>
          </a:custGeom>
          <a:solidFill>
            <a:srgbClr val="FDC20B"/>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Imagen">
    <p:spTree>
      <p:nvGrpSpPr>
        <p:cNvPr id="196" name="Shape 196"/>
        <p:cNvGrpSpPr/>
        <p:nvPr/>
      </p:nvGrpSpPr>
      <p:grpSpPr>
        <a:xfrm>
          <a:off x="0" y="0"/>
          <a:ext cx="0" cy="0"/>
          <a:chOff x="0" y="0"/>
          <a:chExt cx="0" cy="0"/>
        </a:xfrm>
      </p:grpSpPr>
      <p:sp>
        <p:nvSpPr>
          <p:cNvPr id="197" name="Google Shape;197;g3fa3fcd0dc1_0_187"/>
          <p:cNvSpPr/>
          <p:nvPr>
            <p:ph idx="2" type="pic"/>
          </p:nvPr>
        </p:nvSpPr>
        <p:spPr>
          <a:xfrm>
            <a:off x="1951275" y="1181365"/>
            <a:ext cx="8127300" cy="4489200"/>
          </a:xfrm>
          <a:prstGeom prst="rect">
            <a:avLst/>
          </a:prstGeom>
          <a:noFill/>
          <a:ln>
            <a:noFill/>
          </a:ln>
        </p:spPr>
      </p:sp>
      <p:sp>
        <p:nvSpPr>
          <p:cNvPr id="198" name="Google Shape;198;g3fa3fcd0dc1_0_187"/>
          <p:cNvSpPr/>
          <p:nvPr/>
        </p:nvSpPr>
        <p:spPr>
          <a:xfrm>
            <a:off x="1969" y="1701171"/>
            <a:ext cx="1862792" cy="3995268"/>
          </a:xfrm>
          <a:custGeom>
            <a:rect b="b" l="l" r="r" t="t"/>
            <a:pathLst>
              <a:path extrusionOk="0" h="5155184" w="2403602">
                <a:moveTo>
                  <a:pt x="0" y="5155184"/>
                </a:moveTo>
                <a:lnTo>
                  <a:pt x="2403602" y="5155184"/>
                </a:lnTo>
                <a:lnTo>
                  <a:pt x="0" y="0"/>
                </a:lnTo>
                <a:close/>
              </a:path>
            </a:pathLst>
          </a:custGeom>
          <a:solidFill>
            <a:srgbClr val="BC0A80"/>
          </a:solidFill>
          <a:ln>
            <a:noFill/>
          </a:ln>
        </p:spPr>
      </p:sp>
      <p:sp>
        <p:nvSpPr>
          <p:cNvPr id="199" name="Google Shape;199;g3fa3fcd0dc1_0_187"/>
          <p:cNvSpPr/>
          <p:nvPr/>
        </p:nvSpPr>
        <p:spPr>
          <a:xfrm>
            <a:off x="374086" y="219482"/>
            <a:ext cx="2020985" cy="719241"/>
          </a:xfrm>
          <a:custGeom>
            <a:rect b="b" l="l" r="r" t="t"/>
            <a:pathLst>
              <a:path extrusionOk="0" h="696601" w="1957370">
                <a:moveTo>
                  <a:pt x="0" y="0"/>
                </a:moveTo>
                <a:lnTo>
                  <a:pt x="1957370" y="0"/>
                </a:lnTo>
                <a:lnTo>
                  <a:pt x="1957370" y="696601"/>
                </a:lnTo>
                <a:lnTo>
                  <a:pt x="0" y="696601"/>
                </a:lnTo>
                <a:lnTo>
                  <a:pt x="0" y="0"/>
                </a:lnTo>
                <a:close/>
              </a:path>
            </a:pathLst>
          </a:custGeom>
          <a:blipFill rotWithShape="1">
            <a:blip r:embed="rId2">
              <a:alphaModFix/>
            </a:blip>
            <a:stretch>
              <a:fillRect b="-467" l="0" r="0" t="-467"/>
            </a:stretch>
          </a:blipFill>
          <a:ln>
            <a:noFill/>
          </a:ln>
        </p:spPr>
      </p:sp>
      <p:sp>
        <p:nvSpPr>
          <p:cNvPr id="200" name="Google Shape;200;g3fa3fcd0dc1_0_187"/>
          <p:cNvSpPr/>
          <p:nvPr/>
        </p:nvSpPr>
        <p:spPr>
          <a:xfrm>
            <a:off x="6707571" y="0"/>
            <a:ext cx="1887052" cy="918362"/>
          </a:xfrm>
          <a:custGeom>
            <a:rect b="b" l="l" r="r" t="t"/>
            <a:pathLst>
              <a:path extrusionOk="0" h="1402080" w="2880995">
                <a:moveTo>
                  <a:pt x="0" y="0"/>
                </a:moveTo>
                <a:cubicBezTo>
                  <a:pt x="0" y="774446"/>
                  <a:pt x="644906" y="1402080"/>
                  <a:pt x="1440434" y="1402080"/>
                </a:cubicBezTo>
                <a:cubicBezTo>
                  <a:pt x="2235962" y="1402080"/>
                  <a:pt x="2880995" y="774446"/>
                  <a:pt x="2880995" y="0"/>
                </a:cubicBezTo>
                <a:close/>
              </a:path>
            </a:pathLst>
          </a:custGeom>
          <a:solidFill>
            <a:srgbClr val="000000"/>
          </a:solidFill>
          <a:ln>
            <a:noFill/>
          </a:ln>
        </p:spPr>
        <p:txBody>
          <a:bodyPr anchorCtr="0" anchor="ctr" bIns="70875" lIns="70875" spcFirstLastPara="1" rIns="70875" wrap="square" tIns="70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201" name="Shape 201"/>
        <p:cNvGrpSpPr/>
        <p:nvPr/>
      </p:nvGrpSpPr>
      <p:grpSpPr>
        <a:xfrm>
          <a:off x="0" y="0"/>
          <a:ext cx="0" cy="0"/>
          <a:chOff x="0" y="0"/>
          <a:chExt cx="0" cy="0"/>
        </a:xfrm>
      </p:grpSpPr>
      <p:sp>
        <p:nvSpPr>
          <p:cNvPr id="202" name="Google Shape;202;g3fa3fcd0dc1_0_192"/>
          <p:cNvSpPr txBox="1"/>
          <p:nvPr>
            <p:ph type="title"/>
          </p:nvPr>
        </p:nvSpPr>
        <p:spPr>
          <a:xfrm>
            <a:off x="1852381" y="3721298"/>
            <a:ext cx="5670300" cy="439200"/>
          </a:xfrm>
          <a:prstGeom prst="rect">
            <a:avLst/>
          </a:prstGeom>
          <a:noFill/>
          <a:ln>
            <a:noFill/>
          </a:ln>
        </p:spPr>
        <p:txBody>
          <a:bodyPr anchorCtr="0" anchor="b" bIns="35425" lIns="70875" spcFirstLastPara="1" rIns="70875" wrap="square" tIns="35425">
            <a:normAutofit/>
          </a:bodyPr>
          <a:lstStyle>
            <a:lvl1pPr lvl="0" algn="l">
              <a:spcBef>
                <a:spcPts val="0"/>
              </a:spcBef>
              <a:spcAft>
                <a:spcPts val="0"/>
              </a:spcAft>
              <a:buClr>
                <a:schemeClr val="dk1"/>
              </a:buClr>
              <a:buSzPts val="2100"/>
              <a:buFont typeface="PT Serif"/>
              <a:buNone/>
              <a:defRPr b="1"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3" name="Google Shape;203;g3fa3fcd0dc1_0_192"/>
          <p:cNvSpPr/>
          <p:nvPr>
            <p:ph idx="2" type="pic"/>
          </p:nvPr>
        </p:nvSpPr>
        <p:spPr>
          <a:xfrm>
            <a:off x="1852381" y="475007"/>
            <a:ext cx="5670300" cy="3189600"/>
          </a:xfrm>
          <a:prstGeom prst="rect">
            <a:avLst/>
          </a:prstGeom>
          <a:noFill/>
          <a:ln>
            <a:noFill/>
          </a:ln>
        </p:spPr>
      </p:sp>
      <p:sp>
        <p:nvSpPr>
          <p:cNvPr id="204" name="Google Shape;204;g3fa3fcd0dc1_0_192"/>
          <p:cNvSpPr txBox="1"/>
          <p:nvPr>
            <p:ph idx="1" type="body"/>
          </p:nvPr>
        </p:nvSpPr>
        <p:spPr>
          <a:xfrm>
            <a:off x="1852381" y="4160619"/>
            <a:ext cx="5670300" cy="624000"/>
          </a:xfrm>
          <a:prstGeom prst="rect">
            <a:avLst/>
          </a:prstGeom>
          <a:noFill/>
          <a:ln>
            <a:noFill/>
          </a:ln>
        </p:spPr>
        <p:txBody>
          <a:bodyPr anchorCtr="0" anchor="t" bIns="35425" lIns="70875" spcFirstLastPara="1" rIns="70875" wrap="square" tIns="35425">
            <a:normAutofit/>
          </a:bodyPr>
          <a:lstStyle>
            <a:lvl1pPr indent="-228600" lvl="0" marL="457200" algn="l">
              <a:spcBef>
                <a:spcPts val="3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900"/>
              <a:buNone/>
              <a:defRPr sz="900"/>
            </a:lvl4pPr>
            <a:lvl5pPr indent="-228600" lvl="4" marL="2286000" algn="l">
              <a:spcBef>
                <a:spcPts val="200"/>
              </a:spcBef>
              <a:spcAft>
                <a:spcPts val="0"/>
              </a:spcAft>
              <a:buClr>
                <a:schemeClr val="dk1"/>
              </a:buClr>
              <a:buSzPts val="900"/>
              <a:buNone/>
              <a:defRPr sz="900"/>
            </a:lvl5pPr>
            <a:lvl6pPr indent="-228600" lvl="5" marL="2743200" algn="l">
              <a:spcBef>
                <a:spcPts val="200"/>
              </a:spcBef>
              <a:spcAft>
                <a:spcPts val="0"/>
              </a:spcAft>
              <a:buClr>
                <a:schemeClr val="dk1"/>
              </a:buClr>
              <a:buSzPts val="900"/>
              <a:buNone/>
              <a:defRPr sz="900"/>
            </a:lvl6pPr>
            <a:lvl7pPr indent="-228600" lvl="6" marL="3200400" algn="l">
              <a:spcBef>
                <a:spcPts val="200"/>
              </a:spcBef>
              <a:spcAft>
                <a:spcPts val="0"/>
              </a:spcAft>
              <a:buClr>
                <a:schemeClr val="dk1"/>
              </a:buClr>
              <a:buSzPts val="900"/>
              <a:buNone/>
              <a:defRPr sz="900"/>
            </a:lvl7pPr>
            <a:lvl8pPr indent="-228600" lvl="7" marL="3657600" algn="l">
              <a:spcBef>
                <a:spcPts val="200"/>
              </a:spcBef>
              <a:spcAft>
                <a:spcPts val="0"/>
              </a:spcAft>
              <a:buClr>
                <a:schemeClr val="dk1"/>
              </a:buClr>
              <a:buSzPts val="900"/>
              <a:buNone/>
              <a:defRPr sz="900"/>
            </a:lvl8pPr>
            <a:lvl9pPr indent="-228600" lvl="8" marL="4114800" algn="l">
              <a:spcBef>
                <a:spcPts val="200"/>
              </a:spcBef>
              <a:spcAft>
                <a:spcPts val="0"/>
              </a:spcAft>
              <a:buClr>
                <a:schemeClr val="dk1"/>
              </a:buClr>
              <a:buSzPts val="900"/>
              <a:buNone/>
              <a:defRPr sz="900"/>
            </a:lvl9pPr>
          </a:lstStyle>
          <a:p/>
        </p:txBody>
      </p:sp>
      <p:sp>
        <p:nvSpPr>
          <p:cNvPr id="205" name="Google Shape;205;g3fa3fcd0dc1_0_192"/>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06" name="Google Shape;206;g3fa3fcd0dc1_0_192"/>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07" name="Google Shape;207;g3fa3fcd0dc1_0_192"/>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8" name="Shape 208"/>
        <p:cNvGrpSpPr/>
        <p:nvPr/>
      </p:nvGrpSpPr>
      <p:grpSpPr>
        <a:xfrm>
          <a:off x="0" y="0"/>
          <a:ext cx="0" cy="0"/>
          <a:chOff x="0" y="0"/>
          <a:chExt cx="0" cy="0"/>
        </a:xfrm>
      </p:grpSpPr>
      <p:sp>
        <p:nvSpPr>
          <p:cNvPr id="209" name="Google Shape;209;g3fa3fcd0dc1_0_199"/>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0" name="Google Shape;210;g3fa3fcd0dc1_0_199"/>
          <p:cNvSpPr txBox="1"/>
          <p:nvPr>
            <p:ph idx="1" type="body"/>
          </p:nvPr>
        </p:nvSpPr>
        <p:spPr>
          <a:xfrm rot="5400000">
            <a:off x="2971007" y="-1258116"/>
            <a:ext cx="3508500" cy="85056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11" name="Google Shape;211;g3fa3fcd0dc1_0_199"/>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2" name="Google Shape;212;g3fa3fcd0dc1_0_199"/>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3" name="Google Shape;213;g3fa3fcd0dc1_0_199"/>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4" name="Shape 214"/>
        <p:cNvGrpSpPr/>
        <p:nvPr/>
      </p:nvGrpSpPr>
      <p:grpSpPr>
        <a:xfrm>
          <a:off x="0" y="0"/>
          <a:ext cx="0" cy="0"/>
          <a:chOff x="0" y="0"/>
          <a:chExt cx="0" cy="0"/>
        </a:xfrm>
      </p:grpSpPr>
      <p:sp>
        <p:nvSpPr>
          <p:cNvPr id="215" name="Google Shape;215;g3fa3fcd0dc1_0_205"/>
          <p:cNvSpPr txBox="1"/>
          <p:nvPr>
            <p:ph type="title"/>
          </p:nvPr>
        </p:nvSpPr>
        <p:spPr>
          <a:xfrm rot="5400000">
            <a:off x="5646857" y="1417692"/>
            <a:ext cx="4536000" cy="2126400"/>
          </a:xfrm>
          <a:prstGeom prst="rect">
            <a:avLst/>
          </a:prstGeom>
          <a:noFill/>
          <a:ln>
            <a:noFill/>
          </a:ln>
        </p:spPr>
        <p:txBody>
          <a:bodyPr anchorCtr="0" anchor="ctr" bIns="35425" lIns="70875" spcFirstLastPara="1" rIns="70875" wrap="square" tIns="354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g3fa3fcd0dc1_0_205"/>
          <p:cNvSpPr txBox="1"/>
          <p:nvPr>
            <p:ph idx="1" type="body"/>
          </p:nvPr>
        </p:nvSpPr>
        <p:spPr>
          <a:xfrm rot="5400000">
            <a:off x="1315315" y="-629958"/>
            <a:ext cx="4536000" cy="6221700"/>
          </a:xfrm>
          <a:prstGeom prst="rect">
            <a:avLst/>
          </a:prstGeom>
          <a:noFill/>
          <a:ln>
            <a:noFill/>
          </a:ln>
        </p:spPr>
        <p:txBody>
          <a:bodyPr anchorCtr="0" anchor="t" bIns="35425" lIns="70875" spcFirstLastPara="1" rIns="70875" wrap="square" tIns="354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217" name="Google Shape;217;g3fa3fcd0dc1_0_205"/>
          <p:cNvSpPr txBox="1"/>
          <p:nvPr>
            <p:ph idx="10" type="dt"/>
          </p:nvPr>
        </p:nvSpPr>
        <p:spPr>
          <a:xfrm>
            <a:off x="472529" y="4927276"/>
            <a:ext cx="2205000" cy="282900"/>
          </a:xfrm>
          <a:prstGeom prst="rect">
            <a:avLst/>
          </a:prstGeom>
          <a:noFill/>
          <a:ln>
            <a:noFill/>
          </a:ln>
        </p:spPr>
        <p:txBody>
          <a:bodyPr anchorCtr="0" anchor="ctr" bIns="35425" lIns="70875" spcFirstLastPara="1" rIns="70875" wrap="square" tIns="3542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8" name="Google Shape;218;g3fa3fcd0dc1_0_205"/>
          <p:cNvSpPr txBox="1"/>
          <p:nvPr>
            <p:ph idx="11" type="ftr"/>
          </p:nvPr>
        </p:nvSpPr>
        <p:spPr>
          <a:xfrm>
            <a:off x="3228950" y="4927276"/>
            <a:ext cx="2992800" cy="282900"/>
          </a:xfrm>
          <a:prstGeom prst="rect">
            <a:avLst/>
          </a:prstGeom>
          <a:noFill/>
          <a:ln>
            <a:noFill/>
          </a:ln>
        </p:spPr>
        <p:txBody>
          <a:bodyPr anchorCtr="0" anchor="ctr" bIns="35425" lIns="70875" spcFirstLastPara="1" rIns="70875" wrap="square" tIns="3542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9" name="Google Shape;219;g3fa3fcd0dc1_0_205"/>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p:cSld name="TITLE_1">
    <p:bg>
      <p:bgPr>
        <a:solidFill>
          <a:srgbClr val="E6F5F1"/>
        </a:solidFill>
      </p:bgPr>
    </p:bg>
    <p:spTree>
      <p:nvGrpSpPr>
        <p:cNvPr id="220" name="Shape 220"/>
        <p:cNvGrpSpPr/>
        <p:nvPr/>
      </p:nvGrpSpPr>
      <p:grpSpPr>
        <a:xfrm>
          <a:off x="0" y="0"/>
          <a:ext cx="0" cy="0"/>
          <a:chOff x="0" y="0"/>
          <a:chExt cx="0" cy="0"/>
        </a:xfrm>
      </p:grpSpPr>
      <p:sp>
        <p:nvSpPr>
          <p:cNvPr id="221" name="Google Shape;221;g3fa3fcd0dc1_0_211"/>
          <p:cNvSpPr txBox="1"/>
          <p:nvPr>
            <p:ph type="title"/>
          </p:nvPr>
        </p:nvSpPr>
        <p:spPr>
          <a:xfrm>
            <a:off x="504000" y="28800"/>
            <a:ext cx="9071400" cy="13410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22" name="Google Shape;222;g3fa3fcd0dc1_0_211"/>
          <p:cNvSpPr txBox="1"/>
          <p:nvPr>
            <p:ph idx="11" type="ftr"/>
          </p:nvPr>
        </p:nvSpPr>
        <p:spPr>
          <a:xfrm>
            <a:off x="3447360" y="5165280"/>
            <a:ext cx="3194700" cy="3903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23" name="Google Shape;223;g3fa3fcd0dc1_0_211"/>
          <p:cNvSpPr txBox="1"/>
          <p:nvPr>
            <p:ph idx="12" type="sldNum"/>
          </p:nvPr>
        </p:nvSpPr>
        <p:spPr>
          <a:xfrm>
            <a:off x="7227360" y="5165280"/>
            <a:ext cx="2347800" cy="3903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24" name="Google Shape;224;g3fa3fcd0dc1_0_211"/>
          <p:cNvSpPr txBox="1"/>
          <p:nvPr>
            <p:ph idx="10" type="dt"/>
          </p:nvPr>
        </p:nvSpPr>
        <p:spPr>
          <a:xfrm>
            <a:off x="504000" y="5165280"/>
            <a:ext cx="2347800" cy="390300"/>
          </a:xfrm>
          <a:prstGeom prst="rect">
            <a:avLst/>
          </a:prstGeom>
          <a:noFill/>
          <a:ln>
            <a:noFill/>
          </a:ln>
        </p:spPr>
        <p:txBody>
          <a:bodyPr anchorCtr="0" anchor="t" bIns="0" lIns="0" spcFirstLastPara="1" rIns="0" wrap="square" tIns="0">
            <a:noAutofit/>
          </a:bodyPr>
          <a:lstStyle>
            <a:lvl1pPr lvl="0" marR="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25" name="Google Shape;225;g3fa3fcd0dc1_0_211"/>
          <p:cNvSpPr txBox="1"/>
          <p:nvPr>
            <p:ph idx="1" type="body"/>
          </p:nvPr>
        </p:nvSpPr>
        <p:spPr>
          <a:xfrm>
            <a:off x="504000" y="1326600"/>
            <a:ext cx="9072000" cy="3288600"/>
          </a:xfrm>
          <a:prstGeom prst="rect">
            <a:avLst/>
          </a:prstGeom>
          <a:noFill/>
          <a:ln>
            <a:noFill/>
          </a:ln>
        </p:spPr>
        <p:txBody>
          <a:bodyPr anchorCtr="0" anchor="t" bIns="0" lIns="0" spcFirstLastPara="1" rIns="0" wrap="square" tIns="0">
            <a:normAutofit/>
          </a:bodyPr>
          <a:lstStyle>
            <a:lvl1pPr indent="-320040" lvl="0" marL="457200" marR="0" algn="l">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61950" lvl="1" marL="914400" marR="0" algn="l">
              <a:spcBef>
                <a:spcPts val="1134"/>
              </a:spcBef>
              <a:spcAft>
                <a:spcPts val="0"/>
              </a:spcAft>
              <a:buClr>
                <a:srgbClr val="000000"/>
              </a:buClr>
              <a:buSzPts val="2100"/>
              <a:buFont typeface="Noto Sans Symbols"/>
              <a:buChar char="−"/>
              <a:defRPr b="0" i="0" sz="2800" u="none" cap="none" strike="noStrike">
                <a:solidFill>
                  <a:srgbClr val="000000"/>
                </a:solidFill>
                <a:latin typeface="Arial"/>
                <a:ea typeface="Arial"/>
                <a:cs typeface="Arial"/>
                <a:sym typeface="Arial"/>
              </a:defRPr>
            </a:lvl2pPr>
            <a:lvl3pPr indent="-297180" lvl="2" marL="1371600" marR="0" algn="l">
              <a:spcBef>
                <a:spcPts val="850"/>
              </a:spcBef>
              <a:spcAft>
                <a:spcPts val="0"/>
              </a:spcAft>
              <a:buClr>
                <a:srgbClr val="000000"/>
              </a:buClr>
              <a:buSzPts val="1080"/>
              <a:buFont typeface="Noto Sans Symbols"/>
              <a:buChar char="●"/>
              <a:defRPr b="0" i="0" sz="2400" u="none" cap="none" strike="noStrike">
                <a:solidFill>
                  <a:srgbClr val="000000"/>
                </a:solidFill>
                <a:latin typeface="Arial"/>
                <a:ea typeface="Arial"/>
                <a:cs typeface="Arial"/>
                <a:sym typeface="Arial"/>
              </a:defRPr>
            </a:lvl3pPr>
            <a:lvl4pPr indent="-323850" lvl="3" marL="1828800" marR="0" algn="l">
              <a:spcBef>
                <a:spcPts val="567"/>
              </a:spcBef>
              <a:spcAft>
                <a:spcPts val="0"/>
              </a:spcAft>
              <a:buClr>
                <a:srgbClr val="000000"/>
              </a:buClr>
              <a:buSzPts val="1500"/>
              <a:buFont typeface="Noto Sans Symbols"/>
              <a:buChar char="−"/>
              <a:defRPr b="0" i="0" sz="2000" u="none" cap="none" strike="noStrike">
                <a:solidFill>
                  <a:srgbClr val="000000"/>
                </a:solidFill>
                <a:latin typeface="Arial"/>
                <a:ea typeface="Arial"/>
                <a:cs typeface="Arial"/>
                <a:sym typeface="Arial"/>
              </a:defRPr>
            </a:lvl4pPr>
            <a:lvl5pPr indent="-285750" lvl="4" marL="22860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5pPr>
            <a:lvl6pPr indent="-285750" lvl="5" marL="27432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6pPr>
            <a:lvl7pPr indent="-285750" lvl="6" marL="32004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1" type="tx">
  <p:cSld name="TITLE_AND_BODY">
    <p:bg>
      <p:bgPr>
        <a:solidFill>
          <a:srgbClr val="E6F5F1"/>
        </a:solidFill>
      </p:bgPr>
    </p:bg>
    <p:spTree>
      <p:nvGrpSpPr>
        <p:cNvPr id="226" name="Shape 226"/>
        <p:cNvGrpSpPr/>
        <p:nvPr/>
      </p:nvGrpSpPr>
      <p:grpSpPr>
        <a:xfrm>
          <a:off x="0" y="0"/>
          <a:ext cx="0" cy="0"/>
          <a:chOff x="0" y="0"/>
          <a:chExt cx="0" cy="0"/>
        </a:xfrm>
      </p:grpSpPr>
      <p:sp>
        <p:nvSpPr>
          <p:cNvPr id="227" name="Google Shape;227;g3fa3fcd0dc1_0_217"/>
          <p:cNvSpPr txBox="1"/>
          <p:nvPr>
            <p:ph type="title"/>
          </p:nvPr>
        </p:nvSpPr>
        <p:spPr>
          <a:xfrm>
            <a:off x="504000" y="28800"/>
            <a:ext cx="9071400" cy="13410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28" name="Google Shape;228;g3fa3fcd0dc1_0_217"/>
          <p:cNvSpPr txBox="1"/>
          <p:nvPr>
            <p:ph idx="1" type="body"/>
          </p:nvPr>
        </p:nvSpPr>
        <p:spPr>
          <a:xfrm>
            <a:off x="504000" y="1326600"/>
            <a:ext cx="9071400" cy="3288000"/>
          </a:xfrm>
          <a:prstGeom prst="rect">
            <a:avLst/>
          </a:prstGeom>
          <a:noFill/>
          <a:ln>
            <a:noFill/>
          </a:ln>
        </p:spPr>
        <p:txBody>
          <a:bodyPr anchorCtr="0" anchor="t" bIns="0" lIns="0" spcFirstLastPara="1" rIns="0" wrap="square" tIns="0">
            <a:normAutofit/>
          </a:bodyPr>
          <a:lstStyle>
            <a:lvl1pPr indent="-320040" lvl="0" marL="457200" marR="0" algn="l">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81000" lvl="1" marL="914400" marR="0" algn="l">
              <a:spcBef>
                <a:spcPts val="1134"/>
              </a:spcBef>
              <a:spcAft>
                <a:spcPts val="0"/>
              </a:spcAft>
              <a:buClr>
                <a:srgbClr val="000000"/>
              </a:buClr>
              <a:buSzPts val="2400"/>
              <a:buFont typeface="Noto Sans Symbols"/>
              <a:buChar char="−"/>
              <a:defRPr b="0" i="0" sz="3200" u="none" cap="none" strike="noStrike">
                <a:solidFill>
                  <a:srgbClr val="000000"/>
                </a:solidFill>
                <a:latin typeface="Arial"/>
                <a:ea typeface="Arial"/>
                <a:cs typeface="Arial"/>
                <a:sym typeface="Arial"/>
              </a:defRPr>
            </a:lvl2pPr>
            <a:lvl3pPr indent="-320040" lvl="2" marL="1371600" marR="0" algn="l">
              <a:spcBef>
                <a:spcPts val="850"/>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3pPr>
            <a:lvl4pPr indent="-381000" lvl="3" marL="1828800" marR="0" algn="l">
              <a:spcBef>
                <a:spcPts val="567"/>
              </a:spcBef>
              <a:spcAft>
                <a:spcPts val="0"/>
              </a:spcAft>
              <a:buClr>
                <a:srgbClr val="000000"/>
              </a:buClr>
              <a:buSzPts val="2400"/>
              <a:buFont typeface="Noto Sans Symbols"/>
              <a:buChar char="−"/>
              <a:defRPr b="0" i="0" sz="3200" u="none" cap="none" strike="noStrike">
                <a:solidFill>
                  <a:srgbClr val="000000"/>
                </a:solidFill>
                <a:latin typeface="Arial"/>
                <a:ea typeface="Arial"/>
                <a:cs typeface="Arial"/>
                <a:sym typeface="Arial"/>
              </a:defRPr>
            </a:lvl4pPr>
            <a:lvl5pPr indent="-320040" lvl="4" marL="2286000" marR="0" algn="l">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5pPr>
            <a:lvl6pPr indent="-320040" lvl="5" marL="2743200" marR="0" algn="l">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6pPr>
            <a:lvl7pPr indent="-320040" lvl="6" marL="3200400" marR="0" algn="l">
              <a:spcBef>
                <a:spcPts val="283"/>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
        <p:nvSpPr>
          <p:cNvPr id="229" name="Google Shape;229;g3fa3fcd0dc1_0_217"/>
          <p:cNvSpPr txBox="1"/>
          <p:nvPr>
            <p:ph idx="11" type="ftr"/>
          </p:nvPr>
        </p:nvSpPr>
        <p:spPr>
          <a:xfrm>
            <a:off x="3447360" y="5165280"/>
            <a:ext cx="3194700" cy="3903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0" name="Google Shape;230;g3fa3fcd0dc1_0_217"/>
          <p:cNvSpPr txBox="1"/>
          <p:nvPr>
            <p:ph idx="12" type="sldNum"/>
          </p:nvPr>
        </p:nvSpPr>
        <p:spPr>
          <a:xfrm>
            <a:off x="7227360" y="5165280"/>
            <a:ext cx="2347800" cy="3903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31" name="Google Shape;231;g3fa3fcd0dc1_0_217"/>
          <p:cNvSpPr txBox="1"/>
          <p:nvPr>
            <p:ph idx="10" type="dt"/>
          </p:nvPr>
        </p:nvSpPr>
        <p:spPr>
          <a:xfrm>
            <a:off x="504000" y="5165280"/>
            <a:ext cx="2347800" cy="390300"/>
          </a:xfrm>
          <a:prstGeom prst="rect">
            <a:avLst/>
          </a:prstGeom>
          <a:noFill/>
          <a:ln>
            <a:noFill/>
          </a:ln>
        </p:spPr>
        <p:txBody>
          <a:bodyPr anchorCtr="0" anchor="t" bIns="0" lIns="0" spcFirstLastPara="1" rIns="0" wrap="square" tIns="0">
            <a:noAutofit/>
          </a:bodyPr>
          <a:lstStyle>
            <a:lvl1pPr lvl="0" marR="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determinado 2">
  <p:cSld name="BLANK_1">
    <p:bg>
      <p:bgPr>
        <a:solidFill>
          <a:srgbClr val="E6F5F1"/>
        </a:solidFill>
      </p:bgPr>
    </p:bg>
    <p:spTree>
      <p:nvGrpSpPr>
        <p:cNvPr id="232" name="Shape 232"/>
        <p:cNvGrpSpPr/>
        <p:nvPr/>
      </p:nvGrpSpPr>
      <p:grpSpPr>
        <a:xfrm>
          <a:off x="0" y="0"/>
          <a:ext cx="0" cy="0"/>
          <a:chOff x="0" y="0"/>
          <a:chExt cx="0" cy="0"/>
        </a:xfrm>
      </p:grpSpPr>
      <p:sp>
        <p:nvSpPr>
          <p:cNvPr id="233" name="Google Shape;233;g3fa3fcd0dc1_0_223"/>
          <p:cNvSpPr txBox="1"/>
          <p:nvPr>
            <p:ph idx="11" type="ftr"/>
          </p:nvPr>
        </p:nvSpPr>
        <p:spPr>
          <a:xfrm>
            <a:off x="3447360" y="5165280"/>
            <a:ext cx="3194700" cy="3903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4" name="Google Shape;234;g3fa3fcd0dc1_0_223"/>
          <p:cNvSpPr txBox="1"/>
          <p:nvPr>
            <p:ph idx="12" type="sldNum"/>
          </p:nvPr>
        </p:nvSpPr>
        <p:spPr>
          <a:xfrm>
            <a:off x="7227360" y="5165280"/>
            <a:ext cx="2347800" cy="3903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
        <p:nvSpPr>
          <p:cNvPr id="235" name="Google Shape;235;g3fa3fcd0dc1_0_223"/>
          <p:cNvSpPr txBox="1"/>
          <p:nvPr>
            <p:ph idx="10" type="dt"/>
          </p:nvPr>
        </p:nvSpPr>
        <p:spPr>
          <a:xfrm>
            <a:off x="504000" y="5165280"/>
            <a:ext cx="2347800" cy="390300"/>
          </a:xfrm>
          <a:prstGeom prst="rect">
            <a:avLst/>
          </a:prstGeom>
          <a:noFill/>
          <a:ln>
            <a:noFill/>
          </a:ln>
        </p:spPr>
        <p:txBody>
          <a:bodyPr anchorCtr="0" anchor="t" bIns="0" lIns="0" spcFirstLastPara="1" rIns="0" wrap="square" tIns="0">
            <a:noAutofit/>
          </a:bodyPr>
          <a:lstStyle>
            <a:lvl1pPr lvl="0" marR="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36" name="Google Shape;236;g3fa3fcd0dc1_0_223"/>
          <p:cNvSpPr txBox="1"/>
          <p:nvPr>
            <p:ph type="title"/>
          </p:nvPr>
        </p:nvSpPr>
        <p:spPr>
          <a:xfrm>
            <a:off x="504000" y="226080"/>
            <a:ext cx="9072000" cy="946500"/>
          </a:xfrm>
          <a:prstGeom prst="rect">
            <a:avLst/>
          </a:prstGeom>
          <a:noFill/>
          <a:ln>
            <a:noFill/>
          </a:ln>
        </p:spPr>
        <p:txBody>
          <a:bodyPr anchorCtr="0" anchor="ctr" bIns="0" lIns="0" spcFirstLastPara="1" rIns="0" wrap="square" tIns="0">
            <a:noAutofit/>
          </a:bodyPr>
          <a:lstStyle>
            <a:lvl1pPr lvl="0" marR="0" algn="ctr">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237" name="Google Shape;237;g3fa3fcd0dc1_0_223"/>
          <p:cNvSpPr txBox="1"/>
          <p:nvPr>
            <p:ph idx="1" type="body"/>
          </p:nvPr>
        </p:nvSpPr>
        <p:spPr>
          <a:xfrm>
            <a:off x="504000" y="1326600"/>
            <a:ext cx="9072000" cy="3288600"/>
          </a:xfrm>
          <a:prstGeom prst="rect">
            <a:avLst/>
          </a:prstGeom>
          <a:noFill/>
          <a:ln>
            <a:noFill/>
          </a:ln>
        </p:spPr>
        <p:txBody>
          <a:bodyPr anchorCtr="0" anchor="t" bIns="0" lIns="0" spcFirstLastPara="1" rIns="0" wrap="square" tIns="0">
            <a:normAutofit/>
          </a:bodyPr>
          <a:lstStyle>
            <a:lvl1pPr indent="-320040" lvl="0" marL="457200" marR="0" algn="l">
              <a:spcBef>
                <a:spcPts val="1417"/>
              </a:spcBef>
              <a:spcAft>
                <a:spcPts val="0"/>
              </a:spcAft>
              <a:buClr>
                <a:srgbClr val="000000"/>
              </a:buClr>
              <a:buSzPts val="1440"/>
              <a:buFont typeface="Noto Sans Symbols"/>
              <a:buChar char="●"/>
              <a:defRPr b="0" i="0" sz="3200" u="none" cap="none" strike="noStrike">
                <a:solidFill>
                  <a:srgbClr val="000000"/>
                </a:solidFill>
                <a:latin typeface="Arial"/>
                <a:ea typeface="Arial"/>
                <a:cs typeface="Arial"/>
                <a:sym typeface="Arial"/>
              </a:defRPr>
            </a:lvl1pPr>
            <a:lvl2pPr indent="-361950" lvl="1" marL="914400" marR="0" algn="l">
              <a:spcBef>
                <a:spcPts val="1134"/>
              </a:spcBef>
              <a:spcAft>
                <a:spcPts val="0"/>
              </a:spcAft>
              <a:buClr>
                <a:srgbClr val="000000"/>
              </a:buClr>
              <a:buSzPts val="2100"/>
              <a:buFont typeface="Noto Sans Symbols"/>
              <a:buChar char="−"/>
              <a:defRPr b="0" i="0" sz="2800" u="none" cap="none" strike="noStrike">
                <a:solidFill>
                  <a:srgbClr val="000000"/>
                </a:solidFill>
                <a:latin typeface="Arial"/>
                <a:ea typeface="Arial"/>
                <a:cs typeface="Arial"/>
                <a:sym typeface="Arial"/>
              </a:defRPr>
            </a:lvl2pPr>
            <a:lvl3pPr indent="-297180" lvl="2" marL="1371600" marR="0" algn="l">
              <a:spcBef>
                <a:spcPts val="850"/>
              </a:spcBef>
              <a:spcAft>
                <a:spcPts val="0"/>
              </a:spcAft>
              <a:buClr>
                <a:srgbClr val="000000"/>
              </a:buClr>
              <a:buSzPts val="1080"/>
              <a:buFont typeface="Noto Sans Symbols"/>
              <a:buChar char="●"/>
              <a:defRPr b="0" i="0" sz="2400" u="none" cap="none" strike="noStrike">
                <a:solidFill>
                  <a:srgbClr val="000000"/>
                </a:solidFill>
                <a:latin typeface="Arial"/>
                <a:ea typeface="Arial"/>
                <a:cs typeface="Arial"/>
                <a:sym typeface="Arial"/>
              </a:defRPr>
            </a:lvl3pPr>
            <a:lvl4pPr indent="-323850" lvl="3" marL="1828800" marR="0" algn="l">
              <a:spcBef>
                <a:spcPts val="567"/>
              </a:spcBef>
              <a:spcAft>
                <a:spcPts val="0"/>
              </a:spcAft>
              <a:buClr>
                <a:srgbClr val="000000"/>
              </a:buClr>
              <a:buSzPts val="1500"/>
              <a:buFont typeface="Noto Sans Symbols"/>
              <a:buChar char="−"/>
              <a:defRPr b="0" i="0" sz="2000" u="none" cap="none" strike="noStrike">
                <a:solidFill>
                  <a:srgbClr val="000000"/>
                </a:solidFill>
                <a:latin typeface="Arial"/>
                <a:ea typeface="Arial"/>
                <a:cs typeface="Arial"/>
                <a:sym typeface="Arial"/>
              </a:defRPr>
            </a:lvl4pPr>
            <a:lvl5pPr indent="-285750" lvl="4" marL="22860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5pPr>
            <a:lvl6pPr indent="-285750" lvl="5" marL="27432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6pPr>
            <a:lvl7pPr indent="-285750" lvl="6" marL="3200400" marR="0" algn="l">
              <a:spcBef>
                <a:spcPts val="283"/>
              </a:spcBef>
              <a:spcAft>
                <a:spcPts val="0"/>
              </a:spcAft>
              <a:buClr>
                <a:srgbClr val="000000"/>
              </a:buClr>
              <a:buSzPts val="900"/>
              <a:buFont typeface="Noto Sans Symbols"/>
              <a:buChar char="●"/>
              <a:defRPr b="0" i="0" sz="2000" u="none" cap="none" strike="noStrike">
                <a:solidFill>
                  <a:srgbClr val="000000"/>
                </a:solidFill>
                <a:latin typeface="Arial"/>
                <a:ea typeface="Arial"/>
                <a:cs typeface="Arial"/>
                <a:sym typeface="Arial"/>
              </a:defRPr>
            </a:lvl7pPr>
            <a:lvl8pPr indent="-228600" lvl="7" marL="3657600" marR="0" algn="l">
              <a:spcBef>
                <a:spcPts val="400"/>
              </a:spcBef>
              <a:spcAft>
                <a:spcPts val="0"/>
              </a:spcAft>
              <a:buSzPts val="2100"/>
              <a:buNone/>
              <a:defRPr b="0" i="0" sz="1800" u="none" cap="none" strike="noStrike"/>
            </a:lvl8pPr>
            <a:lvl9pPr indent="-228600" lvl="8" marL="4114800" marR="0" algn="l">
              <a:spcBef>
                <a:spcPts val="400"/>
              </a:spcBef>
              <a:spcAft>
                <a:spcPts val="0"/>
              </a:spcAft>
              <a:buSzPts val="21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fa3fcd0dc1_0_0"/>
          <p:cNvSpPr txBox="1"/>
          <p:nvPr>
            <p:ph type="title"/>
          </p:nvPr>
        </p:nvSpPr>
        <p:spPr>
          <a:xfrm>
            <a:off x="472529" y="212892"/>
            <a:ext cx="8505600" cy="885900"/>
          </a:xfrm>
          <a:prstGeom prst="rect">
            <a:avLst/>
          </a:prstGeom>
          <a:noFill/>
          <a:ln>
            <a:noFill/>
          </a:ln>
        </p:spPr>
        <p:txBody>
          <a:bodyPr anchorCtr="0" anchor="ctr" bIns="35425" lIns="70875" spcFirstLastPara="1" rIns="70875" wrap="square" tIns="35425">
            <a:normAutofit/>
          </a:bodyPr>
          <a:lstStyle>
            <a:lvl1pPr lvl="0" marR="0" rtl="0" algn="ctr">
              <a:spcBef>
                <a:spcPts val="0"/>
              </a:spcBef>
              <a:spcAft>
                <a:spcPts val="0"/>
              </a:spcAft>
              <a:buClr>
                <a:schemeClr val="dk1"/>
              </a:buClr>
              <a:buSzPts val="4500"/>
              <a:buFont typeface="PT Serif"/>
              <a:buNone/>
              <a:defRPr b="1" i="0" sz="4500" u="none" cap="none" strike="noStrike">
                <a:solidFill>
                  <a:schemeClr val="dk1"/>
                </a:solidFill>
                <a:latin typeface="PT Serif"/>
                <a:ea typeface="PT Serif"/>
                <a:cs typeface="PT Serif"/>
                <a:sym typeface="PT Serif"/>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g3fa3fcd0dc1_0_0"/>
          <p:cNvSpPr txBox="1"/>
          <p:nvPr>
            <p:ph idx="1" type="body"/>
          </p:nvPr>
        </p:nvSpPr>
        <p:spPr>
          <a:xfrm>
            <a:off x="472529" y="1240434"/>
            <a:ext cx="8505600" cy="3508500"/>
          </a:xfrm>
          <a:prstGeom prst="rect">
            <a:avLst/>
          </a:prstGeom>
          <a:noFill/>
          <a:ln>
            <a:noFill/>
          </a:ln>
        </p:spPr>
        <p:txBody>
          <a:bodyPr anchorCtr="0" anchor="t" bIns="35425" lIns="70875" spcFirstLastPara="1" rIns="70875" wrap="square" tIns="35425">
            <a:normAutofit/>
          </a:bodyPr>
          <a:lstStyle>
            <a:lvl1pPr indent="-438150" lvl="0" marL="457200" marR="0" rtl="0" algn="l">
              <a:spcBef>
                <a:spcPts val="700"/>
              </a:spcBef>
              <a:spcAft>
                <a:spcPts val="0"/>
              </a:spcAft>
              <a:buClr>
                <a:schemeClr val="dk1"/>
              </a:buClr>
              <a:buSzPts val="3300"/>
              <a:buFont typeface="Arial"/>
              <a:buChar char="•"/>
              <a:defRPr b="0" i="0" sz="3300" u="none" cap="none" strike="noStrike">
                <a:solidFill>
                  <a:schemeClr val="dk1"/>
                </a:solidFill>
                <a:latin typeface="PT Sans"/>
                <a:ea typeface="PT Sans"/>
                <a:cs typeface="PT Sans"/>
                <a:sym typeface="PT Sans"/>
              </a:defRPr>
            </a:lvl1pPr>
            <a:lvl2pPr indent="-412750" lvl="1" marL="914400" marR="0" rtl="0" algn="l">
              <a:spcBef>
                <a:spcPts val="600"/>
              </a:spcBef>
              <a:spcAft>
                <a:spcPts val="0"/>
              </a:spcAft>
              <a:buClr>
                <a:schemeClr val="dk1"/>
              </a:buClr>
              <a:buSzPts val="2900"/>
              <a:buFont typeface="Arial"/>
              <a:buChar char="–"/>
              <a:defRPr b="0" i="0" sz="2900" u="none" cap="none" strike="noStrike">
                <a:solidFill>
                  <a:schemeClr val="dk1"/>
                </a:solidFill>
                <a:latin typeface="PT Sans"/>
                <a:ea typeface="PT Sans"/>
                <a:cs typeface="PT Sans"/>
                <a:sym typeface="PT Sans"/>
              </a:defRPr>
            </a:lvl2pPr>
            <a:lvl3pPr indent="-387350" lvl="2" marL="1371600" marR="0" rtl="0" algn="l">
              <a:spcBef>
                <a:spcPts val="500"/>
              </a:spcBef>
              <a:spcAft>
                <a:spcPts val="0"/>
              </a:spcAft>
              <a:buClr>
                <a:schemeClr val="dk1"/>
              </a:buClr>
              <a:buSzPts val="2500"/>
              <a:buFont typeface="Arial"/>
              <a:buChar char="•"/>
              <a:defRPr b="0" i="0" sz="2500" u="none" cap="none" strike="noStrike">
                <a:solidFill>
                  <a:schemeClr val="dk1"/>
                </a:solidFill>
                <a:latin typeface="PT Sans"/>
                <a:ea typeface="PT Sans"/>
                <a:cs typeface="PT Sans"/>
                <a:sym typeface="PT Sans"/>
              </a:defRPr>
            </a:lvl3pPr>
            <a:lvl4pPr indent="-361950" lvl="3" marL="1828800" marR="0" rtl="0" algn="l">
              <a:spcBef>
                <a:spcPts val="400"/>
              </a:spcBef>
              <a:spcAft>
                <a:spcPts val="0"/>
              </a:spcAft>
              <a:buClr>
                <a:schemeClr val="dk1"/>
              </a:buClr>
              <a:buSzPts val="2100"/>
              <a:buFont typeface="Arial"/>
              <a:buChar char="–"/>
              <a:defRPr b="0" i="0" sz="2100" u="none" cap="none" strike="noStrike">
                <a:solidFill>
                  <a:schemeClr val="dk1"/>
                </a:solidFill>
                <a:latin typeface="PT Sans"/>
                <a:ea typeface="PT Sans"/>
                <a:cs typeface="PT Sans"/>
                <a:sym typeface="PT Sans"/>
              </a:defRPr>
            </a:lvl4pPr>
            <a:lvl5pPr indent="-361950" lvl="4" marL="2286000" marR="0" rtl="0" algn="l">
              <a:spcBef>
                <a:spcPts val="400"/>
              </a:spcBef>
              <a:spcAft>
                <a:spcPts val="0"/>
              </a:spcAft>
              <a:buClr>
                <a:schemeClr val="dk1"/>
              </a:buClr>
              <a:buSzPts val="2100"/>
              <a:buFont typeface="Arial"/>
              <a:buChar char="»"/>
              <a:defRPr b="0" i="0" sz="2100" u="none" cap="none" strike="noStrike">
                <a:solidFill>
                  <a:schemeClr val="dk1"/>
                </a:solidFill>
                <a:latin typeface="PT Sans"/>
                <a:ea typeface="PT Sans"/>
                <a:cs typeface="PT Sans"/>
                <a:sym typeface="PT Sans"/>
              </a:defRPr>
            </a:lvl5pPr>
            <a:lvl6pPr indent="-361950" lvl="5" marL="2743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6pPr>
            <a:lvl7pPr indent="-361950" lvl="6" marL="3200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7pPr>
            <a:lvl8pPr indent="-361950" lvl="7" marL="36576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8pPr>
            <a:lvl9pPr indent="-361950" lvl="8" marL="41148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9pPr>
          </a:lstStyle>
          <a:p/>
        </p:txBody>
      </p:sp>
      <p:sp>
        <p:nvSpPr>
          <p:cNvPr id="12" name="Google Shape;12;g3fa3fcd0dc1_0_0"/>
          <p:cNvSpPr txBox="1"/>
          <p:nvPr>
            <p:ph idx="12" type="sldNum"/>
          </p:nvPr>
        </p:nvSpPr>
        <p:spPr>
          <a:xfrm>
            <a:off x="6772920" y="4927276"/>
            <a:ext cx="2205000" cy="282900"/>
          </a:xfrm>
          <a:prstGeom prst="rect">
            <a:avLst/>
          </a:prstGeom>
          <a:noFill/>
          <a:ln>
            <a:noFill/>
          </a:ln>
        </p:spPr>
        <p:txBody>
          <a:bodyPr anchorCtr="0" anchor="ctr" bIns="35425" lIns="70875" spcFirstLastPara="1" rIns="70875" wrap="square" tIns="35425">
            <a:noAutofit/>
          </a:bodyPr>
          <a:lstStyle>
            <a:lvl1pPr indent="0" lvl="0" marL="0" marR="0" rtl="0" algn="r">
              <a:spcBef>
                <a:spcPts val="0"/>
              </a:spcBef>
              <a:buNone/>
              <a:defRPr b="0" i="0" sz="1200" u="none" cap="none" strike="noStrike">
                <a:solidFill>
                  <a:srgbClr val="888888"/>
                </a:solidFill>
                <a:latin typeface="PT Sans"/>
                <a:ea typeface="PT Sans"/>
                <a:cs typeface="PT Sans"/>
                <a:sym typeface="PT Sans"/>
              </a:defRPr>
            </a:lvl1pPr>
            <a:lvl2pPr indent="0" lvl="1" marL="0" marR="0" rtl="0" algn="r">
              <a:spcBef>
                <a:spcPts val="0"/>
              </a:spcBef>
              <a:buNone/>
              <a:defRPr b="0" i="0" sz="1200" u="none" cap="none" strike="noStrike">
                <a:solidFill>
                  <a:srgbClr val="888888"/>
                </a:solidFill>
                <a:latin typeface="PT Sans"/>
                <a:ea typeface="PT Sans"/>
                <a:cs typeface="PT Sans"/>
                <a:sym typeface="PT Sans"/>
              </a:defRPr>
            </a:lvl2pPr>
            <a:lvl3pPr indent="0" lvl="2" marL="0" marR="0" rtl="0" algn="r">
              <a:spcBef>
                <a:spcPts val="0"/>
              </a:spcBef>
              <a:buNone/>
              <a:defRPr b="0" i="0" sz="1200" u="none" cap="none" strike="noStrike">
                <a:solidFill>
                  <a:srgbClr val="888888"/>
                </a:solidFill>
                <a:latin typeface="PT Sans"/>
                <a:ea typeface="PT Sans"/>
                <a:cs typeface="PT Sans"/>
                <a:sym typeface="PT Sans"/>
              </a:defRPr>
            </a:lvl3pPr>
            <a:lvl4pPr indent="0" lvl="3" marL="0" marR="0" rtl="0" algn="r">
              <a:spcBef>
                <a:spcPts val="0"/>
              </a:spcBef>
              <a:buNone/>
              <a:defRPr b="0" i="0" sz="1200" u="none" cap="none" strike="noStrike">
                <a:solidFill>
                  <a:srgbClr val="888888"/>
                </a:solidFill>
                <a:latin typeface="PT Sans"/>
                <a:ea typeface="PT Sans"/>
                <a:cs typeface="PT Sans"/>
                <a:sym typeface="PT Sans"/>
              </a:defRPr>
            </a:lvl4pPr>
            <a:lvl5pPr indent="0" lvl="4" marL="0" marR="0" rtl="0" algn="r">
              <a:spcBef>
                <a:spcPts val="0"/>
              </a:spcBef>
              <a:buNone/>
              <a:defRPr b="0" i="0" sz="1200" u="none" cap="none" strike="noStrike">
                <a:solidFill>
                  <a:srgbClr val="888888"/>
                </a:solidFill>
                <a:latin typeface="PT Sans"/>
                <a:ea typeface="PT Sans"/>
                <a:cs typeface="PT Sans"/>
                <a:sym typeface="PT Sans"/>
              </a:defRPr>
            </a:lvl5pPr>
            <a:lvl6pPr indent="0" lvl="5" marL="0" marR="0" rtl="0" algn="r">
              <a:spcBef>
                <a:spcPts val="0"/>
              </a:spcBef>
              <a:buNone/>
              <a:defRPr b="0" i="0" sz="1200" u="none" cap="none" strike="noStrike">
                <a:solidFill>
                  <a:srgbClr val="888888"/>
                </a:solidFill>
                <a:latin typeface="PT Sans"/>
                <a:ea typeface="PT Sans"/>
                <a:cs typeface="PT Sans"/>
                <a:sym typeface="PT Sans"/>
              </a:defRPr>
            </a:lvl6pPr>
            <a:lvl7pPr indent="0" lvl="6" marL="0" marR="0" rtl="0" algn="r">
              <a:spcBef>
                <a:spcPts val="0"/>
              </a:spcBef>
              <a:buNone/>
              <a:defRPr b="0" i="0" sz="1200" u="none" cap="none" strike="noStrike">
                <a:solidFill>
                  <a:srgbClr val="888888"/>
                </a:solidFill>
                <a:latin typeface="PT Sans"/>
                <a:ea typeface="PT Sans"/>
                <a:cs typeface="PT Sans"/>
                <a:sym typeface="PT Sans"/>
              </a:defRPr>
            </a:lvl7pPr>
            <a:lvl8pPr indent="0" lvl="7" marL="0" marR="0" rtl="0" algn="r">
              <a:spcBef>
                <a:spcPts val="0"/>
              </a:spcBef>
              <a:buNone/>
              <a:defRPr b="0" i="0" sz="1200" u="none" cap="none" strike="noStrike">
                <a:solidFill>
                  <a:srgbClr val="888888"/>
                </a:solidFill>
                <a:latin typeface="PT Sans"/>
                <a:ea typeface="PT Sans"/>
                <a:cs typeface="PT Sans"/>
                <a:sym typeface="PT Sans"/>
              </a:defRPr>
            </a:lvl8pPr>
            <a:lvl9pPr indent="0" lvl="8" marL="0" marR="0" rtl="0" algn="r">
              <a:spcBef>
                <a:spcPts val="0"/>
              </a:spcBef>
              <a:buNone/>
              <a:defRPr b="0" i="0" sz="1200" u="none" cap="none" strike="noStrike">
                <a:solidFill>
                  <a:srgbClr val="888888"/>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git-scm.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code.visualstudio.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hyperlink" Target="https://unity.com/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 Id="rId3"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 Id="rId3"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5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5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 Id="rId3"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 Id="rId3" Type="http://schemas.openxmlformats.org/officeDocument/2006/relationships/image" Target="../media/image5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 Id="rId3"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 Id="rId3" Type="http://schemas.openxmlformats.org/officeDocument/2006/relationships/image" Target="../media/image6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Relationship Id="rId3" Type="http://schemas.openxmlformats.org/officeDocument/2006/relationships/image" Target="../media/image6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 Id="rId3" Type="http://schemas.openxmlformats.org/officeDocument/2006/relationships/image" Target="../media/image6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3.xml"/><Relationship Id="rId3" Type="http://schemas.openxmlformats.org/officeDocument/2006/relationships/image" Target="../media/image6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6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Relationship Id="rId3" Type="http://schemas.openxmlformats.org/officeDocument/2006/relationships/image" Target="../media/image6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 Id="rId3" Type="http://schemas.openxmlformats.org/officeDocument/2006/relationships/image" Target="../media/image7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 Id="rId3" Type="http://schemas.openxmlformats.org/officeDocument/2006/relationships/image" Target="../media/image6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Relationship Id="rId3" Type="http://schemas.openxmlformats.org/officeDocument/2006/relationships/image" Target="../media/image6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Relationship Id="rId3"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 Id="rId3" Type="http://schemas.openxmlformats.org/officeDocument/2006/relationships/image" Target="../media/image7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Relationship Id="rId3" Type="http://schemas.openxmlformats.org/officeDocument/2006/relationships/image" Target="../media/image7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2.xml"/><Relationship Id="rId3" Type="http://schemas.openxmlformats.org/officeDocument/2006/relationships/image" Target="../media/image7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 Id="rId3" Type="http://schemas.openxmlformats.org/officeDocument/2006/relationships/image" Target="../media/image7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Relationship Id="rId3" Type="http://schemas.openxmlformats.org/officeDocument/2006/relationships/image" Target="../media/image7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Relationship Id="rId3"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6.xml"/><Relationship Id="rId3" Type="http://schemas.openxmlformats.org/officeDocument/2006/relationships/image" Target="../media/image7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7.xml"/><Relationship Id="rId3" Type="http://schemas.openxmlformats.org/officeDocument/2006/relationships/image" Target="../media/image7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8.xml"/><Relationship Id="rId3" Type="http://schemas.openxmlformats.org/officeDocument/2006/relationships/image" Target="../media/image7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9.xml"/><Relationship Id="rId3"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fa3fcd0dc1_0_378"/>
          <p:cNvSpPr txBox="1"/>
          <p:nvPr>
            <p:ph type="ctrTitle"/>
          </p:nvPr>
        </p:nvSpPr>
        <p:spPr>
          <a:xfrm>
            <a:off x="3445526" y="1594842"/>
            <a:ext cx="2835300" cy="2598900"/>
          </a:xfrm>
          <a:prstGeom prst="rect">
            <a:avLst/>
          </a:prstGeom>
        </p:spPr>
        <p:txBody>
          <a:bodyPr anchorCtr="0" anchor="ctr" bIns="35425" lIns="70875" spcFirstLastPara="1" rIns="70875" wrap="square" tIns="35425">
            <a:normAutofit/>
          </a:bodyPr>
          <a:lstStyle/>
          <a:p>
            <a:pPr indent="0" lvl="0" marL="0" rtl="0" algn="ctr">
              <a:spcBef>
                <a:spcPts val="0"/>
              </a:spcBef>
              <a:spcAft>
                <a:spcPts val="0"/>
              </a:spcAft>
              <a:buNone/>
            </a:pPr>
            <a:r>
              <a:rPr lang="es-ES"/>
              <a:t>Preparación del entorno de trabajo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
          <p:cNvSpPr txBox="1"/>
          <p:nvPr>
            <p:ph type="title"/>
          </p:nvPr>
        </p:nvSpPr>
        <p:spPr>
          <a:xfrm>
            <a:off x="1086786" y="910251"/>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Preparación del entorno de trabajo</a:t>
            </a:r>
            <a:endParaRPr b="0" sz="4400" u="none" strike="noStrike">
              <a:solidFill>
                <a:srgbClr val="000000"/>
              </a:solidFill>
              <a:latin typeface="Arial"/>
              <a:ea typeface="Arial"/>
              <a:cs typeface="Arial"/>
              <a:sym typeface="Arial"/>
            </a:endParaRPr>
          </a:p>
        </p:txBody>
      </p:sp>
      <p:sp>
        <p:nvSpPr>
          <p:cNvPr id="249" name="Google Shape;249;p2"/>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55000" lnSpcReduction="20000"/>
          </a:bodyPr>
          <a:lstStyle/>
          <a:p>
            <a:pPr indent="-296568"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Git</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Visual Studio Code (VS Code)</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Extensión de Unity para VS Code</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Unity Hub</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Unity Editor</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Unity y Smart App Control de Microsoft</a:t>
            </a:r>
            <a:endParaRPr b="0" i="0" sz="3200" u="none" cap="none" strike="noStrike">
              <a:solidFill>
                <a:srgbClr val="000000"/>
              </a:solidFill>
              <a:latin typeface="Arial"/>
              <a:ea typeface="Arial"/>
              <a:cs typeface="Arial"/>
              <a:sym typeface="Arial"/>
            </a:endParaRPr>
          </a:p>
          <a:p>
            <a:pPr indent="-296568"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Comprobaciones</a:t>
            </a:r>
            <a:endParaRPr b="0" i="0" sz="3200" u="none" cap="none" strike="noStrike">
              <a:solidFill>
                <a:srgbClr val="000000"/>
              </a:solidFill>
              <a:latin typeface="Arial"/>
              <a:ea typeface="Arial"/>
              <a:cs typeface="Arial"/>
              <a:sym typeface="Arial"/>
            </a:endParaRPr>
          </a:p>
        </p:txBody>
      </p:sp>
      <p:sp>
        <p:nvSpPr>
          <p:cNvPr id="250" name="Google Shape;250;p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
          <p:cNvSpPr txBox="1"/>
          <p:nvPr>
            <p:ph type="title"/>
          </p:nvPr>
        </p:nvSpPr>
        <p:spPr>
          <a:xfrm>
            <a:off x="1086786" y="9102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Git</a:t>
            </a:r>
            <a:endParaRPr b="0" sz="4400" u="none" strike="noStrike">
              <a:solidFill>
                <a:srgbClr val="000000"/>
              </a:solidFill>
              <a:latin typeface="Arial"/>
              <a:ea typeface="Arial"/>
              <a:cs typeface="Arial"/>
              <a:sym typeface="Arial"/>
            </a:endParaRPr>
          </a:p>
        </p:txBody>
      </p:sp>
      <p:sp>
        <p:nvSpPr>
          <p:cNvPr id="256" name="Google Shape;256;p3"/>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77500" lnSpcReduction="10000"/>
          </a:bodyPr>
          <a:lstStyle/>
          <a:p>
            <a:pPr indent="-317142"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un sistema de control de versiones distribuido</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registrar cambios en archivos, volver a versiones anteriores, crear ramas, fusionar cambios y colaborar en proyectos de software</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URL: </a:t>
            </a:r>
            <a:r>
              <a:rPr b="0" i="0" lang="es-ES" sz="3200" u="sng" cap="none" strike="noStrike">
                <a:solidFill>
                  <a:srgbClr val="000000"/>
                </a:solidFill>
                <a:latin typeface="Arial"/>
                <a:ea typeface="Arial"/>
                <a:cs typeface="Arial"/>
                <a:sym typeface="Arial"/>
                <a:hlinkClick r:id="rId3">
                  <a:extLst>
                    <a:ext uri="{A12FA001-AC4F-418D-AE19-62706E023703}">
                      <ahyp:hlinkClr val="tx"/>
                    </a:ext>
                  </a:extLst>
                </a:hlinkClick>
              </a:rPr>
              <a:t>https://git-scm.com/</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Descargar Git (2.55.0.5 x64 o posterior) e instalarlo</a:t>
            </a:r>
            <a:endParaRPr b="0" i="0" sz="3200" u="none" cap="none" strike="noStrike">
              <a:solidFill>
                <a:srgbClr val="000000"/>
              </a:solidFill>
              <a:latin typeface="Arial"/>
              <a:ea typeface="Arial"/>
              <a:cs typeface="Arial"/>
              <a:sym typeface="Arial"/>
            </a:endParaRPr>
          </a:p>
        </p:txBody>
      </p:sp>
      <p:sp>
        <p:nvSpPr>
          <p:cNvPr id="257" name="Google Shape;257;p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
          <p:cNvPicPr preferRelativeResize="0"/>
          <p:nvPr/>
        </p:nvPicPr>
        <p:blipFill rotWithShape="1">
          <a:blip r:embed="rId3">
            <a:alphaModFix/>
          </a:blip>
          <a:srcRect b="0" l="0" r="0" t="0"/>
          <a:stretch/>
        </p:blipFill>
        <p:spPr>
          <a:xfrm>
            <a:off x="15120" y="0"/>
            <a:ext cx="10050480" cy="4799520"/>
          </a:xfrm>
          <a:prstGeom prst="rect">
            <a:avLst/>
          </a:prstGeom>
          <a:noFill/>
          <a:ln>
            <a:noFill/>
          </a:ln>
        </p:spPr>
      </p:pic>
      <p:sp>
        <p:nvSpPr>
          <p:cNvPr id="263" name="Google Shape;263;p4"/>
          <p:cNvSpPr/>
          <p:nvPr/>
        </p:nvSpPr>
        <p:spPr>
          <a:xfrm>
            <a:off x="382680" y="202320"/>
            <a:ext cx="922320" cy="20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64" name="Google Shape;264;p4"/>
          <p:cNvSpPr/>
          <p:nvPr/>
        </p:nvSpPr>
        <p:spPr>
          <a:xfrm>
            <a:off x="6007320" y="3127320"/>
            <a:ext cx="1395000" cy="33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65" name="Google Shape;265;p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5"/>
          <p:cNvPicPr preferRelativeResize="0"/>
          <p:nvPr/>
        </p:nvPicPr>
        <p:blipFill rotWithShape="1">
          <a:blip r:embed="rId3">
            <a:alphaModFix/>
          </a:blip>
          <a:srcRect b="0" l="0" r="0" t="0"/>
          <a:stretch/>
        </p:blipFill>
        <p:spPr>
          <a:xfrm>
            <a:off x="360" y="0"/>
            <a:ext cx="10080360" cy="4824000"/>
          </a:xfrm>
          <a:prstGeom prst="rect">
            <a:avLst/>
          </a:prstGeom>
          <a:noFill/>
          <a:ln>
            <a:noFill/>
          </a:ln>
        </p:spPr>
      </p:pic>
      <p:sp>
        <p:nvSpPr>
          <p:cNvPr id="271" name="Google Shape;271;p5"/>
          <p:cNvSpPr/>
          <p:nvPr/>
        </p:nvSpPr>
        <p:spPr>
          <a:xfrm>
            <a:off x="3982320" y="1642320"/>
            <a:ext cx="900000" cy="11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2" name="Google Shape;272;p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6"/>
          <p:cNvPicPr preferRelativeResize="0"/>
          <p:nvPr/>
        </p:nvPicPr>
        <p:blipFill rotWithShape="1">
          <a:blip r:embed="rId3">
            <a:alphaModFix/>
          </a:blip>
          <a:srcRect b="0" l="0" r="0" t="0"/>
          <a:stretch/>
        </p:blipFill>
        <p:spPr>
          <a:xfrm>
            <a:off x="2230560" y="673560"/>
            <a:ext cx="5619600" cy="4323960"/>
          </a:xfrm>
          <a:prstGeom prst="rect">
            <a:avLst/>
          </a:prstGeom>
          <a:noFill/>
          <a:ln>
            <a:noFill/>
          </a:ln>
        </p:spPr>
      </p:pic>
      <p:sp>
        <p:nvSpPr>
          <p:cNvPr id="278" name="Google Shape;278;p6"/>
          <p:cNvSpPr/>
          <p:nvPr/>
        </p:nvSpPr>
        <p:spPr>
          <a:xfrm>
            <a:off x="2587320" y="2025000"/>
            <a:ext cx="1170000" cy="31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9" name="Google Shape;279;p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7"/>
          <p:cNvPicPr preferRelativeResize="0"/>
          <p:nvPr/>
        </p:nvPicPr>
        <p:blipFill rotWithShape="1">
          <a:blip r:embed="rId3">
            <a:alphaModFix/>
          </a:blip>
          <a:srcRect b="0" l="0" r="0" t="0"/>
          <a:stretch/>
        </p:blipFill>
        <p:spPr>
          <a:xfrm>
            <a:off x="2254320" y="673560"/>
            <a:ext cx="5572080" cy="4323960"/>
          </a:xfrm>
          <a:prstGeom prst="rect">
            <a:avLst/>
          </a:prstGeom>
          <a:noFill/>
          <a:ln>
            <a:noFill/>
          </a:ln>
        </p:spPr>
      </p:pic>
      <p:sp>
        <p:nvSpPr>
          <p:cNvPr id="285" name="Google Shape;285;p7"/>
          <p:cNvSpPr/>
          <p:nvPr/>
        </p:nvSpPr>
        <p:spPr>
          <a:xfrm>
            <a:off x="4230000" y="2295000"/>
            <a:ext cx="1215000" cy="40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6" name="Google Shape;286;p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8"/>
          <p:cNvSpPr txBox="1"/>
          <p:nvPr>
            <p:ph type="title"/>
          </p:nvPr>
        </p:nvSpPr>
        <p:spPr>
          <a:xfrm>
            <a:off x="1086786" y="9102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VS Code</a:t>
            </a:r>
            <a:endParaRPr b="0" sz="4400" u="none" strike="noStrike">
              <a:solidFill>
                <a:srgbClr val="000000"/>
              </a:solidFill>
              <a:latin typeface="Arial"/>
              <a:ea typeface="Arial"/>
              <a:cs typeface="Arial"/>
              <a:sym typeface="Arial"/>
            </a:endParaRPr>
          </a:p>
        </p:txBody>
      </p:sp>
      <p:sp>
        <p:nvSpPr>
          <p:cNvPr id="292" name="Google Shape;292;p8"/>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77500" lnSpcReduction="20000"/>
          </a:bodyPr>
          <a:lstStyle/>
          <a:p>
            <a:pPr indent="-317142"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un editor de código fuente extensible</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escribir y editar código, navegar por proyectos, usar terminal, depurar y añadir funcionalidades mediante extensiones</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URL: </a:t>
            </a:r>
            <a:r>
              <a:rPr b="0" i="0" lang="es-ES" sz="3200" u="sng" cap="none" strike="noStrike">
                <a:solidFill>
                  <a:srgbClr val="000000"/>
                </a:solidFill>
                <a:latin typeface="Arial"/>
                <a:ea typeface="Arial"/>
                <a:cs typeface="Arial"/>
                <a:sym typeface="Arial"/>
                <a:hlinkClick r:id="rId3">
                  <a:extLst>
                    <a:ext uri="{A12FA001-AC4F-418D-AE19-62706E023703}">
                      <ahyp:hlinkClr val="tx"/>
                    </a:ext>
                  </a:extLst>
                </a:hlinkClick>
              </a:rPr>
              <a:t>https://code.visualstudio.com/</a:t>
            </a:r>
            <a:endParaRPr b="0" i="0" sz="3200" u="none" cap="none" strike="noStrike">
              <a:solidFill>
                <a:srgbClr val="000000"/>
              </a:solidFill>
              <a:latin typeface="Arial"/>
              <a:ea typeface="Arial"/>
              <a:cs typeface="Arial"/>
              <a:sym typeface="Arial"/>
            </a:endParaRPr>
          </a:p>
          <a:p>
            <a:pPr indent="-317142"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Descargar VS Code (1.136.1 x64 o posterior) e instalarlo</a:t>
            </a:r>
            <a:endParaRPr b="0" i="0" sz="3200" u="none" cap="none" strike="noStrike">
              <a:solidFill>
                <a:srgbClr val="000000"/>
              </a:solidFill>
              <a:latin typeface="Arial"/>
              <a:ea typeface="Arial"/>
              <a:cs typeface="Arial"/>
              <a:sym typeface="Arial"/>
            </a:endParaRPr>
          </a:p>
        </p:txBody>
      </p:sp>
      <p:sp>
        <p:nvSpPr>
          <p:cNvPr id="293" name="Google Shape;293;p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9"/>
          <p:cNvPicPr preferRelativeResize="0"/>
          <p:nvPr/>
        </p:nvPicPr>
        <p:blipFill rotWithShape="1">
          <a:blip r:embed="rId3">
            <a:alphaModFix/>
          </a:blip>
          <a:srcRect b="0" l="0" r="0" t="0"/>
          <a:stretch/>
        </p:blipFill>
        <p:spPr>
          <a:xfrm>
            <a:off x="360" y="0"/>
            <a:ext cx="10080360" cy="4818600"/>
          </a:xfrm>
          <a:prstGeom prst="rect">
            <a:avLst/>
          </a:prstGeom>
          <a:noFill/>
          <a:ln>
            <a:noFill/>
          </a:ln>
        </p:spPr>
      </p:pic>
      <p:sp>
        <p:nvSpPr>
          <p:cNvPr id="299" name="Google Shape;299;p9"/>
          <p:cNvSpPr/>
          <p:nvPr/>
        </p:nvSpPr>
        <p:spPr>
          <a:xfrm>
            <a:off x="382320" y="202320"/>
            <a:ext cx="1170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0" name="Google Shape;300;p9"/>
          <p:cNvSpPr/>
          <p:nvPr/>
        </p:nvSpPr>
        <p:spPr>
          <a:xfrm>
            <a:off x="4095000" y="2137320"/>
            <a:ext cx="1822320" cy="33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1" name="Google Shape;301;p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10"/>
          <p:cNvPicPr preferRelativeResize="0"/>
          <p:nvPr/>
        </p:nvPicPr>
        <p:blipFill rotWithShape="1">
          <a:blip r:embed="rId3">
            <a:alphaModFix/>
          </a:blip>
          <a:srcRect b="0" l="0" r="0" t="0"/>
          <a:stretch/>
        </p:blipFill>
        <p:spPr>
          <a:xfrm>
            <a:off x="2235240" y="682920"/>
            <a:ext cx="5610600" cy="4305240"/>
          </a:xfrm>
          <a:prstGeom prst="rect">
            <a:avLst/>
          </a:prstGeom>
          <a:noFill/>
          <a:ln>
            <a:noFill/>
          </a:ln>
        </p:spPr>
      </p:pic>
      <p:sp>
        <p:nvSpPr>
          <p:cNvPr id="307" name="Google Shape;307;p10"/>
          <p:cNvSpPr/>
          <p:nvPr/>
        </p:nvSpPr>
        <p:spPr>
          <a:xfrm>
            <a:off x="2565000" y="4162320"/>
            <a:ext cx="103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8" name="Google Shape;308;p1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11"/>
          <p:cNvPicPr preferRelativeResize="0"/>
          <p:nvPr/>
        </p:nvPicPr>
        <p:blipFill rotWithShape="1">
          <a:blip r:embed="rId3">
            <a:alphaModFix/>
          </a:blip>
          <a:srcRect b="0" l="0" r="0" t="0"/>
          <a:stretch/>
        </p:blipFill>
        <p:spPr>
          <a:xfrm>
            <a:off x="2216160" y="663840"/>
            <a:ext cx="5648400" cy="4343400"/>
          </a:xfrm>
          <a:prstGeom prst="rect">
            <a:avLst/>
          </a:prstGeom>
          <a:noFill/>
          <a:ln>
            <a:noFill/>
          </a:ln>
        </p:spPr>
      </p:pic>
      <p:sp>
        <p:nvSpPr>
          <p:cNvPr id="314" name="Google Shape;314;p11"/>
          <p:cNvSpPr/>
          <p:nvPr/>
        </p:nvSpPr>
        <p:spPr>
          <a:xfrm>
            <a:off x="2565000" y="2160000"/>
            <a:ext cx="4590000" cy="128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15" name="Google Shape;315;p1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2"/>
          <p:cNvSpPr txBox="1"/>
          <p:nvPr>
            <p:ph type="title"/>
          </p:nvPr>
        </p:nvSpPr>
        <p:spPr>
          <a:xfrm>
            <a:off x="1086786" y="910251"/>
            <a:ext cx="7743000" cy="6156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000" u="none" strike="noStrike">
                <a:solidFill>
                  <a:srgbClr val="000000"/>
                </a:solidFill>
                <a:latin typeface="Arial"/>
                <a:ea typeface="Arial"/>
                <a:cs typeface="Arial"/>
                <a:sym typeface="Arial"/>
              </a:rPr>
              <a:t>Extensión de Unity para VS Code</a:t>
            </a:r>
            <a:endParaRPr b="0" sz="4000" u="none" strike="noStrike">
              <a:solidFill>
                <a:srgbClr val="000000"/>
              </a:solidFill>
              <a:latin typeface="Arial"/>
              <a:ea typeface="Arial"/>
              <a:cs typeface="Arial"/>
              <a:sym typeface="Arial"/>
            </a:endParaRPr>
          </a:p>
        </p:txBody>
      </p:sp>
      <p:sp>
        <p:nvSpPr>
          <p:cNvPr id="321" name="Google Shape;321;p12"/>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70000" lnSpcReduction="10000"/>
          </a:bodyPr>
          <a:lstStyle/>
          <a:p>
            <a:pPr indent="-310284"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una extensión de VS Code específica para trabajar con Unity</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que VS Code entienda mejor los proyectos Unity/C#, facilite navegación, autocompletado, integración con Unity, depuración, etc.</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Abrir VS Code</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Instalar la extensión de Unity</a:t>
            </a:r>
            <a:endParaRPr b="0" i="0" sz="3200" u="none" cap="none" strike="noStrike">
              <a:solidFill>
                <a:srgbClr val="000000"/>
              </a:solidFill>
              <a:latin typeface="Arial"/>
              <a:ea typeface="Arial"/>
              <a:cs typeface="Arial"/>
              <a:sym typeface="Arial"/>
            </a:endParaRPr>
          </a:p>
        </p:txBody>
      </p:sp>
      <p:sp>
        <p:nvSpPr>
          <p:cNvPr id="322" name="Google Shape;322;p1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13"/>
          <p:cNvPicPr preferRelativeResize="0"/>
          <p:nvPr/>
        </p:nvPicPr>
        <p:blipFill rotWithShape="1">
          <a:blip r:embed="rId3">
            <a:alphaModFix/>
          </a:blip>
          <a:srcRect b="0" l="0" r="0" t="0"/>
          <a:stretch/>
        </p:blipFill>
        <p:spPr>
          <a:xfrm>
            <a:off x="775080" y="360"/>
            <a:ext cx="8530920" cy="5670360"/>
          </a:xfrm>
          <a:prstGeom prst="rect">
            <a:avLst/>
          </a:prstGeom>
          <a:noFill/>
          <a:ln>
            <a:noFill/>
          </a:ln>
        </p:spPr>
      </p:pic>
      <p:sp>
        <p:nvSpPr>
          <p:cNvPr id="328" name="Google Shape;328;p13"/>
          <p:cNvSpPr/>
          <p:nvPr/>
        </p:nvSpPr>
        <p:spPr>
          <a:xfrm>
            <a:off x="8190000" y="900000"/>
            <a:ext cx="202320" cy="20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9" name="Google Shape;329;p1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14"/>
          <p:cNvPicPr preferRelativeResize="0"/>
          <p:nvPr/>
        </p:nvPicPr>
        <p:blipFill rotWithShape="1">
          <a:blip r:embed="rId3">
            <a:alphaModFix/>
          </a:blip>
          <a:srcRect b="0" l="0" r="0" t="0"/>
          <a:stretch/>
        </p:blipFill>
        <p:spPr>
          <a:xfrm>
            <a:off x="789480" y="360"/>
            <a:ext cx="8502120" cy="5670360"/>
          </a:xfrm>
          <a:prstGeom prst="rect">
            <a:avLst/>
          </a:prstGeom>
          <a:noFill/>
          <a:ln>
            <a:noFill/>
          </a:ln>
        </p:spPr>
      </p:pic>
      <p:sp>
        <p:nvSpPr>
          <p:cNvPr id="335" name="Google Shape;335;p14"/>
          <p:cNvSpPr/>
          <p:nvPr/>
        </p:nvSpPr>
        <p:spPr>
          <a:xfrm>
            <a:off x="810000" y="1530000"/>
            <a:ext cx="270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36" name="Google Shape;336;p1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15"/>
          <p:cNvPicPr preferRelativeResize="0"/>
          <p:nvPr/>
        </p:nvPicPr>
        <p:blipFill rotWithShape="1">
          <a:blip r:embed="rId3">
            <a:alphaModFix/>
          </a:blip>
          <a:srcRect b="0" l="0" r="0" t="0"/>
          <a:stretch/>
        </p:blipFill>
        <p:spPr>
          <a:xfrm>
            <a:off x="780480" y="360"/>
            <a:ext cx="8520120" cy="5670360"/>
          </a:xfrm>
          <a:prstGeom prst="rect">
            <a:avLst/>
          </a:prstGeom>
          <a:noFill/>
          <a:ln>
            <a:noFill/>
          </a:ln>
        </p:spPr>
      </p:pic>
      <p:sp>
        <p:nvSpPr>
          <p:cNvPr id="342" name="Google Shape;342;p15"/>
          <p:cNvSpPr/>
          <p:nvPr/>
        </p:nvSpPr>
        <p:spPr>
          <a:xfrm>
            <a:off x="1125000" y="450000"/>
            <a:ext cx="360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43" name="Google Shape;343;p1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16"/>
          <p:cNvPicPr preferRelativeResize="0"/>
          <p:nvPr/>
        </p:nvPicPr>
        <p:blipFill rotWithShape="1">
          <a:blip r:embed="rId3">
            <a:alphaModFix/>
          </a:blip>
          <a:srcRect b="0" l="0" r="0" t="0"/>
          <a:stretch/>
        </p:blipFill>
        <p:spPr>
          <a:xfrm>
            <a:off x="787680" y="360"/>
            <a:ext cx="8505720" cy="5670360"/>
          </a:xfrm>
          <a:prstGeom prst="rect">
            <a:avLst/>
          </a:prstGeom>
          <a:noFill/>
          <a:ln>
            <a:noFill/>
          </a:ln>
        </p:spPr>
      </p:pic>
      <p:sp>
        <p:nvSpPr>
          <p:cNvPr id="349" name="Google Shape;349;p16"/>
          <p:cNvSpPr/>
          <p:nvPr/>
        </p:nvSpPr>
        <p:spPr>
          <a:xfrm>
            <a:off x="1125000" y="450360"/>
            <a:ext cx="360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0" name="Google Shape;350;p16"/>
          <p:cNvSpPr/>
          <p:nvPr/>
        </p:nvSpPr>
        <p:spPr>
          <a:xfrm>
            <a:off x="1125000" y="742680"/>
            <a:ext cx="2092320" cy="56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1" name="Google Shape;351;p16"/>
          <p:cNvSpPr/>
          <p:nvPr/>
        </p:nvSpPr>
        <p:spPr>
          <a:xfrm>
            <a:off x="4612320" y="607680"/>
            <a:ext cx="495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2" name="Google Shape;352;p16"/>
          <p:cNvSpPr/>
          <p:nvPr/>
        </p:nvSpPr>
        <p:spPr>
          <a:xfrm>
            <a:off x="5917320" y="2272680"/>
            <a:ext cx="1192680" cy="20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3" name="Google Shape;353;p16"/>
          <p:cNvSpPr/>
          <p:nvPr/>
        </p:nvSpPr>
        <p:spPr>
          <a:xfrm>
            <a:off x="4612680" y="877320"/>
            <a:ext cx="47232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4" name="Google Shape;354;p16"/>
          <p:cNvSpPr/>
          <p:nvPr/>
        </p:nvSpPr>
        <p:spPr>
          <a:xfrm>
            <a:off x="4635000" y="1417320"/>
            <a:ext cx="33732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55" name="Google Shape;355;p1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17"/>
          <p:cNvPicPr preferRelativeResize="0"/>
          <p:nvPr/>
        </p:nvPicPr>
        <p:blipFill rotWithShape="1">
          <a:blip r:embed="rId3">
            <a:alphaModFix/>
          </a:blip>
          <a:srcRect b="0" l="0" r="0" t="0"/>
          <a:stretch/>
        </p:blipFill>
        <p:spPr>
          <a:xfrm>
            <a:off x="789480" y="360"/>
            <a:ext cx="8502120" cy="5670360"/>
          </a:xfrm>
          <a:prstGeom prst="rect">
            <a:avLst/>
          </a:prstGeom>
          <a:noFill/>
          <a:ln>
            <a:noFill/>
          </a:ln>
        </p:spPr>
      </p:pic>
      <p:sp>
        <p:nvSpPr>
          <p:cNvPr id="361" name="Google Shape;361;p17"/>
          <p:cNvSpPr/>
          <p:nvPr/>
        </p:nvSpPr>
        <p:spPr>
          <a:xfrm>
            <a:off x="1147320" y="765000"/>
            <a:ext cx="2047680" cy="49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62" name="Google Shape;362;p17"/>
          <p:cNvSpPr/>
          <p:nvPr/>
        </p:nvSpPr>
        <p:spPr>
          <a:xfrm>
            <a:off x="4635000" y="1395000"/>
            <a:ext cx="1890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63" name="Google Shape;363;p1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8"/>
          <p:cNvSpPr txBox="1"/>
          <p:nvPr>
            <p:ph type="title"/>
          </p:nvPr>
        </p:nvSpPr>
        <p:spPr>
          <a:xfrm>
            <a:off x="1086786" y="9102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Unity Hub</a:t>
            </a:r>
            <a:endParaRPr b="0" sz="4400" u="none" strike="noStrike">
              <a:solidFill>
                <a:srgbClr val="000000"/>
              </a:solidFill>
              <a:latin typeface="Arial"/>
              <a:ea typeface="Arial"/>
              <a:cs typeface="Arial"/>
              <a:sym typeface="Arial"/>
            </a:endParaRPr>
          </a:p>
        </p:txBody>
      </p:sp>
      <p:sp>
        <p:nvSpPr>
          <p:cNvPr id="369" name="Google Shape;369;p18"/>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55000" lnSpcReduction="10000"/>
          </a:bodyPr>
          <a:lstStyle/>
          <a:p>
            <a:pPr indent="-303426"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el gestor/lanzador de Unity</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instalar versiones de Unity Editor, añadir módulos, crear y abrir proyectos y administrar las instalaciones</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URL: </a:t>
            </a:r>
            <a:r>
              <a:rPr b="0" i="0" lang="es-ES" sz="3200" u="sng" cap="none" strike="noStrike">
                <a:solidFill>
                  <a:srgbClr val="000000"/>
                </a:solidFill>
                <a:latin typeface="Arial"/>
                <a:ea typeface="Arial"/>
                <a:cs typeface="Arial"/>
                <a:sym typeface="Arial"/>
                <a:hlinkClick r:id="rId3">
                  <a:extLst>
                    <a:ext uri="{A12FA001-AC4F-418D-AE19-62706E023703}">
                      <ahyp:hlinkClr val="tx"/>
                    </a:ext>
                  </a:extLst>
                </a:hlinkClick>
              </a:rPr>
              <a:t>https://unity.com/es</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Crearse una cuenta con el correo de CIFP Txurdinaga LHII</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Introducir en la barra de direcciones del navegador: unity.com/download</a:t>
            </a:r>
            <a:endParaRPr b="0" i="0" sz="3200" u="none" cap="none" strike="noStrike">
              <a:solidFill>
                <a:srgbClr val="000000"/>
              </a:solidFill>
              <a:latin typeface="Arial"/>
              <a:ea typeface="Arial"/>
              <a:cs typeface="Arial"/>
              <a:sym typeface="Arial"/>
            </a:endParaRPr>
          </a:p>
          <a:p>
            <a:pPr indent="-303426"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Descargar Unity Hub (3.21.1 o posterior) e instalarlo</a:t>
            </a:r>
            <a:endParaRPr b="0" i="0" sz="3200" u="none" cap="none" strike="noStrike">
              <a:solidFill>
                <a:srgbClr val="000000"/>
              </a:solidFill>
              <a:latin typeface="Arial"/>
              <a:ea typeface="Arial"/>
              <a:cs typeface="Arial"/>
              <a:sym typeface="Arial"/>
            </a:endParaRPr>
          </a:p>
        </p:txBody>
      </p:sp>
      <p:sp>
        <p:nvSpPr>
          <p:cNvPr id="370" name="Google Shape;370;p1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19"/>
          <p:cNvPicPr preferRelativeResize="0"/>
          <p:nvPr/>
        </p:nvPicPr>
        <p:blipFill rotWithShape="1">
          <a:blip r:embed="rId3">
            <a:alphaModFix/>
          </a:blip>
          <a:srcRect b="0" l="0" r="0" t="0"/>
          <a:stretch/>
        </p:blipFill>
        <p:spPr>
          <a:xfrm>
            <a:off x="360" y="0"/>
            <a:ext cx="10080360" cy="4802760"/>
          </a:xfrm>
          <a:prstGeom prst="rect">
            <a:avLst/>
          </a:prstGeom>
          <a:noFill/>
          <a:ln>
            <a:noFill/>
          </a:ln>
        </p:spPr>
      </p:pic>
      <p:sp>
        <p:nvSpPr>
          <p:cNvPr id="376" name="Google Shape;376;p19"/>
          <p:cNvSpPr/>
          <p:nvPr/>
        </p:nvSpPr>
        <p:spPr>
          <a:xfrm>
            <a:off x="405000" y="180000"/>
            <a:ext cx="83232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77" name="Google Shape;377;p19"/>
          <p:cNvSpPr/>
          <p:nvPr/>
        </p:nvSpPr>
        <p:spPr>
          <a:xfrm>
            <a:off x="1530000" y="4005000"/>
            <a:ext cx="1215000" cy="29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78" name="Google Shape;378;p1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20"/>
          <p:cNvPicPr preferRelativeResize="0"/>
          <p:nvPr/>
        </p:nvPicPr>
        <p:blipFill rotWithShape="1">
          <a:blip r:embed="rId3">
            <a:alphaModFix/>
          </a:blip>
          <a:srcRect b="0" l="0" r="0" t="0"/>
          <a:stretch/>
        </p:blipFill>
        <p:spPr>
          <a:xfrm>
            <a:off x="360" y="0"/>
            <a:ext cx="10080360" cy="4794840"/>
          </a:xfrm>
          <a:prstGeom prst="rect">
            <a:avLst/>
          </a:prstGeom>
          <a:noFill/>
          <a:ln>
            <a:noFill/>
          </a:ln>
        </p:spPr>
      </p:pic>
      <p:sp>
        <p:nvSpPr>
          <p:cNvPr id="384" name="Google Shape;384;p20"/>
          <p:cNvSpPr/>
          <p:nvPr/>
        </p:nvSpPr>
        <p:spPr>
          <a:xfrm>
            <a:off x="4162320" y="2565000"/>
            <a:ext cx="1800000" cy="29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5" name="Google Shape;385;p2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21"/>
          <p:cNvPicPr preferRelativeResize="0"/>
          <p:nvPr/>
        </p:nvPicPr>
        <p:blipFill rotWithShape="1">
          <a:blip r:embed="rId3">
            <a:alphaModFix/>
          </a:blip>
          <a:srcRect b="0" l="0" r="0" t="0"/>
          <a:stretch/>
        </p:blipFill>
        <p:spPr>
          <a:xfrm>
            <a:off x="360" y="0"/>
            <a:ext cx="10080360" cy="4821480"/>
          </a:xfrm>
          <a:prstGeom prst="rect">
            <a:avLst/>
          </a:prstGeom>
          <a:noFill/>
          <a:ln>
            <a:noFill/>
          </a:ln>
        </p:spPr>
      </p:pic>
      <p:sp>
        <p:nvSpPr>
          <p:cNvPr id="391" name="Google Shape;391;p21"/>
          <p:cNvSpPr/>
          <p:nvPr/>
        </p:nvSpPr>
        <p:spPr>
          <a:xfrm>
            <a:off x="4140000" y="1260000"/>
            <a:ext cx="1800000" cy="144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92" name="Google Shape;392;p21"/>
          <p:cNvSpPr/>
          <p:nvPr/>
        </p:nvSpPr>
        <p:spPr>
          <a:xfrm>
            <a:off x="4162320" y="3240000"/>
            <a:ext cx="1800000" cy="29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93" name="Google Shape;393;p2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22"/>
          <p:cNvPicPr preferRelativeResize="0"/>
          <p:nvPr/>
        </p:nvPicPr>
        <p:blipFill rotWithShape="1">
          <a:blip r:embed="rId3">
            <a:alphaModFix/>
          </a:blip>
          <a:srcRect b="0" l="0" r="0" t="0"/>
          <a:stretch/>
        </p:blipFill>
        <p:spPr>
          <a:xfrm>
            <a:off x="360" y="0"/>
            <a:ext cx="10080360" cy="4824000"/>
          </a:xfrm>
          <a:prstGeom prst="rect">
            <a:avLst/>
          </a:prstGeom>
          <a:noFill/>
          <a:ln>
            <a:noFill/>
          </a:ln>
        </p:spPr>
      </p:pic>
      <p:sp>
        <p:nvSpPr>
          <p:cNvPr id="399" name="Google Shape;399;p22"/>
          <p:cNvSpPr/>
          <p:nvPr/>
        </p:nvSpPr>
        <p:spPr>
          <a:xfrm>
            <a:off x="6187320" y="2295000"/>
            <a:ext cx="405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00" name="Google Shape;400;p2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23"/>
          <p:cNvPicPr preferRelativeResize="0"/>
          <p:nvPr/>
        </p:nvPicPr>
        <p:blipFill rotWithShape="1">
          <a:blip r:embed="rId3">
            <a:alphaModFix/>
          </a:blip>
          <a:srcRect b="0" l="0" r="0" t="0"/>
          <a:stretch/>
        </p:blipFill>
        <p:spPr>
          <a:xfrm>
            <a:off x="2706840" y="1030320"/>
            <a:ext cx="4667400" cy="3610080"/>
          </a:xfrm>
          <a:prstGeom prst="rect">
            <a:avLst/>
          </a:prstGeom>
          <a:noFill/>
          <a:ln>
            <a:noFill/>
          </a:ln>
        </p:spPr>
      </p:pic>
      <p:sp>
        <p:nvSpPr>
          <p:cNvPr id="406" name="Google Shape;406;p23"/>
          <p:cNvSpPr/>
          <p:nvPr/>
        </p:nvSpPr>
        <p:spPr>
          <a:xfrm>
            <a:off x="5737320" y="4365000"/>
            <a:ext cx="742680" cy="2754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07" name="Google Shape;407;p2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24"/>
          <p:cNvPicPr preferRelativeResize="0"/>
          <p:nvPr/>
        </p:nvPicPr>
        <p:blipFill rotWithShape="1">
          <a:blip r:embed="rId3">
            <a:alphaModFix/>
          </a:blip>
          <a:srcRect b="0" l="0" r="0" t="0"/>
          <a:stretch/>
        </p:blipFill>
        <p:spPr>
          <a:xfrm>
            <a:off x="2697120" y="1020960"/>
            <a:ext cx="4686480" cy="3629160"/>
          </a:xfrm>
          <a:prstGeom prst="rect">
            <a:avLst/>
          </a:prstGeom>
          <a:noFill/>
          <a:ln>
            <a:noFill/>
          </a:ln>
        </p:spPr>
      </p:pic>
      <p:sp>
        <p:nvSpPr>
          <p:cNvPr id="413" name="Google Shape;413;p24"/>
          <p:cNvSpPr/>
          <p:nvPr/>
        </p:nvSpPr>
        <p:spPr>
          <a:xfrm>
            <a:off x="5760000" y="4365000"/>
            <a:ext cx="74232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14" name="Google Shape;414;p2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25"/>
          <p:cNvPicPr preferRelativeResize="0"/>
          <p:nvPr/>
        </p:nvPicPr>
        <p:blipFill rotWithShape="1">
          <a:blip r:embed="rId3">
            <a:alphaModFix/>
          </a:blip>
          <a:srcRect b="0" l="0" r="0" t="0"/>
          <a:stretch/>
        </p:blipFill>
        <p:spPr>
          <a:xfrm>
            <a:off x="360" y="0"/>
            <a:ext cx="10080360" cy="4784760"/>
          </a:xfrm>
          <a:prstGeom prst="rect">
            <a:avLst/>
          </a:prstGeom>
          <a:noFill/>
          <a:ln>
            <a:noFill/>
          </a:ln>
        </p:spPr>
      </p:pic>
      <p:sp>
        <p:nvSpPr>
          <p:cNvPr id="420" name="Google Shape;420;p25"/>
          <p:cNvSpPr/>
          <p:nvPr/>
        </p:nvSpPr>
        <p:spPr>
          <a:xfrm>
            <a:off x="8527320" y="2677320"/>
            <a:ext cx="540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21" name="Google Shape;421;p2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6"/>
          <p:cNvSpPr txBox="1"/>
          <p:nvPr>
            <p:ph type="title"/>
          </p:nvPr>
        </p:nvSpPr>
        <p:spPr>
          <a:xfrm>
            <a:off x="1086786" y="9102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Unity Editor</a:t>
            </a:r>
            <a:endParaRPr b="0" sz="4400" u="none" strike="noStrike">
              <a:solidFill>
                <a:srgbClr val="000000"/>
              </a:solidFill>
              <a:latin typeface="Arial"/>
              <a:ea typeface="Arial"/>
              <a:cs typeface="Arial"/>
              <a:sym typeface="Arial"/>
            </a:endParaRPr>
          </a:p>
        </p:txBody>
      </p:sp>
      <p:sp>
        <p:nvSpPr>
          <p:cNvPr id="427" name="Google Shape;427;p26"/>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fontScale="77500" lnSpcReduction="10000"/>
          </a:bodyPr>
          <a:lstStyle/>
          <a:p>
            <a:pPr indent="-310284"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la aplicación principal del motor Unity</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construir el videojuego: escenas, GameObjects, componentes, físicas, animaciones, UI, iluminación, audio, ejecución, pruebas y builds</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Iniciar sesión vía Unity Hub</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Instalar Unity Editor (6.3 LTS)</a:t>
            </a:r>
            <a:endParaRPr b="0" i="0" sz="3200" u="none" cap="none" strike="noStrike">
              <a:solidFill>
                <a:srgbClr val="000000"/>
              </a:solidFill>
              <a:latin typeface="Arial"/>
              <a:ea typeface="Arial"/>
              <a:cs typeface="Arial"/>
              <a:sym typeface="Arial"/>
            </a:endParaRPr>
          </a:p>
        </p:txBody>
      </p:sp>
      <p:sp>
        <p:nvSpPr>
          <p:cNvPr id="428" name="Google Shape;428;p2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27"/>
          <p:cNvPicPr preferRelativeResize="0"/>
          <p:nvPr/>
        </p:nvPicPr>
        <p:blipFill rotWithShape="1">
          <a:blip r:embed="rId3">
            <a:alphaModFix/>
          </a:blip>
          <a:srcRect b="0" l="0" r="0" t="0"/>
          <a:stretch/>
        </p:blipFill>
        <p:spPr>
          <a:xfrm>
            <a:off x="727560" y="280440"/>
            <a:ext cx="8625960" cy="5110200"/>
          </a:xfrm>
          <a:prstGeom prst="rect">
            <a:avLst/>
          </a:prstGeom>
          <a:noFill/>
          <a:ln>
            <a:noFill/>
          </a:ln>
        </p:spPr>
      </p:pic>
      <p:sp>
        <p:nvSpPr>
          <p:cNvPr id="434" name="Google Shape;434;p27"/>
          <p:cNvSpPr/>
          <p:nvPr/>
        </p:nvSpPr>
        <p:spPr>
          <a:xfrm>
            <a:off x="8505000" y="5062680"/>
            <a:ext cx="720000" cy="29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35" name="Google Shape;435;p2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28"/>
          <p:cNvPicPr preferRelativeResize="0"/>
          <p:nvPr/>
        </p:nvPicPr>
        <p:blipFill rotWithShape="1">
          <a:blip r:embed="rId3">
            <a:alphaModFix/>
          </a:blip>
          <a:srcRect b="0" l="0" r="0" t="0"/>
          <a:stretch/>
        </p:blipFill>
        <p:spPr>
          <a:xfrm>
            <a:off x="619560" y="0"/>
            <a:ext cx="8841960" cy="4970520"/>
          </a:xfrm>
          <a:prstGeom prst="rect">
            <a:avLst/>
          </a:prstGeom>
          <a:noFill/>
          <a:ln>
            <a:noFill/>
          </a:ln>
        </p:spPr>
      </p:pic>
      <p:sp>
        <p:nvSpPr>
          <p:cNvPr id="441" name="Google Shape;441;p28"/>
          <p:cNvSpPr/>
          <p:nvPr/>
        </p:nvSpPr>
        <p:spPr>
          <a:xfrm>
            <a:off x="1305000" y="2745000"/>
            <a:ext cx="2272320" cy="33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42" name="Google Shape;442;p2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29"/>
          <p:cNvPicPr preferRelativeResize="0"/>
          <p:nvPr/>
        </p:nvPicPr>
        <p:blipFill rotWithShape="1">
          <a:blip r:embed="rId3">
            <a:alphaModFix/>
          </a:blip>
          <a:srcRect b="0" l="0" r="0" t="0"/>
          <a:stretch/>
        </p:blipFill>
        <p:spPr>
          <a:xfrm>
            <a:off x="360" y="0"/>
            <a:ext cx="10080360" cy="4810680"/>
          </a:xfrm>
          <a:prstGeom prst="rect">
            <a:avLst/>
          </a:prstGeom>
          <a:noFill/>
          <a:ln>
            <a:noFill/>
          </a:ln>
        </p:spPr>
      </p:pic>
      <p:sp>
        <p:nvSpPr>
          <p:cNvPr id="448" name="Google Shape;448;p29"/>
          <p:cNvSpPr/>
          <p:nvPr/>
        </p:nvSpPr>
        <p:spPr>
          <a:xfrm>
            <a:off x="4162680" y="1710000"/>
            <a:ext cx="1799640" cy="58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49" name="Google Shape;449;p2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30"/>
          <p:cNvPicPr preferRelativeResize="0"/>
          <p:nvPr/>
        </p:nvPicPr>
        <p:blipFill rotWithShape="1">
          <a:blip r:embed="rId3">
            <a:alphaModFix/>
          </a:blip>
          <a:srcRect b="0" l="0" r="0" t="0"/>
          <a:stretch/>
        </p:blipFill>
        <p:spPr>
          <a:xfrm>
            <a:off x="608040" y="0"/>
            <a:ext cx="8864640" cy="4978800"/>
          </a:xfrm>
          <a:prstGeom prst="rect">
            <a:avLst/>
          </a:prstGeom>
          <a:noFill/>
          <a:ln>
            <a:noFill/>
          </a:ln>
        </p:spPr>
      </p:pic>
      <p:sp>
        <p:nvSpPr>
          <p:cNvPr id="455" name="Google Shape;455;p30"/>
          <p:cNvSpPr/>
          <p:nvPr/>
        </p:nvSpPr>
        <p:spPr>
          <a:xfrm>
            <a:off x="6435000" y="3082320"/>
            <a:ext cx="562320" cy="27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56" name="Google Shape;456;p3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31"/>
          <p:cNvPicPr preferRelativeResize="0"/>
          <p:nvPr/>
        </p:nvPicPr>
        <p:blipFill rotWithShape="1">
          <a:blip r:embed="rId3">
            <a:alphaModFix/>
          </a:blip>
          <a:srcRect b="0" l="0" r="0" t="0"/>
          <a:stretch/>
        </p:blipFill>
        <p:spPr>
          <a:xfrm>
            <a:off x="619560" y="0"/>
            <a:ext cx="8841960" cy="4939560"/>
          </a:xfrm>
          <a:prstGeom prst="rect">
            <a:avLst/>
          </a:prstGeom>
          <a:noFill/>
          <a:ln>
            <a:noFill/>
          </a:ln>
        </p:spPr>
      </p:pic>
      <p:sp>
        <p:nvSpPr>
          <p:cNvPr id="462" name="Google Shape;462;p31"/>
          <p:cNvSpPr/>
          <p:nvPr/>
        </p:nvSpPr>
        <p:spPr>
          <a:xfrm>
            <a:off x="6795000" y="900000"/>
            <a:ext cx="157320" cy="15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63" name="Google Shape;463;p3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32"/>
          <p:cNvPicPr preferRelativeResize="0"/>
          <p:nvPr/>
        </p:nvPicPr>
        <p:blipFill rotWithShape="1">
          <a:blip r:embed="rId3">
            <a:alphaModFix/>
          </a:blip>
          <a:srcRect b="0" l="0" r="0" t="0"/>
          <a:stretch/>
        </p:blipFill>
        <p:spPr>
          <a:xfrm>
            <a:off x="636480" y="0"/>
            <a:ext cx="8808120" cy="4937760"/>
          </a:xfrm>
          <a:prstGeom prst="rect">
            <a:avLst/>
          </a:prstGeom>
          <a:noFill/>
          <a:ln>
            <a:noFill/>
          </a:ln>
        </p:spPr>
      </p:pic>
      <p:sp>
        <p:nvSpPr>
          <p:cNvPr id="469" name="Google Shape;469;p32"/>
          <p:cNvSpPr/>
          <p:nvPr/>
        </p:nvSpPr>
        <p:spPr>
          <a:xfrm>
            <a:off x="787320" y="1485000"/>
            <a:ext cx="85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70" name="Google Shape;470;p3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33"/>
          <p:cNvPicPr preferRelativeResize="0"/>
          <p:nvPr/>
        </p:nvPicPr>
        <p:blipFill rotWithShape="1">
          <a:blip r:embed="rId3">
            <a:alphaModFix/>
          </a:blip>
          <a:srcRect b="0" l="0" r="0" t="0"/>
          <a:stretch/>
        </p:blipFill>
        <p:spPr>
          <a:xfrm>
            <a:off x="608040" y="0"/>
            <a:ext cx="8864640" cy="4943880"/>
          </a:xfrm>
          <a:prstGeom prst="rect">
            <a:avLst/>
          </a:prstGeom>
          <a:noFill/>
          <a:ln>
            <a:noFill/>
          </a:ln>
        </p:spPr>
      </p:pic>
      <p:sp>
        <p:nvSpPr>
          <p:cNvPr id="476" name="Google Shape;476;p33"/>
          <p:cNvSpPr/>
          <p:nvPr/>
        </p:nvSpPr>
        <p:spPr>
          <a:xfrm>
            <a:off x="5355000" y="3307320"/>
            <a:ext cx="922320" cy="20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77" name="Google Shape;477;p3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34"/>
          <p:cNvPicPr preferRelativeResize="0"/>
          <p:nvPr/>
        </p:nvPicPr>
        <p:blipFill rotWithShape="1">
          <a:blip r:embed="rId3">
            <a:alphaModFix/>
          </a:blip>
          <a:srcRect b="0" l="0" r="0" t="0"/>
          <a:stretch/>
        </p:blipFill>
        <p:spPr>
          <a:xfrm>
            <a:off x="686880" y="397080"/>
            <a:ext cx="8706960" cy="4876920"/>
          </a:xfrm>
          <a:prstGeom prst="rect">
            <a:avLst/>
          </a:prstGeom>
          <a:noFill/>
          <a:ln>
            <a:noFill/>
          </a:ln>
        </p:spPr>
      </p:pic>
      <p:sp>
        <p:nvSpPr>
          <p:cNvPr id="483" name="Google Shape;483;p34"/>
          <p:cNvSpPr/>
          <p:nvPr/>
        </p:nvSpPr>
        <p:spPr>
          <a:xfrm>
            <a:off x="7537320" y="2542320"/>
            <a:ext cx="517680" cy="24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84" name="Google Shape;484;p3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35"/>
          <p:cNvPicPr preferRelativeResize="0"/>
          <p:nvPr/>
        </p:nvPicPr>
        <p:blipFill rotWithShape="1">
          <a:blip r:embed="rId3">
            <a:alphaModFix/>
          </a:blip>
          <a:srcRect b="0" l="0" r="0" t="0"/>
          <a:stretch/>
        </p:blipFill>
        <p:spPr>
          <a:xfrm>
            <a:off x="596880" y="0"/>
            <a:ext cx="8886960" cy="4988880"/>
          </a:xfrm>
          <a:prstGeom prst="rect">
            <a:avLst/>
          </a:prstGeom>
          <a:noFill/>
          <a:ln>
            <a:noFill/>
          </a:ln>
        </p:spPr>
      </p:pic>
      <p:sp>
        <p:nvSpPr>
          <p:cNvPr id="490" name="Google Shape;490;p35"/>
          <p:cNvSpPr/>
          <p:nvPr/>
        </p:nvSpPr>
        <p:spPr>
          <a:xfrm>
            <a:off x="1800000" y="1575000"/>
            <a:ext cx="2070000" cy="24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91" name="Google Shape;491;p35"/>
          <p:cNvSpPr/>
          <p:nvPr/>
        </p:nvSpPr>
        <p:spPr>
          <a:xfrm>
            <a:off x="7717320" y="4387320"/>
            <a:ext cx="540000" cy="24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92" name="Google Shape;492;p3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36"/>
          <p:cNvPicPr preferRelativeResize="0"/>
          <p:nvPr/>
        </p:nvPicPr>
        <p:blipFill rotWithShape="1">
          <a:blip r:embed="rId3">
            <a:alphaModFix/>
          </a:blip>
          <a:srcRect b="0" l="0" r="0" t="0"/>
          <a:stretch/>
        </p:blipFill>
        <p:spPr>
          <a:xfrm>
            <a:off x="360" y="553680"/>
            <a:ext cx="10080360" cy="4563360"/>
          </a:xfrm>
          <a:prstGeom prst="rect">
            <a:avLst/>
          </a:prstGeom>
          <a:noFill/>
          <a:ln>
            <a:noFill/>
          </a:ln>
        </p:spPr>
      </p:pic>
      <p:sp>
        <p:nvSpPr>
          <p:cNvPr id="498" name="Google Shape;498;p36"/>
          <p:cNvSpPr/>
          <p:nvPr/>
        </p:nvSpPr>
        <p:spPr>
          <a:xfrm>
            <a:off x="7897320" y="742320"/>
            <a:ext cx="2137680" cy="58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99" name="Google Shape;499;p3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37"/>
          <p:cNvPicPr preferRelativeResize="0"/>
          <p:nvPr/>
        </p:nvPicPr>
        <p:blipFill rotWithShape="1">
          <a:blip r:embed="rId3">
            <a:alphaModFix/>
          </a:blip>
          <a:srcRect b="0" l="0" r="0" t="0"/>
          <a:stretch/>
        </p:blipFill>
        <p:spPr>
          <a:xfrm>
            <a:off x="2930760" y="1020960"/>
            <a:ext cx="4219560" cy="3629160"/>
          </a:xfrm>
          <a:prstGeom prst="rect">
            <a:avLst/>
          </a:prstGeom>
          <a:noFill/>
          <a:ln>
            <a:noFill/>
          </a:ln>
        </p:spPr>
      </p:pic>
      <p:sp>
        <p:nvSpPr>
          <p:cNvPr id="505" name="Google Shape;505;p37"/>
          <p:cNvSpPr/>
          <p:nvPr/>
        </p:nvSpPr>
        <p:spPr>
          <a:xfrm>
            <a:off x="3082320" y="4140000"/>
            <a:ext cx="1980000" cy="36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06" name="Google Shape;506;p3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38"/>
          <p:cNvPicPr preferRelativeResize="0"/>
          <p:nvPr/>
        </p:nvPicPr>
        <p:blipFill rotWithShape="1">
          <a:blip r:embed="rId3">
            <a:alphaModFix/>
          </a:blip>
          <a:srcRect b="0" l="0" r="0" t="0"/>
          <a:stretch/>
        </p:blipFill>
        <p:spPr>
          <a:xfrm>
            <a:off x="360" y="557280"/>
            <a:ext cx="10080360" cy="4556160"/>
          </a:xfrm>
          <a:prstGeom prst="rect">
            <a:avLst/>
          </a:prstGeom>
          <a:noFill/>
          <a:ln>
            <a:noFill/>
          </a:ln>
        </p:spPr>
      </p:pic>
      <p:sp>
        <p:nvSpPr>
          <p:cNvPr id="512" name="Google Shape;512;p38"/>
          <p:cNvSpPr/>
          <p:nvPr/>
        </p:nvSpPr>
        <p:spPr>
          <a:xfrm>
            <a:off x="7875000" y="742320"/>
            <a:ext cx="2160000" cy="58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13" name="Google Shape;513;p3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39"/>
          <p:cNvPicPr preferRelativeResize="0"/>
          <p:nvPr/>
        </p:nvPicPr>
        <p:blipFill rotWithShape="1">
          <a:blip r:embed="rId3">
            <a:alphaModFix/>
          </a:blip>
          <a:srcRect b="0" l="0" r="0" t="0"/>
          <a:stretch/>
        </p:blipFill>
        <p:spPr>
          <a:xfrm>
            <a:off x="360" y="550800"/>
            <a:ext cx="10080360" cy="4569120"/>
          </a:xfrm>
          <a:prstGeom prst="rect">
            <a:avLst/>
          </a:prstGeom>
          <a:noFill/>
          <a:ln>
            <a:noFill/>
          </a:ln>
        </p:spPr>
      </p:pic>
      <p:sp>
        <p:nvSpPr>
          <p:cNvPr id="519" name="Google Shape;519;p39"/>
          <p:cNvSpPr/>
          <p:nvPr/>
        </p:nvSpPr>
        <p:spPr>
          <a:xfrm>
            <a:off x="7875000" y="742680"/>
            <a:ext cx="2160000" cy="51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20" name="Google Shape;520;p39"/>
          <p:cNvSpPr/>
          <p:nvPr/>
        </p:nvSpPr>
        <p:spPr>
          <a:xfrm>
            <a:off x="1462320" y="1912320"/>
            <a:ext cx="8325000" cy="65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21" name="Google Shape;521;p3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0"/>
          <p:cNvSpPr txBox="1"/>
          <p:nvPr>
            <p:ph type="title"/>
          </p:nvPr>
        </p:nvSpPr>
        <p:spPr>
          <a:xfrm>
            <a:off x="1086775" y="793150"/>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Unity y Smart App Control de Microsoft</a:t>
            </a:r>
            <a:endParaRPr b="0" sz="4400" u="none" strike="noStrike">
              <a:solidFill>
                <a:srgbClr val="000000"/>
              </a:solidFill>
              <a:latin typeface="Arial"/>
              <a:ea typeface="Arial"/>
              <a:cs typeface="Arial"/>
              <a:sym typeface="Arial"/>
            </a:endParaRPr>
          </a:p>
        </p:txBody>
      </p:sp>
      <p:sp>
        <p:nvSpPr>
          <p:cNvPr id="527" name="Google Shape;527;p40"/>
          <p:cNvSpPr txBox="1"/>
          <p:nvPr>
            <p:ph idx="1" type="body"/>
          </p:nvPr>
        </p:nvSpPr>
        <p:spPr>
          <a:xfrm>
            <a:off x="1102537" y="2133100"/>
            <a:ext cx="7743000" cy="2740500"/>
          </a:xfrm>
          <a:prstGeom prst="rect">
            <a:avLst/>
          </a:prstGeom>
          <a:noFill/>
          <a:ln>
            <a:noFill/>
          </a:ln>
        </p:spPr>
        <p:txBody>
          <a:bodyPr anchorCtr="0" anchor="t" bIns="0" lIns="0" spcFirstLastPara="1" rIns="0" wrap="square" tIns="0">
            <a:normAutofit fontScale="85000" lnSpcReduction="10000"/>
          </a:bodyPr>
          <a:lstStyle/>
          <a:p>
            <a:pPr indent="-310284" lvl="0" marL="432000" marR="0" rtl="0" algn="l">
              <a:lnSpc>
                <a:spcPct val="100000"/>
              </a:lnSpc>
              <a:spcBef>
                <a:spcPts val="0"/>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Es una función de seguridad de Windows 11</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Sirve para bloquear o advertir sobre aplicaciones potencialmente maliciosas, no confiables o con reputación insuficiente</a:t>
            </a:r>
            <a:endParaRPr b="0" i="0" sz="3200" u="none" cap="none" strike="noStrike">
              <a:solidFill>
                <a:srgbClr val="000000"/>
              </a:solidFill>
              <a:latin typeface="Arial"/>
              <a:ea typeface="Arial"/>
              <a:cs typeface="Arial"/>
              <a:sym typeface="Arial"/>
            </a:endParaRPr>
          </a:p>
          <a:p>
            <a:pPr indent="-310284" lvl="0" marL="432000" marR="0" rtl="0" algn="l">
              <a:lnSpc>
                <a:spcPct val="100000"/>
              </a:lnSpc>
              <a:spcBef>
                <a:spcPts val="1417"/>
              </a:spcBef>
              <a:spcAft>
                <a:spcPts val="0"/>
              </a:spcAft>
              <a:buClr>
                <a:srgbClr val="000000"/>
              </a:buClr>
              <a:buSzPct val="45000"/>
              <a:buFont typeface="Noto Sans Symbols"/>
              <a:buChar char="●"/>
            </a:pPr>
            <a:r>
              <a:rPr b="0" i="0" lang="es-ES" sz="3200" u="none" cap="none" strike="noStrike">
                <a:solidFill>
                  <a:srgbClr val="000000"/>
                </a:solidFill>
                <a:latin typeface="Arial"/>
                <a:ea typeface="Arial"/>
                <a:cs typeface="Arial"/>
                <a:sym typeface="Arial"/>
              </a:rPr>
              <a:t>Desactivar el control inteligente de aplicaciones porque entra en conflicto con Unity</a:t>
            </a:r>
            <a:endParaRPr b="0" i="0" sz="3200" u="none" cap="none" strike="noStrike">
              <a:solidFill>
                <a:srgbClr val="000000"/>
              </a:solidFill>
              <a:latin typeface="Arial"/>
              <a:ea typeface="Arial"/>
              <a:cs typeface="Arial"/>
              <a:sym typeface="Arial"/>
            </a:endParaRPr>
          </a:p>
        </p:txBody>
      </p:sp>
      <p:sp>
        <p:nvSpPr>
          <p:cNvPr id="528" name="Google Shape;528;p4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41"/>
          <p:cNvPicPr preferRelativeResize="0"/>
          <p:nvPr/>
        </p:nvPicPr>
        <p:blipFill rotWithShape="1">
          <a:blip r:embed="rId3">
            <a:alphaModFix/>
          </a:blip>
          <a:srcRect b="0" l="0" r="0" t="0"/>
          <a:stretch/>
        </p:blipFill>
        <p:spPr>
          <a:xfrm>
            <a:off x="2279520" y="360"/>
            <a:ext cx="5522040" cy="5670360"/>
          </a:xfrm>
          <a:prstGeom prst="rect">
            <a:avLst/>
          </a:prstGeom>
          <a:noFill/>
          <a:ln>
            <a:noFill/>
          </a:ln>
        </p:spPr>
      </p:pic>
      <p:sp>
        <p:nvSpPr>
          <p:cNvPr id="534" name="Google Shape;534;p41"/>
          <p:cNvSpPr/>
          <p:nvPr/>
        </p:nvSpPr>
        <p:spPr>
          <a:xfrm>
            <a:off x="2475000" y="742320"/>
            <a:ext cx="2340000" cy="49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35" name="Google Shape;535;p4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id="540" name="Google Shape;540;p42"/>
          <p:cNvPicPr preferRelativeResize="0"/>
          <p:nvPr/>
        </p:nvPicPr>
        <p:blipFill rotWithShape="1">
          <a:blip r:embed="rId3">
            <a:alphaModFix/>
          </a:blip>
          <a:srcRect b="0" l="0" r="0" t="0"/>
          <a:stretch/>
        </p:blipFill>
        <p:spPr>
          <a:xfrm>
            <a:off x="360" y="768600"/>
            <a:ext cx="10080360" cy="4133880"/>
          </a:xfrm>
          <a:prstGeom prst="rect">
            <a:avLst/>
          </a:prstGeom>
          <a:noFill/>
          <a:ln>
            <a:noFill/>
          </a:ln>
        </p:spPr>
      </p:pic>
      <p:sp>
        <p:nvSpPr>
          <p:cNvPr id="541" name="Google Shape;541;p42"/>
          <p:cNvSpPr/>
          <p:nvPr/>
        </p:nvSpPr>
        <p:spPr>
          <a:xfrm>
            <a:off x="6165000" y="2025000"/>
            <a:ext cx="1192320" cy="65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42" name="Google Shape;542;p4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43"/>
          <p:cNvPicPr preferRelativeResize="0"/>
          <p:nvPr/>
        </p:nvPicPr>
        <p:blipFill rotWithShape="1">
          <a:blip r:embed="rId3">
            <a:alphaModFix/>
          </a:blip>
          <a:srcRect b="0" l="0" r="0" t="0"/>
          <a:stretch/>
        </p:blipFill>
        <p:spPr>
          <a:xfrm>
            <a:off x="613800" y="451080"/>
            <a:ext cx="8853120" cy="4768560"/>
          </a:xfrm>
          <a:prstGeom prst="rect">
            <a:avLst/>
          </a:prstGeom>
          <a:noFill/>
          <a:ln>
            <a:noFill/>
          </a:ln>
        </p:spPr>
      </p:pic>
      <p:sp>
        <p:nvSpPr>
          <p:cNvPr id="548" name="Google Shape;548;p43"/>
          <p:cNvSpPr/>
          <p:nvPr/>
        </p:nvSpPr>
        <p:spPr>
          <a:xfrm>
            <a:off x="2272320" y="1530000"/>
            <a:ext cx="155268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49" name="Google Shape;549;p4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pic>
        <p:nvPicPr>
          <p:cNvPr id="554" name="Google Shape;554;p44"/>
          <p:cNvPicPr preferRelativeResize="0"/>
          <p:nvPr/>
        </p:nvPicPr>
        <p:blipFill rotWithShape="1">
          <a:blip r:embed="rId3">
            <a:alphaModFix/>
          </a:blip>
          <a:srcRect b="0" l="0" r="0" t="0"/>
          <a:stretch/>
        </p:blipFill>
        <p:spPr>
          <a:xfrm>
            <a:off x="630720" y="468360"/>
            <a:ext cx="8819640" cy="4734000"/>
          </a:xfrm>
          <a:prstGeom prst="rect">
            <a:avLst/>
          </a:prstGeom>
          <a:noFill/>
          <a:ln>
            <a:noFill/>
          </a:ln>
        </p:spPr>
      </p:pic>
      <p:sp>
        <p:nvSpPr>
          <p:cNvPr id="555" name="Google Shape;555;p44"/>
          <p:cNvSpPr/>
          <p:nvPr/>
        </p:nvSpPr>
        <p:spPr>
          <a:xfrm>
            <a:off x="2250000" y="2340000"/>
            <a:ext cx="56232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56" name="Google Shape;556;p4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5"/>
          <p:cNvSpPr txBox="1"/>
          <p:nvPr>
            <p:ph type="title"/>
          </p:nvPr>
        </p:nvSpPr>
        <p:spPr>
          <a:xfrm>
            <a:off x="1086786" y="910251"/>
            <a:ext cx="7743000" cy="677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Comprobaciones</a:t>
            </a:r>
            <a:endParaRPr b="0" sz="4400" u="none" strike="noStrike">
              <a:solidFill>
                <a:srgbClr val="000000"/>
              </a:solidFill>
              <a:latin typeface="Arial"/>
              <a:ea typeface="Arial"/>
              <a:cs typeface="Arial"/>
              <a:sym typeface="Arial"/>
            </a:endParaRPr>
          </a:p>
        </p:txBody>
      </p:sp>
      <p:sp>
        <p:nvSpPr>
          <p:cNvPr id="562" name="Google Shape;562;p45"/>
          <p:cNvSpPr txBox="1"/>
          <p:nvPr>
            <p:ph idx="1" type="body"/>
          </p:nvPr>
        </p:nvSpPr>
        <p:spPr>
          <a:xfrm>
            <a:off x="1102537" y="2008320"/>
            <a:ext cx="7743000" cy="2740500"/>
          </a:xfrm>
          <a:prstGeom prst="rect">
            <a:avLst/>
          </a:prstGeom>
          <a:noFill/>
          <a:ln>
            <a:noFill/>
          </a:ln>
        </p:spPr>
        <p:txBody>
          <a:bodyPr anchorCtr="0" anchor="t" bIns="0" lIns="0" spcFirstLastPara="1" rIns="0" wrap="square" tIns="0">
            <a:normAutofit/>
          </a:bodyPr>
          <a:lstStyle/>
          <a:p>
            <a:pPr indent="-324000" lvl="0" marL="432000" marR="0" rtl="0" algn="l">
              <a:lnSpc>
                <a:spcPct val="100000"/>
              </a:lnSpc>
              <a:spcBef>
                <a:spcPts val="0"/>
              </a:spcBef>
              <a:spcAft>
                <a:spcPts val="0"/>
              </a:spcAft>
              <a:buClr>
                <a:srgbClr val="000000"/>
              </a:buClr>
              <a:buSzPts val="1440"/>
              <a:buFont typeface="Noto Sans Symbols"/>
              <a:buChar char="●"/>
            </a:pPr>
            <a:r>
              <a:rPr b="0" i="0" lang="es-ES" sz="3200" u="none" cap="none" strike="noStrike">
                <a:solidFill>
                  <a:srgbClr val="000000"/>
                </a:solidFill>
                <a:latin typeface="Arial"/>
                <a:ea typeface="Arial"/>
                <a:cs typeface="Arial"/>
                <a:sym typeface="Arial"/>
              </a:rPr>
              <a:t>Git instalado</a:t>
            </a:r>
            <a:endParaRPr b="0" i="0" sz="3200" u="none" cap="none" strike="noStrike">
              <a:solidFill>
                <a:srgbClr val="000000"/>
              </a:solidFill>
              <a:latin typeface="Arial"/>
              <a:ea typeface="Arial"/>
              <a:cs typeface="Arial"/>
              <a:sym typeface="Arial"/>
            </a:endParaRPr>
          </a:p>
          <a:p>
            <a:pPr indent="-324000" lvl="0" marL="432000" marR="0" rtl="0" algn="l">
              <a:lnSpc>
                <a:spcPct val="100000"/>
              </a:lnSpc>
              <a:spcBef>
                <a:spcPts val="1417"/>
              </a:spcBef>
              <a:spcAft>
                <a:spcPts val="0"/>
              </a:spcAft>
              <a:buClr>
                <a:srgbClr val="000000"/>
              </a:buClr>
              <a:buSzPts val="1440"/>
              <a:buFont typeface="Noto Sans Symbols"/>
              <a:buChar char="●"/>
            </a:pPr>
            <a:r>
              <a:rPr b="0" i="0" lang="es-ES" sz="3200" u="none" cap="none" strike="noStrike">
                <a:solidFill>
                  <a:srgbClr val="000000"/>
                </a:solidFill>
                <a:latin typeface="Arial"/>
                <a:ea typeface="Arial"/>
                <a:cs typeface="Arial"/>
                <a:sym typeface="Arial"/>
              </a:rPr>
              <a:t>Creación de proyecto en Unity</a:t>
            </a:r>
            <a:endParaRPr b="0" i="0" sz="3200" u="none" cap="none" strike="noStrike">
              <a:solidFill>
                <a:srgbClr val="000000"/>
              </a:solidFill>
              <a:latin typeface="Arial"/>
              <a:ea typeface="Arial"/>
              <a:cs typeface="Arial"/>
              <a:sym typeface="Arial"/>
            </a:endParaRPr>
          </a:p>
          <a:p>
            <a:pPr indent="-324000" lvl="0" marL="432000" marR="0" rtl="0" algn="l">
              <a:lnSpc>
                <a:spcPct val="100000"/>
              </a:lnSpc>
              <a:spcBef>
                <a:spcPts val="1417"/>
              </a:spcBef>
              <a:spcAft>
                <a:spcPts val="0"/>
              </a:spcAft>
              <a:buClr>
                <a:srgbClr val="000000"/>
              </a:buClr>
              <a:buSzPts val="1440"/>
              <a:buFont typeface="Noto Sans Symbols"/>
              <a:buChar char="●"/>
            </a:pPr>
            <a:r>
              <a:rPr b="0" i="0" lang="es-ES" sz="3200" u="none" cap="none" strike="noStrike">
                <a:solidFill>
                  <a:srgbClr val="000000"/>
                </a:solidFill>
                <a:latin typeface="Arial"/>
                <a:ea typeface="Arial"/>
                <a:cs typeface="Arial"/>
                <a:sym typeface="Arial"/>
              </a:rPr>
              <a:t>VS Code como editor de scripts en Unity</a:t>
            </a:r>
            <a:endParaRPr b="0" i="0" sz="3200" u="none" cap="none" strike="noStrike">
              <a:solidFill>
                <a:srgbClr val="000000"/>
              </a:solidFill>
              <a:latin typeface="Arial"/>
              <a:ea typeface="Arial"/>
              <a:cs typeface="Arial"/>
              <a:sym typeface="Arial"/>
            </a:endParaRPr>
          </a:p>
        </p:txBody>
      </p:sp>
      <p:sp>
        <p:nvSpPr>
          <p:cNvPr id="563" name="Google Shape;563;p4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47"/>
          <p:cNvPicPr preferRelativeResize="0"/>
          <p:nvPr/>
        </p:nvPicPr>
        <p:blipFill rotWithShape="1">
          <a:blip r:embed="rId3">
            <a:alphaModFix/>
          </a:blip>
          <a:srcRect b="0" l="0" r="0" t="0"/>
          <a:stretch/>
        </p:blipFill>
        <p:spPr>
          <a:xfrm>
            <a:off x="2073600" y="2141295"/>
            <a:ext cx="5933880" cy="2580840"/>
          </a:xfrm>
          <a:prstGeom prst="rect">
            <a:avLst/>
          </a:prstGeom>
          <a:noFill/>
          <a:ln>
            <a:noFill/>
          </a:ln>
        </p:spPr>
      </p:pic>
      <p:sp>
        <p:nvSpPr>
          <p:cNvPr id="569" name="Google Shape;569;p47"/>
          <p:cNvSpPr/>
          <p:nvPr/>
        </p:nvSpPr>
        <p:spPr>
          <a:xfrm>
            <a:off x="3555000" y="3116175"/>
            <a:ext cx="11922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70" name="Google Shape;570;p47"/>
          <p:cNvSpPr/>
          <p:nvPr/>
        </p:nvSpPr>
        <p:spPr>
          <a:xfrm>
            <a:off x="2092320" y="3296175"/>
            <a:ext cx="2430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71" name="Google Shape;571;p4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
        <p:nvSpPr>
          <p:cNvPr id="572" name="Google Shape;572;p47"/>
          <p:cNvSpPr txBox="1"/>
          <p:nvPr>
            <p:ph type="title"/>
          </p:nvPr>
        </p:nvSpPr>
        <p:spPr>
          <a:xfrm>
            <a:off x="1169048" y="956351"/>
            <a:ext cx="7743000" cy="979800"/>
          </a:xfrm>
          <a:prstGeom prst="rect">
            <a:avLst/>
          </a:prstGeom>
        </p:spPr>
        <p:txBody>
          <a:bodyPr anchorCtr="0" anchor="ctr" bIns="35425" lIns="70875" spcFirstLastPara="1" rIns="70875" wrap="square" tIns="35425">
            <a:normAutofit fontScale="90000"/>
          </a:bodyPr>
          <a:lstStyle/>
          <a:p>
            <a:pPr indent="0" lvl="0" marL="0" rtl="0" algn="ctr">
              <a:spcBef>
                <a:spcPts val="0"/>
              </a:spcBef>
              <a:spcAft>
                <a:spcPts val="0"/>
              </a:spcAft>
              <a:buClr>
                <a:schemeClr val="dk1"/>
              </a:buClr>
              <a:buSzPct val="100000"/>
              <a:buFont typeface="Arial"/>
              <a:buNone/>
            </a:pPr>
            <a:r>
              <a:rPr b="0" lang="es-ES" sz="4400">
                <a:latin typeface="Arial"/>
                <a:ea typeface="Arial"/>
                <a:cs typeface="Arial"/>
                <a:sym typeface="Arial"/>
              </a:rPr>
              <a:t>Comprobaciones: Git instalado</a:t>
            </a:r>
            <a:endParaRPr b="0" sz="44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8"/>
          <p:cNvSpPr txBox="1"/>
          <p:nvPr>
            <p:ph type="title"/>
          </p:nvPr>
        </p:nvSpPr>
        <p:spPr>
          <a:xfrm>
            <a:off x="1168823" y="2158026"/>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Comprobaciones: Creación de proyecto en Unity</a:t>
            </a:r>
            <a:endParaRPr b="0" sz="4400" u="none" strike="noStrike">
              <a:solidFill>
                <a:srgbClr val="000000"/>
              </a:solidFill>
              <a:latin typeface="Arial"/>
              <a:ea typeface="Arial"/>
              <a:cs typeface="Arial"/>
              <a:sym typeface="Arial"/>
            </a:endParaRPr>
          </a:p>
        </p:txBody>
      </p:sp>
      <p:sp>
        <p:nvSpPr>
          <p:cNvPr id="578" name="Google Shape;578;p4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49"/>
          <p:cNvPicPr preferRelativeResize="0"/>
          <p:nvPr/>
        </p:nvPicPr>
        <p:blipFill rotWithShape="1">
          <a:blip r:embed="rId3">
            <a:alphaModFix/>
          </a:blip>
          <a:srcRect b="0" l="0" r="0" t="0"/>
          <a:stretch/>
        </p:blipFill>
        <p:spPr>
          <a:xfrm>
            <a:off x="360" y="550800"/>
            <a:ext cx="10080360" cy="4569120"/>
          </a:xfrm>
          <a:prstGeom prst="rect">
            <a:avLst/>
          </a:prstGeom>
          <a:noFill/>
          <a:ln>
            <a:noFill/>
          </a:ln>
        </p:spPr>
      </p:pic>
      <p:sp>
        <p:nvSpPr>
          <p:cNvPr id="584" name="Google Shape;584;p49"/>
          <p:cNvSpPr/>
          <p:nvPr/>
        </p:nvSpPr>
        <p:spPr>
          <a:xfrm>
            <a:off x="135000" y="1305000"/>
            <a:ext cx="49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85" name="Google Shape;585;p4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50"/>
          <p:cNvPicPr preferRelativeResize="0"/>
          <p:nvPr/>
        </p:nvPicPr>
        <p:blipFill rotWithShape="1">
          <a:blip r:embed="rId3">
            <a:alphaModFix/>
          </a:blip>
          <a:srcRect b="0" l="0" r="0" t="0"/>
          <a:stretch/>
        </p:blipFill>
        <p:spPr>
          <a:xfrm>
            <a:off x="360" y="548280"/>
            <a:ext cx="10080360" cy="4574160"/>
          </a:xfrm>
          <a:prstGeom prst="rect">
            <a:avLst/>
          </a:prstGeom>
          <a:noFill/>
          <a:ln>
            <a:noFill/>
          </a:ln>
        </p:spPr>
      </p:pic>
      <p:sp>
        <p:nvSpPr>
          <p:cNvPr id="591" name="Google Shape;591;p50"/>
          <p:cNvSpPr/>
          <p:nvPr/>
        </p:nvSpPr>
        <p:spPr>
          <a:xfrm>
            <a:off x="5692320" y="2925000"/>
            <a:ext cx="76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92" name="Google Shape;592;p5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pic>
        <p:nvPicPr>
          <p:cNvPr id="597" name="Google Shape;597;p51"/>
          <p:cNvPicPr preferRelativeResize="0"/>
          <p:nvPr/>
        </p:nvPicPr>
        <p:blipFill rotWithShape="1">
          <a:blip r:embed="rId3">
            <a:alphaModFix/>
          </a:blip>
          <a:srcRect b="0" l="0" r="0" t="0"/>
          <a:stretch/>
        </p:blipFill>
        <p:spPr>
          <a:xfrm>
            <a:off x="360" y="553320"/>
            <a:ext cx="10080360" cy="4564080"/>
          </a:xfrm>
          <a:prstGeom prst="rect">
            <a:avLst/>
          </a:prstGeom>
          <a:noFill/>
          <a:ln>
            <a:noFill/>
          </a:ln>
        </p:spPr>
      </p:pic>
      <p:sp>
        <p:nvSpPr>
          <p:cNvPr id="598" name="Google Shape;598;p51"/>
          <p:cNvSpPr/>
          <p:nvPr/>
        </p:nvSpPr>
        <p:spPr>
          <a:xfrm>
            <a:off x="7965000" y="1530000"/>
            <a:ext cx="13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99" name="Google Shape;599;p51"/>
          <p:cNvSpPr/>
          <p:nvPr/>
        </p:nvSpPr>
        <p:spPr>
          <a:xfrm>
            <a:off x="7402320" y="2092320"/>
            <a:ext cx="49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00" name="Google Shape;600;p5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pic>
        <p:nvPicPr>
          <p:cNvPr id="605" name="Google Shape;605;p52"/>
          <p:cNvPicPr preferRelativeResize="0"/>
          <p:nvPr/>
        </p:nvPicPr>
        <p:blipFill rotWithShape="1">
          <a:blip r:embed="rId3">
            <a:alphaModFix/>
          </a:blip>
          <a:srcRect b="0" l="0" r="0" t="0"/>
          <a:stretch/>
        </p:blipFill>
        <p:spPr>
          <a:xfrm>
            <a:off x="360" y="557640"/>
            <a:ext cx="10080360" cy="4555800"/>
          </a:xfrm>
          <a:prstGeom prst="rect">
            <a:avLst/>
          </a:prstGeom>
          <a:noFill/>
          <a:ln>
            <a:noFill/>
          </a:ln>
        </p:spPr>
      </p:pic>
      <p:sp>
        <p:nvSpPr>
          <p:cNvPr id="606" name="Google Shape;606;p52"/>
          <p:cNvSpPr/>
          <p:nvPr/>
        </p:nvSpPr>
        <p:spPr>
          <a:xfrm>
            <a:off x="7515000" y="1530000"/>
            <a:ext cx="58536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07" name="Google Shape;607;p52"/>
          <p:cNvSpPr/>
          <p:nvPr/>
        </p:nvSpPr>
        <p:spPr>
          <a:xfrm>
            <a:off x="1304640" y="1777320"/>
            <a:ext cx="1665360" cy="153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08" name="Google Shape;608;p52"/>
          <p:cNvSpPr/>
          <p:nvPr/>
        </p:nvSpPr>
        <p:spPr>
          <a:xfrm>
            <a:off x="8437320" y="2655000"/>
            <a:ext cx="58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09" name="Google Shape;609;p52"/>
          <p:cNvSpPr/>
          <p:nvPr/>
        </p:nvSpPr>
        <p:spPr>
          <a:xfrm>
            <a:off x="8910000" y="3015000"/>
            <a:ext cx="495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10" name="Google Shape;610;p52"/>
          <p:cNvSpPr/>
          <p:nvPr/>
        </p:nvSpPr>
        <p:spPr>
          <a:xfrm>
            <a:off x="8235000" y="4815000"/>
            <a:ext cx="173232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11" name="Google Shape;611;p5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pic>
        <p:nvPicPr>
          <p:cNvPr id="616" name="Google Shape;616;p53"/>
          <p:cNvPicPr preferRelativeResize="0"/>
          <p:nvPr/>
        </p:nvPicPr>
        <p:blipFill rotWithShape="1">
          <a:blip r:embed="rId3">
            <a:alphaModFix/>
          </a:blip>
          <a:srcRect b="0" l="0" r="0" t="0"/>
          <a:stretch/>
        </p:blipFill>
        <p:spPr>
          <a:xfrm>
            <a:off x="360" y="550800"/>
            <a:ext cx="10080360" cy="4569120"/>
          </a:xfrm>
          <a:prstGeom prst="rect">
            <a:avLst/>
          </a:prstGeom>
          <a:noFill/>
          <a:ln>
            <a:noFill/>
          </a:ln>
        </p:spPr>
      </p:pic>
      <p:sp>
        <p:nvSpPr>
          <p:cNvPr id="617" name="Google Shape;617;p53"/>
          <p:cNvSpPr/>
          <p:nvPr/>
        </p:nvSpPr>
        <p:spPr>
          <a:xfrm>
            <a:off x="1462320" y="1912320"/>
            <a:ext cx="841500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18" name="Google Shape;618;p5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54"/>
          <p:cNvPicPr preferRelativeResize="0"/>
          <p:nvPr/>
        </p:nvPicPr>
        <p:blipFill rotWithShape="1">
          <a:blip r:embed="rId3">
            <a:alphaModFix/>
          </a:blip>
          <a:srcRect b="0" l="0" r="0" t="0"/>
          <a:stretch/>
        </p:blipFill>
        <p:spPr>
          <a:xfrm>
            <a:off x="2044800" y="444600"/>
            <a:ext cx="5991480" cy="4781520"/>
          </a:xfrm>
          <a:prstGeom prst="rect">
            <a:avLst/>
          </a:prstGeom>
          <a:noFill/>
          <a:ln>
            <a:noFill/>
          </a:ln>
        </p:spPr>
      </p:pic>
      <p:sp>
        <p:nvSpPr>
          <p:cNvPr id="624" name="Google Shape;624;p54"/>
          <p:cNvSpPr/>
          <p:nvPr/>
        </p:nvSpPr>
        <p:spPr>
          <a:xfrm>
            <a:off x="2137320" y="4635000"/>
            <a:ext cx="3105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25" name="Google Shape;625;p54"/>
          <p:cNvSpPr/>
          <p:nvPr/>
        </p:nvSpPr>
        <p:spPr>
          <a:xfrm>
            <a:off x="4882320" y="4860000"/>
            <a:ext cx="1485000" cy="24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26" name="Google Shape;626;p5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pic>
        <p:nvPicPr>
          <p:cNvPr id="631" name="Google Shape;631;p55"/>
          <p:cNvPicPr preferRelativeResize="0"/>
          <p:nvPr/>
        </p:nvPicPr>
        <p:blipFill rotWithShape="1">
          <a:blip r:embed="rId3">
            <a:alphaModFix/>
          </a:blip>
          <a:srcRect b="0" l="0" r="0" t="0"/>
          <a:stretch/>
        </p:blipFill>
        <p:spPr>
          <a:xfrm>
            <a:off x="394560" y="0"/>
            <a:ext cx="9291960" cy="4911840"/>
          </a:xfrm>
          <a:prstGeom prst="rect">
            <a:avLst/>
          </a:prstGeom>
          <a:noFill/>
          <a:ln>
            <a:noFill/>
          </a:ln>
        </p:spPr>
      </p:pic>
      <p:sp>
        <p:nvSpPr>
          <p:cNvPr id="632" name="Google Shape;632;p55"/>
          <p:cNvSpPr/>
          <p:nvPr/>
        </p:nvSpPr>
        <p:spPr>
          <a:xfrm>
            <a:off x="900000" y="3015000"/>
            <a:ext cx="51732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33" name="Google Shape;633;p5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6"/>
          <p:cNvSpPr txBox="1"/>
          <p:nvPr>
            <p:ph type="title"/>
          </p:nvPr>
        </p:nvSpPr>
        <p:spPr>
          <a:xfrm>
            <a:off x="975861" y="2158026"/>
            <a:ext cx="7743000" cy="13545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Clr>
                <a:srgbClr val="000000"/>
              </a:buClr>
              <a:buSzPts val="4400"/>
              <a:buFont typeface="Arial"/>
              <a:buNone/>
            </a:pPr>
            <a:r>
              <a:rPr b="0" lang="es-ES" sz="4400" u="none" strike="noStrike">
                <a:solidFill>
                  <a:srgbClr val="000000"/>
                </a:solidFill>
                <a:latin typeface="Arial"/>
                <a:ea typeface="Arial"/>
                <a:cs typeface="Arial"/>
                <a:sym typeface="Arial"/>
              </a:rPr>
              <a:t>Comprobaciones: VS Code como editor de scripts en Unity</a:t>
            </a:r>
            <a:endParaRPr b="0" sz="4400" u="none" strike="noStrike">
              <a:solidFill>
                <a:srgbClr val="000000"/>
              </a:solidFill>
              <a:latin typeface="Arial"/>
              <a:ea typeface="Arial"/>
              <a:cs typeface="Arial"/>
              <a:sym typeface="Arial"/>
            </a:endParaRPr>
          </a:p>
        </p:txBody>
      </p:sp>
      <p:sp>
        <p:nvSpPr>
          <p:cNvPr id="639" name="Google Shape;639;p5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pic>
        <p:nvPicPr>
          <p:cNvPr id="644" name="Google Shape;644;p57"/>
          <p:cNvPicPr preferRelativeResize="0"/>
          <p:nvPr/>
        </p:nvPicPr>
        <p:blipFill rotWithShape="1">
          <a:blip r:embed="rId3">
            <a:alphaModFix/>
          </a:blip>
          <a:srcRect b="0" l="0" r="0" t="0"/>
          <a:stretch/>
        </p:blipFill>
        <p:spPr>
          <a:xfrm>
            <a:off x="2876760" y="360"/>
            <a:ext cx="4327560" cy="5670360"/>
          </a:xfrm>
          <a:prstGeom prst="rect">
            <a:avLst/>
          </a:prstGeom>
          <a:noFill/>
          <a:ln>
            <a:noFill/>
          </a:ln>
        </p:spPr>
      </p:pic>
      <p:sp>
        <p:nvSpPr>
          <p:cNvPr id="645" name="Google Shape;645;p57"/>
          <p:cNvSpPr/>
          <p:nvPr/>
        </p:nvSpPr>
        <p:spPr>
          <a:xfrm>
            <a:off x="3172320" y="180000"/>
            <a:ext cx="24768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46" name="Google Shape;646;p57"/>
          <p:cNvSpPr/>
          <p:nvPr/>
        </p:nvSpPr>
        <p:spPr>
          <a:xfrm>
            <a:off x="3420000" y="5175000"/>
            <a:ext cx="65232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47" name="Google Shape;647;p5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p58"/>
          <p:cNvPicPr preferRelativeResize="0"/>
          <p:nvPr/>
        </p:nvPicPr>
        <p:blipFill rotWithShape="1">
          <a:blip r:embed="rId3">
            <a:alphaModFix/>
          </a:blip>
          <a:srcRect b="0" l="0" r="0" t="0"/>
          <a:stretch/>
        </p:blipFill>
        <p:spPr>
          <a:xfrm>
            <a:off x="2036880" y="360"/>
            <a:ext cx="6006960" cy="5670360"/>
          </a:xfrm>
          <a:prstGeom prst="rect">
            <a:avLst/>
          </a:prstGeom>
          <a:noFill/>
          <a:ln>
            <a:noFill/>
          </a:ln>
        </p:spPr>
      </p:pic>
      <p:sp>
        <p:nvSpPr>
          <p:cNvPr id="653" name="Google Shape;653;p58"/>
          <p:cNvSpPr/>
          <p:nvPr/>
        </p:nvSpPr>
        <p:spPr>
          <a:xfrm>
            <a:off x="2182320" y="3172680"/>
            <a:ext cx="945000" cy="157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54" name="Google Shape;654;p58"/>
          <p:cNvSpPr/>
          <p:nvPr/>
        </p:nvSpPr>
        <p:spPr>
          <a:xfrm>
            <a:off x="3780000" y="1102680"/>
            <a:ext cx="3960000" cy="20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55" name="Google Shape;655;p5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pic>
        <p:nvPicPr>
          <p:cNvPr id="660" name="Google Shape;660;p59"/>
          <p:cNvPicPr preferRelativeResize="0"/>
          <p:nvPr/>
        </p:nvPicPr>
        <p:blipFill rotWithShape="1">
          <a:blip r:embed="rId3">
            <a:alphaModFix/>
          </a:blip>
          <a:srcRect b="0" l="0" r="0" t="0"/>
          <a:stretch/>
        </p:blipFill>
        <p:spPr>
          <a:xfrm>
            <a:off x="3351960" y="360"/>
            <a:ext cx="3377160" cy="5670360"/>
          </a:xfrm>
          <a:prstGeom prst="rect">
            <a:avLst/>
          </a:prstGeom>
          <a:noFill/>
          <a:ln>
            <a:noFill/>
          </a:ln>
        </p:spPr>
      </p:pic>
      <p:sp>
        <p:nvSpPr>
          <p:cNvPr id="661" name="Google Shape;661;p59"/>
          <p:cNvSpPr/>
          <p:nvPr/>
        </p:nvSpPr>
        <p:spPr>
          <a:xfrm>
            <a:off x="3375000" y="3532320"/>
            <a:ext cx="51732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62" name="Google Shape;662;p59"/>
          <p:cNvSpPr/>
          <p:nvPr/>
        </p:nvSpPr>
        <p:spPr>
          <a:xfrm>
            <a:off x="3442320" y="4364640"/>
            <a:ext cx="450000" cy="15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63" name="Google Shape;663;p5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60"/>
          <p:cNvPicPr preferRelativeResize="0"/>
          <p:nvPr/>
        </p:nvPicPr>
        <p:blipFill rotWithShape="1">
          <a:blip r:embed="rId3">
            <a:alphaModFix/>
          </a:blip>
          <a:srcRect b="0" l="0" r="0" t="0"/>
          <a:stretch/>
        </p:blipFill>
        <p:spPr>
          <a:xfrm>
            <a:off x="1746720" y="360"/>
            <a:ext cx="6587280" cy="5670360"/>
          </a:xfrm>
          <a:prstGeom prst="rect">
            <a:avLst/>
          </a:prstGeom>
          <a:noFill/>
          <a:ln>
            <a:noFill/>
          </a:ln>
        </p:spPr>
      </p:pic>
      <p:sp>
        <p:nvSpPr>
          <p:cNvPr id="669" name="Google Shape;669;p60"/>
          <p:cNvSpPr/>
          <p:nvPr/>
        </p:nvSpPr>
        <p:spPr>
          <a:xfrm>
            <a:off x="4432320" y="4477320"/>
            <a:ext cx="180000" cy="20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0" name="Google Shape;670;p60"/>
          <p:cNvSpPr/>
          <p:nvPr/>
        </p:nvSpPr>
        <p:spPr>
          <a:xfrm>
            <a:off x="4815000" y="630000"/>
            <a:ext cx="315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1" name="Google Shape;671;p60"/>
          <p:cNvSpPr/>
          <p:nvPr/>
        </p:nvSpPr>
        <p:spPr>
          <a:xfrm>
            <a:off x="6997320" y="922320"/>
            <a:ext cx="900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2" name="Google Shape;672;p6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p61"/>
          <p:cNvPicPr preferRelativeResize="0"/>
          <p:nvPr/>
        </p:nvPicPr>
        <p:blipFill rotWithShape="1">
          <a:blip r:embed="rId3">
            <a:alphaModFix/>
          </a:blip>
          <a:srcRect b="0" l="0" r="0" t="0"/>
          <a:stretch/>
        </p:blipFill>
        <p:spPr>
          <a:xfrm>
            <a:off x="3215160" y="360"/>
            <a:ext cx="3650400" cy="5670360"/>
          </a:xfrm>
          <a:prstGeom prst="rect">
            <a:avLst/>
          </a:prstGeom>
          <a:noFill/>
          <a:ln>
            <a:noFill/>
          </a:ln>
        </p:spPr>
      </p:pic>
      <p:sp>
        <p:nvSpPr>
          <p:cNvPr id="678" name="Google Shape;678;p61"/>
          <p:cNvSpPr/>
          <p:nvPr/>
        </p:nvSpPr>
        <p:spPr>
          <a:xfrm>
            <a:off x="5850000" y="4072320"/>
            <a:ext cx="427320" cy="60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79" name="Google Shape;679;p6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pic>
        <p:nvPicPr>
          <p:cNvPr id="684" name="Google Shape;684;p62"/>
          <p:cNvPicPr preferRelativeResize="0"/>
          <p:nvPr/>
        </p:nvPicPr>
        <p:blipFill rotWithShape="1">
          <a:blip r:embed="rId3">
            <a:alphaModFix/>
          </a:blip>
          <a:srcRect b="0" l="0" r="0" t="0"/>
          <a:stretch/>
        </p:blipFill>
        <p:spPr>
          <a:xfrm>
            <a:off x="757080" y="160560"/>
            <a:ext cx="8566920" cy="5349960"/>
          </a:xfrm>
          <a:prstGeom prst="rect">
            <a:avLst/>
          </a:prstGeom>
          <a:noFill/>
          <a:ln>
            <a:noFill/>
          </a:ln>
        </p:spPr>
      </p:pic>
      <p:sp>
        <p:nvSpPr>
          <p:cNvPr id="685" name="Google Shape;685;p62"/>
          <p:cNvSpPr/>
          <p:nvPr/>
        </p:nvSpPr>
        <p:spPr>
          <a:xfrm>
            <a:off x="765000" y="179640"/>
            <a:ext cx="135000" cy="13536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6" name="Google Shape;686;p6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pic>
        <p:nvPicPr>
          <p:cNvPr id="691" name="Google Shape;691;p63"/>
          <p:cNvPicPr preferRelativeResize="0"/>
          <p:nvPr/>
        </p:nvPicPr>
        <p:blipFill rotWithShape="1">
          <a:blip r:embed="rId3">
            <a:alphaModFix/>
          </a:blip>
          <a:srcRect b="0" l="0" r="0" t="0"/>
          <a:stretch/>
        </p:blipFill>
        <p:spPr>
          <a:xfrm>
            <a:off x="1535040" y="749520"/>
            <a:ext cx="7011000" cy="4172040"/>
          </a:xfrm>
          <a:prstGeom prst="rect">
            <a:avLst/>
          </a:prstGeom>
          <a:noFill/>
          <a:ln>
            <a:noFill/>
          </a:ln>
        </p:spPr>
      </p:pic>
      <p:sp>
        <p:nvSpPr>
          <p:cNvPr id="692" name="Google Shape;692;p63"/>
          <p:cNvSpPr/>
          <p:nvPr/>
        </p:nvSpPr>
        <p:spPr>
          <a:xfrm>
            <a:off x="6030000" y="3127320"/>
            <a:ext cx="2250000" cy="20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93" name="Google Shape;693;p6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p64"/>
          <p:cNvPicPr preferRelativeResize="0"/>
          <p:nvPr/>
        </p:nvPicPr>
        <p:blipFill rotWithShape="1">
          <a:blip r:embed="rId3">
            <a:alphaModFix/>
          </a:blip>
          <a:srcRect b="0" l="0" r="0" t="0"/>
          <a:stretch/>
        </p:blipFill>
        <p:spPr>
          <a:xfrm>
            <a:off x="484560" y="534600"/>
            <a:ext cx="9111960" cy="4601880"/>
          </a:xfrm>
          <a:prstGeom prst="rect">
            <a:avLst/>
          </a:prstGeom>
          <a:noFill/>
          <a:ln>
            <a:noFill/>
          </a:ln>
        </p:spPr>
      </p:pic>
      <p:sp>
        <p:nvSpPr>
          <p:cNvPr id="699" name="Google Shape;699;p64"/>
          <p:cNvSpPr/>
          <p:nvPr/>
        </p:nvSpPr>
        <p:spPr>
          <a:xfrm>
            <a:off x="5152320" y="3689640"/>
            <a:ext cx="4320000" cy="87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00" name="Google Shape;700;p6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p65"/>
          <p:cNvPicPr preferRelativeResize="0"/>
          <p:nvPr/>
        </p:nvPicPr>
        <p:blipFill rotWithShape="1">
          <a:blip r:embed="rId3">
            <a:alphaModFix/>
          </a:blip>
          <a:srcRect b="0" l="0" r="0" t="0"/>
          <a:stretch/>
        </p:blipFill>
        <p:spPr>
          <a:xfrm>
            <a:off x="607680" y="476640"/>
            <a:ext cx="8865720" cy="4717800"/>
          </a:xfrm>
          <a:prstGeom prst="rect">
            <a:avLst/>
          </a:prstGeom>
          <a:noFill/>
          <a:ln>
            <a:noFill/>
          </a:ln>
        </p:spPr>
      </p:pic>
      <p:sp>
        <p:nvSpPr>
          <p:cNvPr id="706" name="Google Shape;706;p65"/>
          <p:cNvSpPr/>
          <p:nvPr/>
        </p:nvSpPr>
        <p:spPr>
          <a:xfrm>
            <a:off x="945000" y="1260000"/>
            <a:ext cx="562320" cy="11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07" name="Google Shape;707;p6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id="712" name="Google Shape;712;p66"/>
          <p:cNvPicPr preferRelativeResize="0"/>
          <p:nvPr/>
        </p:nvPicPr>
        <p:blipFill rotWithShape="1">
          <a:blip r:embed="rId3">
            <a:alphaModFix/>
          </a:blip>
          <a:srcRect b="0" l="0" r="0" t="0"/>
          <a:stretch/>
        </p:blipFill>
        <p:spPr>
          <a:xfrm>
            <a:off x="765000" y="573120"/>
            <a:ext cx="8550720" cy="4524840"/>
          </a:xfrm>
          <a:prstGeom prst="rect">
            <a:avLst/>
          </a:prstGeom>
          <a:noFill/>
          <a:ln>
            <a:noFill/>
          </a:ln>
        </p:spPr>
      </p:pic>
      <p:sp>
        <p:nvSpPr>
          <p:cNvPr id="713" name="Google Shape;713;p66"/>
          <p:cNvSpPr/>
          <p:nvPr/>
        </p:nvSpPr>
        <p:spPr>
          <a:xfrm>
            <a:off x="2857320" y="3780000"/>
            <a:ext cx="337680" cy="49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14" name="Google Shape;714;p66"/>
          <p:cNvSpPr/>
          <p:nvPr/>
        </p:nvSpPr>
        <p:spPr>
          <a:xfrm>
            <a:off x="7109640" y="3892320"/>
            <a:ext cx="1912680" cy="101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15" name="Google Shape;715;p6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id="720" name="Google Shape;720;p67"/>
          <p:cNvPicPr preferRelativeResize="0"/>
          <p:nvPr/>
        </p:nvPicPr>
        <p:blipFill rotWithShape="1">
          <a:blip r:embed="rId3">
            <a:alphaModFix/>
          </a:blip>
          <a:srcRect b="0" l="0" r="0" t="0"/>
          <a:stretch/>
        </p:blipFill>
        <p:spPr>
          <a:xfrm>
            <a:off x="630000" y="489960"/>
            <a:ext cx="8820720" cy="4691160"/>
          </a:xfrm>
          <a:prstGeom prst="rect">
            <a:avLst/>
          </a:prstGeom>
          <a:noFill/>
          <a:ln>
            <a:noFill/>
          </a:ln>
        </p:spPr>
      </p:pic>
      <p:sp>
        <p:nvSpPr>
          <p:cNvPr id="721" name="Google Shape;721;p67"/>
          <p:cNvSpPr/>
          <p:nvPr/>
        </p:nvSpPr>
        <p:spPr>
          <a:xfrm>
            <a:off x="7065000" y="3667320"/>
            <a:ext cx="855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22" name="Google Shape;722;p6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68"/>
          <p:cNvPicPr preferRelativeResize="0"/>
          <p:nvPr/>
        </p:nvPicPr>
        <p:blipFill rotWithShape="1">
          <a:blip r:embed="rId3">
            <a:alphaModFix/>
          </a:blip>
          <a:srcRect b="0" l="0" r="0" t="0"/>
          <a:stretch/>
        </p:blipFill>
        <p:spPr>
          <a:xfrm>
            <a:off x="595080" y="478440"/>
            <a:ext cx="8890920" cy="4713840"/>
          </a:xfrm>
          <a:prstGeom prst="rect">
            <a:avLst/>
          </a:prstGeom>
          <a:noFill/>
          <a:ln>
            <a:noFill/>
          </a:ln>
        </p:spPr>
      </p:pic>
      <p:sp>
        <p:nvSpPr>
          <p:cNvPr id="728" name="Google Shape;728;p68"/>
          <p:cNvSpPr/>
          <p:nvPr/>
        </p:nvSpPr>
        <p:spPr>
          <a:xfrm>
            <a:off x="7042320" y="832320"/>
            <a:ext cx="292680" cy="20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29" name="Google Shape;729;p68"/>
          <p:cNvSpPr/>
          <p:nvPr/>
        </p:nvSpPr>
        <p:spPr>
          <a:xfrm>
            <a:off x="1350000" y="4815000"/>
            <a:ext cx="855000" cy="11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30" name="Google Shape;730;p6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69"/>
          <p:cNvPicPr preferRelativeResize="0"/>
          <p:nvPr/>
        </p:nvPicPr>
        <p:blipFill rotWithShape="1">
          <a:blip r:embed="rId3">
            <a:alphaModFix/>
          </a:blip>
          <a:srcRect b="0" l="0" r="0" t="0"/>
          <a:stretch/>
        </p:blipFill>
        <p:spPr>
          <a:xfrm>
            <a:off x="550440" y="475560"/>
            <a:ext cx="8979840" cy="4719960"/>
          </a:xfrm>
          <a:prstGeom prst="rect">
            <a:avLst/>
          </a:prstGeom>
          <a:noFill/>
          <a:ln>
            <a:noFill/>
          </a:ln>
        </p:spPr>
      </p:pic>
      <p:sp>
        <p:nvSpPr>
          <p:cNvPr id="736" name="Google Shape;736;p69"/>
          <p:cNvSpPr/>
          <p:nvPr/>
        </p:nvSpPr>
        <p:spPr>
          <a:xfrm>
            <a:off x="1012320" y="1552320"/>
            <a:ext cx="78768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37" name="Google Shape;737;p6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id="742" name="Google Shape;742;p70"/>
          <p:cNvPicPr preferRelativeResize="0"/>
          <p:nvPr/>
        </p:nvPicPr>
        <p:blipFill rotWithShape="1">
          <a:blip r:embed="rId3">
            <a:alphaModFix/>
          </a:blip>
          <a:srcRect b="0" l="0" r="0" t="0"/>
          <a:stretch/>
        </p:blipFill>
        <p:spPr>
          <a:xfrm>
            <a:off x="582840" y="481320"/>
            <a:ext cx="8915400" cy="4708440"/>
          </a:xfrm>
          <a:prstGeom prst="rect">
            <a:avLst/>
          </a:prstGeom>
          <a:noFill/>
          <a:ln>
            <a:noFill/>
          </a:ln>
        </p:spPr>
      </p:pic>
      <p:sp>
        <p:nvSpPr>
          <p:cNvPr id="743" name="Google Shape;743;p70"/>
          <p:cNvSpPr/>
          <p:nvPr/>
        </p:nvSpPr>
        <p:spPr>
          <a:xfrm>
            <a:off x="9382320" y="3690000"/>
            <a:ext cx="115920" cy="11232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44" name="Google Shape;744;p70"/>
          <p:cNvSpPr/>
          <p:nvPr/>
        </p:nvSpPr>
        <p:spPr>
          <a:xfrm>
            <a:off x="8389080" y="3982320"/>
            <a:ext cx="655920" cy="11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45" name="Google Shape;745;p7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pic>
        <p:nvPicPr>
          <p:cNvPr id="750" name="Google Shape;750;p71"/>
          <p:cNvPicPr preferRelativeResize="0"/>
          <p:nvPr/>
        </p:nvPicPr>
        <p:blipFill rotWithShape="1">
          <a:blip r:embed="rId3">
            <a:alphaModFix/>
          </a:blip>
          <a:srcRect b="0" l="0" r="0" t="0"/>
          <a:stretch/>
        </p:blipFill>
        <p:spPr>
          <a:xfrm>
            <a:off x="1896120" y="360"/>
            <a:ext cx="6288840" cy="5670360"/>
          </a:xfrm>
          <a:prstGeom prst="rect">
            <a:avLst/>
          </a:prstGeom>
          <a:noFill/>
          <a:ln>
            <a:noFill/>
          </a:ln>
        </p:spPr>
      </p:pic>
      <p:sp>
        <p:nvSpPr>
          <p:cNvPr id="751" name="Google Shape;751;p71"/>
          <p:cNvSpPr/>
          <p:nvPr/>
        </p:nvSpPr>
        <p:spPr>
          <a:xfrm>
            <a:off x="1935000" y="4297320"/>
            <a:ext cx="540000" cy="15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52" name="Google Shape;752;p71"/>
          <p:cNvSpPr/>
          <p:nvPr/>
        </p:nvSpPr>
        <p:spPr>
          <a:xfrm>
            <a:off x="5107320" y="4927320"/>
            <a:ext cx="472680" cy="69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53" name="Google Shape;753;p71"/>
          <p:cNvSpPr/>
          <p:nvPr/>
        </p:nvSpPr>
        <p:spPr>
          <a:xfrm>
            <a:off x="5737320" y="1260000"/>
            <a:ext cx="33768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54" name="Google Shape;754;p71"/>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pic>
        <p:nvPicPr>
          <p:cNvPr id="759" name="Google Shape;759;p72"/>
          <p:cNvPicPr preferRelativeResize="0"/>
          <p:nvPr/>
        </p:nvPicPr>
        <p:blipFill rotWithShape="1">
          <a:blip r:embed="rId3">
            <a:alphaModFix/>
          </a:blip>
          <a:srcRect b="0" l="0" r="0" t="0"/>
          <a:stretch/>
        </p:blipFill>
        <p:spPr>
          <a:xfrm>
            <a:off x="360" y="783720"/>
            <a:ext cx="10080360" cy="4103280"/>
          </a:xfrm>
          <a:prstGeom prst="rect">
            <a:avLst/>
          </a:prstGeom>
          <a:noFill/>
          <a:ln>
            <a:noFill/>
          </a:ln>
        </p:spPr>
      </p:pic>
      <p:sp>
        <p:nvSpPr>
          <p:cNvPr id="760" name="Google Shape;760;p72"/>
          <p:cNvSpPr/>
          <p:nvPr/>
        </p:nvSpPr>
        <p:spPr>
          <a:xfrm>
            <a:off x="135000" y="1777320"/>
            <a:ext cx="720000" cy="13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61" name="Google Shape;761;p72"/>
          <p:cNvSpPr/>
          <p:nvPr/>
        </p:nvSpPr>
        <p:spPr>
          <a:xfrm>
            <a:off x="9697320" y="2497320"/>
            <a:ext cx="27000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62" name="Google Shape;762;p72"/>
          <p:cNvSpPr/>
          <p:nvPr/>
        </p:nvSpPr>
        <p:spPr>
          <a:xfrm>
            <a:off x="7672320" y="4590000"/>
            <a:ext cx="139500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63" name="Google Shape;763;p72"/>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pic>
        <p:nvPicPr>
          <p:cNvPr id="768" name="Google Shape;768;p73"/>
          <p:cNvPicPr preferRelativeResize="0"/>
          <p:nvPr/>
        </p:nvPicPr>
        <p:blipFill rotWithShape="1">
          <a:blip r:embed="rId3">
            <a:alphaModFix/>
          </a:blip>
          <a:srcRect b="0" l="0" r="0" t="0"/>
          <a:stretch/>
        </p:blipFill>
        <p:spPr>
          <a:xfrm>
            <a:off x="1297800" y="360"/>
            <a:ext cx="7485120" cy="5670360"/>
          </a:xfrm>
          <a:prstGeom prst="rect">
            <a:avLst/>
          </a:prstGeom>
          <a:noFill/>
          <a:ln>
            <a:noFill/>
          </a:ln>
        </p:spPr>
      </p:pic>
      <p:sp>
        <p:nvSpPr>
          <p:cNvPr id="769" name="Google Shape;769;p73"/>
          <p:cNvSpPr/>
          <p:nvPr/>
        </p:nvSpPr>
        <p:spPr>
          <a:xfrm>
            <a:off x="3037320" y="382320"/>
            <a:ext cx="315000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0" name="Google Shape;770;p73"/>
          <p:cNvSpPr/>
          <p:nvPr/>
        </p:nvSpPr>
        <p:spPr>
          <a:xfrm>
            <a:off x="2970000" y="1327320"/>
            <a:ext cx="945000" cy="29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1" name="Google Shape;771;p73"/>
          <p:cNvSpPr/>
          <p:nvPr/>
        </p:nvSpPr>
        <p:spPr>
          <a:xfrm>
            <a:off x="4927320" y="1462320"/>
            <a:ext cx="517680" cy="56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2" name="Google Shape;772;p73"/>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pic>
        <p:nvPicPr>
          <p:cNvPr id="777" name="Google Shape;777;p74"/>
          <p:cNvPicPr preferRelativeResize="0"/>
          <p:nvPr/>
        </p:nvPicPr>
        <p:blipFill rotWithShape="1">
          <a:blip r:embed="rId3">
            <a:alphaModFix/>
          </a:blip>
          <a:srcRect b="0" l="0" r="0" t="0"/>
          <a:stretch/>
        </p:blipFill>
        <p:spPr>
          <a:xfrm>
            <a:off x="701280" y="600120"/>
            <a:ext cx="8678520" cy="4470480"/>
          </a:xfrm>
          <a:prstGeom prst="rect">
            <a:avLst/>
          </a:prstGeom>
          <a:noFill/>
          <a:ln>
            <a:noFill/>
          </a:ln>
        </p:spPr>
      </p:pic>
      <p:sp>
        <p:nvSpPr>
          <p:cNvPr id="778" name="Google Shape;778;p74"/>
          <p:cNvSpPr/>
          <p:nvPr/>
        </p:nvSpPr>
        <p:spPr>
          <a:xfrm>
            <a:off x="1214640" y="607320"/>
            <a:ext cx="1845360" cy="15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79" name="Google Shape;779;p74"/>
          <p:cNvSpPr/>
          <p:nvPr/>
        </p:nvSpPr>
        <p:spPr>
          <a:xfrm>
            <a:off x="2970000" y="1890000"/>
            <a:ext cx="405000" cy="15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80" name="Google Shape;780;p74"/>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pic>
        <p:nvPicPr>
          <p:cNvPr id="785" name="Google Shape;785;p75"/>
          <p:cNvPicPr preferRelativeResize="0"/>
          <p:nvPr/>
        </p:nvPicPr>
        <p:blipFill rotWithShape="1">
          <a:blip r:embed="rId3">
            <a:alphaModFix/>
          </a:blip>
          <a:srcRect b="0" l="0" r="0" t="0"/>
          <a:stretch/>
        </p:blipFill>
        <p:spPr>
          <a:xfrm>
            <a:off x="493920" y="495720"/>
            <a:ext cx="9093240" cy="4679280"/>
          </a:xfrm>
          <a:prstGeom prst="rect">
            <a:avLst/>
          </a:prstGeom>
          <a:noFill/>
          <a:ln>
            <a:noFill/>
          </a:ln>
        </p:spPr>
      </p:pic>
      <p:sp>
        <p:nvSpPr>
          <p:cNvPr id="786" name="Google Shape;786;p75"/>
          <p:cNvSpPr/>
          <p:nvPr/>
        </p:nvSpPr>
        <p:spPr>
          <a:xfrm>
            <a:off x="8685000" y="2407320"/>
            <a:ext cx="157320" cy="15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87" name="Google Shape;787;p75"/>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76"/>
          <p:cNvPicPr preferRelativeResize="0"/>
          <p:nvPr/>
        </p:nvPicPr>
        <p:blipFill rotWithShape="1">
          <a:blip r:embed="rId3">
            <a:alphaModFix/>
          </a:blip>
          <a:srcRect b="0" l="0" r="0" t="0"/>
          <a:stretch/>
        </p:blipFill>
        <p:spPr>
          <a:xfrm>
            <a:off x="628920" y="565560"/>
            <a:ext cx="8823240" cy="4539960"/>
          </a:xfrm>
          <a:prstGeom prst="rect">
            <a:avLst/>
          </a:prstGeom>
          <a:noFill/>
          <a:ln>
            <a:noFill/>
          </a:ln>
        </p:spPr>
      </p:pic>
      <p:sp>
        <p:nvSpPr>
          <p:cNvPr id="793" name="Google Shape;793;p76"/>
          <p:cNvSpPr/>
          <p:nvPr/>
        </p:nvSpPr>
        <p:spPr>
          <a:xfrm>
            <a:off x="8010000" y="1575000"/>
            <a:ext cx="720000" cy="180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794" name="Google Shape;794;p76"/>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pic>
        <p:nvPicPr>
          <p:cNvPr id="799" name="Google Shape;799;p77"/>
          <p:cNvPicPr preferRelativeResize="0"/>
          <p:nvPr/>
        </p:nvPicPr>
        <p:blipFill rotWithShape="1">
          <a:blip r:embed="rId3">
            <a:alphaModFix/>
          </a:blip>
          <a:srcRect b="0" l="0" r="0" t="0"/>
          <a:stretch/>
        </p:blipFill>
        <p:spPr>
          <a:xfrm>
            <a:off x="2987640" y="1840320"/>
            <a:ext cx="4105440" cy="1990440"/>
          </a:xfrm>
          <a:prstGeom prst="rect">
            <a:avLst/>
          </a:prstGeom>
          <a:noFill/>
          <a:ln>
            <a:noFill/>
          </a:ln>
        </p:spPr>
      </p:pic>
      <p:sp>
        <p:nvSpPr>
          <p:cNvPr id="800" name="Google Shape;800;p77"/>
          <p:cNvSpPr/>
          <p:nvPr/>
        </p:nvSpPr>
        <p:spPr>
          <a:xfrm>
            <a:off x="6165000" y="3465000"/>
            <a:ext cx="787320" cy="31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01" name="Google Shape;801;p77"/>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
        <p:nvSpPr>
          <p:cNvPr id="802" name="Google Shape;802;p77"/>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p78"/>
          <p:cNvPicPr preferRelativeResize="0"/>
          <p:nvPr/>
        </p:nvPicPr>
        <p:blipFill rotWithShape="1">
          <a:blip r:embed="rId3">
            <a:alphaModFix/>
          </a:blip>
          <a:srcRect b="0" l="0" r="0" t="0"/>
          <a:stretch/>
        </p:blipFill>
        <p:spPr>
          <a:xfrm>
            <a:off x="360" y="2004990"/>
            <a:ext cx="10080360" cy="2603520"/>
          </a:xfrm>
          <a:prstGeom prst="rect">
            <a:avLst/>
          </a:prstGeom>
          <a:noFill/>
          <a:ln>
            <a:noFill/>
          </a:ln>
        </p:spPr>
      </p:pic>
      <p:sp>
        <p:nvSpPr>
          <p:cNvPr id="808" name="Google Shape;808;p78"/>
          <p:cNvSpPr/>
          <p:nvPr/>
        </p:nvSpPr>
        <p:spPr>
          <a:xfrm>
            <a:off x="9517320" y="3802320"/>
            <a:ext cx="472680" cy="22500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09" name="Google Shape;809;p78"/>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
        <p:nvSpPr>
          <p:cNvPr id="810" name="Google Shape;810;p78"/>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id="815" name="Google Shape;815;p79"/>
          <p:cNvPicPr preferRelativeResize="0"/>
          <p:nvPr/>
        </p:nvPicPr>
        <p:blipFill rotWithShape="1">
          <a:blip r:embed="rId3">
            <a:alphaModFix/>
          </a:blip>
          <a:srcRect b="0" l="0" r="0" t="0"/>
          <a:stretch/>
        </p:blipFill>
        <p:spPr>
          <a:xfrm>
            <a:off x="3011760" y="1854360"/>
            <a:ext cx="4057560" cy="1962000"/>
          </a:xfrm>
          <a:prstGeom prst="rect">
            <a:avLst/>
          </a:prstGeom>
          <a:noFill/>
          <a:ln>
            <a:noFill/>
          </a:ln>
        </p:spPr>
      </p:pic>
      <p:sp>
        <p:nvSpPr>
          <p:cNvPr id="816" name="Google Shape;816;p79"/>
          <p:cNvSpPr/>
          <p:nvPr/>
        </p:nvSpPr>
        <p:spPr>
          <a:xfrm>
            <a:off x="6210000" y="3487320"/>
            <a:ext cx="742320" cy="292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17" name="Google Shape;817;p79"/>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
        <p:nvSpPr>
          <p:cNvPr id="818" name="Google Shape;818;p79"/>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pic>
        <p:nvPicPr>
          <p:cNvPr id="823" name="Google Shape;823;p80"/>
          <p:cNvPicPr preferRelativeResize="0"/>
          <p:nvPr/>
        </p:nvPicPr>
        <p:blipFill rotWithShape="1">
          <a:blip r:embed="rId3">
            <a:alphaModFix/>
          </a:blip>
          <a:srcRect b="0" l="0" r="0" t="0"/>
          <a:stretch/>
        </p:blipFill>
        <p:spPr>
          <a:xfrm>
            <a:off x="360" y="1020960"/>
            <a:ext cx="10080360" cy="3628800"/>
          </a:xfrm>
          <a:prstGeom prst="rect">
            <a:avLst/>
          </a:prstGeom>
          <a:noFill/>
          <a:ln>
            <a:noFill/>
          </a:ln>
        </p:spPr>
      </p:pic>
      <p:sp>
        <p:nvSpPr>
          <p:cNvPr id="824" name="Google Shape;824;p80"/>
          <p:cNvSpPr/>
          <p:nvPr/>
        </p:nvSpPr>
        <p:spPr>
          <a:xfrm>
            <a:off x="4792680" y="3847320"/>
            <a:ext cx="1709640" cy="517680"/>
          </a:xfrm>
          <a:prstGeom prst="rect">
            <a:avLst/>
          </a:prstGeom>
          <a:noFill/>
          <a:ln cap="flat" cmpd="sng" w="19075">
            <a:solidFill>
              <a:srgbClr val="FF0000"/>
            </a:solidFill>
            <a:prstDash val="solid"/>
            <a:round/>
            <a:headEnd len="sm" w="sm" type="none"/>
            <a:tailEnd len="sm" w="sm" type="none"/>
          </a:ln>
        </p:spPr>
        <p:txBody>
          <a:bodyPr anchorCtr="0" anchor="ctr" bIns="54350" lIns="99350" spcFirstLastPara="1" rIns="99350" wrap="square" tIns="5435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25" name="Google Shape;825;p80"/>
          <p:cNvSpPr txBox="1"/>
          <p:nvPr>
            <p:ph idx="12" type="sldNum"/>
          </p:nvPr>
        </p:nvSpPr>
        <p:spPr>
          <a:xfrm>
            <a:off x="6772920" y="4927276"/>
            <a:ext cx="2205000" cy="282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s-ES" sz="1200">
                <a:solidFill>
                  <a:srgbClr val="888888"/>
                </a:solidFill>
                <a:latin typeface="PT Sans"/>
                <a:ea typeface="PT Sans"/>
                <a:cs typeface="PT Sans"/>
                <a:sym typeface="PT Sans"/>
              </a:rPr>
              <a:t>‹#›</a:t>
            </a:fld>
            <a:endParaRPr sz="1200">
              <a:solidFill>
                <a:srgbClr val="888888"/>
              </a:solidFill>
              <a:latin typeface="PT Sans"/>
              <a:ea typeface="PT Sans"/>
              <a:cs typeface="PT Sans"/>
              <a:sym typeface="PT Sans"/>
            </a:endParaRPr>
          </a:p>
        </p:txBody>
      </p:sp>
      <p:sp>
        <p:nvSpPr>
          <p:cNvPr id="826" name="Google Shape;826;p80"/>
          <p:cNvSpPr txBox="1"/>
          <p:nvPr>
            <p:ph idx="1" type="body"/>
          </p:nvPr>
        </p:nvSpPr>
        <p:spPr>
          <a:xfrm>
            <a:off x="1102537" y="2008320"/>
            <a:ext cx="7743000" cy="2740500"/>
          </a:xfrm>
          <a:prstGeom prst="rect">
            <a:avLst/>
          </a:prstGeom>
        </p:spPr>
        <p:txBody>
          <a:bodyPr anchorCtr="0" anchor="t" bIns="35425" lIns="70875" spcFirstLastPara="1" rIns="70875" wrap="square" tIns="35425">
            <a:normAutofit/>
          </a:bodyPr>
          <a:lstStyle/>
          <a:p>
            <a:pPr indent="0" lvl="0" marL="0" rtl="0" algn="l">
              <a:spcBef>
                <a:spcPts val="300"/>
              </a:spcBef>
              <a:spcAft>
                <a:spcPts val="0"/>
              </a:spcAft>
              <a:buNone/>
            </a:pPr>
            <a:r>
              <a:t/>
            </a:r>
            <a:endParaRPr/>
          </a:p>
        </p:txBody>
      </p:sp>
      <p:sp>
        <p:nvSpPr>
          <p:cNvPr id="827" name="Google Shape;827;p80"/>
          <p:cNvSpPr txBox="1"/>
          <p:nvPr>
            <p:ph type="title"/>
          </p:nvPr>
        </p:nvSpPr>
        <p:spPr>
          <a:xfrm>
            <a:off x="1086786" y="910251"/>
            <a:ext cx="7743000" cy="979800"/>
          </a:xfrm>
          <a:prstGeom prst="rect">
            <a:avLst/>
          </a:prstGeom>
        </p:spPr>
        <p:txBody>
          <a:bodyPr anchorCtr="0" anchor="ctr" bIns="35425" lIns="70875" spcFirstLastPara="1" rIns="70875" wrap="square" tIns="35425">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IFP Txurdinaga LHII">
      <a:dk1>
        <a:srgbClr val="000000"/>
      </a:dk1>
      <a:lt1>
        <a:srgbClr val="FFFFFF"/>
      </a:lt1>
      <a:dk2>
        <a:srgbClr val="AF206F"/>
      </a:dk2>
      <a:lt2>
        <a:srgbClr val="FEFFFF"/>
      </a:lt2>
      <a:accent1>
        <a:srgbClr val="31996E"/>
      </a:accent1>
      <a:accent2>
        <a:srgbClr val="DD5B2C"/>
      </a:accent2>
      <a:accent3>
        <a:srgbClr val="397FB7"/>
      </a:accent3>
      <a:accent4>
        <a:srgbClr val="62266A"/>
      </a:accent4>
      <a:accent5>
        <a:srgbClr val="C6D422"/>
      </a:accent5>
      <a:accent6>
        <a:srgbClr val="CE1137"/>
      </a:accent6>
      <a:hlink>
        <a:srgbClr val="0D4B87"/>
      </a:hlink>
      <a:folHlink>
        <a:srgbClr val="6226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2026-09-06T13:37:05Z</dcterms:created>
</cp:coreProperties>
</file>

<file path=docProps/custom.xml><?xml version="1.0" encoding="utf-8"?>
<Properties xmlns="http://schemas.openxmlformats.org/officeDocument/2006/custom-properties" xmlns:vt="http://schemas.openxmlformats.org/officeDocument/2006/docPropsVTypes"/>
</file>